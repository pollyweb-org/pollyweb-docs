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41" r:id="rId2"/>
    <p:sldId id="1701" r:id="rId3"/>
    <p:sldId id="1761" r:id="rId4"/>
    <p:sldId id="1774" r:id="rId5"/>
    <p:sldId id="1771" r:id="rId6"/>
    <p:sldId id="1760" r:id="rId7"/>
    <p:sldId id="1739" r:id="rId8"/>
    <p:sldId id="1782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B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💍 Brand Userables" id="{1A858A1C-E41C-A44C-9C33-3C9A6CAEAC92}">
          <p14:sldIdLst>
            <p14:sldId id="1841"/>
            <p14:sldId id="1701"/>
            <p14:sldId id="1761"/>
            <p14:sldId id="1774"/>
            <p14:sldId id="1771"/>
            <p14:sldId id="1760"/>
            <p14:sldId id="1739"/>
            <p14:sldId id="17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3F41-5AFF-6ABE-5C5A-EF7C96DC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C95D0-8F8B-D598-4519-3C2DC963E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550B7-7DA1-CAE6-E3C8-55E928E9C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0798BE7-7125-0B83-C56D-82E0F86F000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DAF4A-3316-30FE-458F-FAF3073E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13B206-257F-7673-CD2E-84EBDB9B089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4224D-10BD-8FFA-226D-9448970DCB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1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019E-9A43-CF4A-5898-C1B4E29F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D8DAA-464D-AFD2-4F1C-8601B8460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57981-2A5D-78D3-E12E-8749E459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9E2F878-72A5-7A1E-4D19-70A4675CAA2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B681-CF83-2334-D167-1B3F2C13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E9D2FF-7C22-7A8A-6F8E-58976E05806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49C5-58D4-61F4-27B1-220A4D4522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1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5CF3-CFCF-DE06-A2DF-A1364634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A818B-0640-B88B-EDB6-CBA1B9AD6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A4BA3-00C8-3CEB-B1D3-8A5515536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AD961C3-0C45-D621-5E43-BCE22190239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15DDD-1F89-C972-2F82-86B7FB17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6A1415-D629-8F70-CB15-DD6B2C3D41B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01632-49FD-ED09-A92F-0CE1EE6F14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41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463F-B008-95A8-E759-762EFC2B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D4C61-771C-0D7B-1171-56C11B42C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C9D44-B488-4B15-F46A-E767C68B7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12992B-7FD1-EDAB-610B-FBE9C7F48CE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7E1B-024B-61EE-1C98-37266136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72D1A0-D159-2E3F-58D5-A905E7EB76C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7920-1908-01C1-F8DD-02E42C6295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39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37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2CD5-EAE6-0375-E4B5-C139030CA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DA39F-1709-E2B7-A73F-F85538C7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EEFF3-5397-5898-C0AA-794A18AD4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E10DEEE-4F83-EAFF-9380-BAE9CCC256F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4AF52-5140-43F7-DA04-8E62EDED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E263DA-FB7D-3AE7-FED5-75FA86A6E06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9:22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7EDBD-1FF9-8A63-C06B-873FE0E52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27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3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8EE7-EDA1-3D46-44E7-491CB33F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0488F-2996-F798-60B3-396BA5C85F9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💍 Brand Userables</a:t>
            </a:r>
          </a:p>
        </p:txBody>
      </p:sp>
    </p:spTree>
    <p:extLst>
      <p:ext uri="{BB962C8B-B14F-4D97-AF65-F5344CB8AC3E}">
        <p14:creationId xmlns:p14="http://schemas.microsoft.com/office/powerpoint/2010/main" val="370576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1D68-6B74-27ED-E2EB-7A4EA63A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FB7D50-93A9-B5EB-0F7C-3E713C361647}"/>
              </a:ext>
            </a:extLst>
          </p:cNvPr>
          <p:cNvSpPr/>
          <p:nvPr/>
        </p:nvSpPr>
        <p:spPr>
          <a:xfrm>
            <a:off x="1741715" y="4281580"/>
            <a:ext cx="6069872" cy="729842"/>
          </a:xfrm>
          <a:prstGeom prst="rect">
            <a:avLst/>
          </a:prstGeom>
          <a:solidFill>
            <a:schemeClr val="accent6"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Cloud Provider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48FF3-5F34-5711-C9A4-591CDAA827BA}"/>
              </a:ext>
            </a:extLst>
          </p:cNvPr>
          <p:cNvSpPr/>
          <p:nvPr/>
        </p:nvSpPr>
        <p:spPr>
          <a:xfrm>
            <a:off x="1741714" y="3347915"/>
            <a:ext cx="6069873" cy="729842"/>
          </a:xfrm>
          <a:prstGeom prst="rect">
            <a:avLst/>
          </a:prstGeom>
          <a:solidFill>
            <a:schemeClr val="accent2">
              <a:lumMod val="60000"/>
              <a:lumOff val="40000"/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NLWeb SDK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FFFC78-318E-8302-BEF0-00DC032189BF}"/>
              </a:ext>
            </a:extLst>
          </p:cNvPr>
          <p:cNvGrpSpPr/>
          <p:nvPr/>
        </p:nvGrpSpPr>
        <p:grpSpPr>
          <a:xfrm>
            <a:off x="3761745" y="1175641"/>
            <a:ext cx="3795697" cy="4023360"/>
            <a:chOff x="6164674" y="5020614"/>
            <a:chExt cx="3795697" cy="40233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053EF4-093F-23C0-938B-AE989D39B406}"/>
                </a:ext>
              </a:extLst>
            </p:cNvPr>
            <p:cNvSpPr/>
            <p:nvPr/>
          </p:nvSpPr>
          <p:spPr>
            <a:xfrm>
              <a:off x="6164674" y="5020614"/>
              <a:ext cx="3795697" cy="4023360"/>
            </a:xfrm>
            <a:prstGeom prst="rect">
              <a:avLst/>
            </a:prstGeom>
            <a:solidFill>
              <a:schemeClr val="bg1">
                <a:lumMod val="50000"/>
                <a:lumOff val="50000"/>
                <a:alpha val="21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A8CA1B-BAC9-E4BA-A847-D4C1323540C5}"/>
                </a:ext>
              </a:extLst>
            </p:cNvPr>
            <p:cNvSpPr/>
            <p:nvPr/>
          </p:nvSpPr>
          <p:spPr>
            <a:xfrm>
              <a:off x="6258929" y="5490228"/>
              <a:ext cx="1868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Manifest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A6CFB-36B6-0597-B0E1-CE9BD71A4FC8}"/>
              </a:ext>
            </a:extLst>
          </p:cNvPr>
          <p:cNvSpPr/>
          <p:nvPr/>
        </p:nvSpPr>
        <p:spPr>
          <a:xfrm>
            <a:off x="5913121" y="1645255"/>
            <a:ext cx="155402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Inbox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F638DE-891D-3359-0726-BD84A6A366AD}"/>
              </a:ext>
            </a:extLst>
          </p:cNvPr>
          <p:cNvSpPr/>
          <p:nvPr/>
        </p:nvSpPr>
        <p:spPr>
          <a:xfrm>
            <a:off x="3856001" y="4366164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Infrastructure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B5D6E0-39AE-CF7A-8ABC-671BAF1A8081}"/>
              </a:ext>
            </a:extLst>
          </p:cNvPr>
          <p:cNvSpPr/>
          <p:nvPr/>
        </p:nvSpPr>
        <p:spPr>
          <a:xfrm>
            <a:off x="3856001" y="3429779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BC317B-69BB-8D5C-A203-69F659EFC4C6}"/>
              </a:ext>
            </a:extLst>
          </p:cNvPr>
          <p:cNvSpPr/>
          <p:nvPr/>
        </p:nvSpPr>
        <p:spPr>
          <a:xfrm>
            <a:off x="1741714" y="2414250"/>
            <a:ext cx="6069873" cy="729842"/>
          </a:xfrm>
          <a:prstGeom prst="rect">
            <a:avLst/>
          </a:prstGeom>
          <a:solidFill>
            <a:schemeClr val="accent4"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Development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D45A74-E143-A64A-BFEA-274D1A3A1C15}"/>
              </a:ext>
            </a:extLst>
          </p:cNvPr>
          <p:cNvSpPr/>
          <p:nvPr/>
        </p:nvSpPr>
        <p:spPr>
          <a:xfrm>
            <a:off x="3856001" y="2496114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Custom logic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CAC0C-2A57-77E8-86F0-AD2BA03B48A3}"/>
              </a:ext>
            </a:extLst>
          </p:cNvPr>
          <p:cNvGrpSpPr/>
          <p:nvPr/>
        </p:nvGrpSpPr>
        <p:grpSpPr>
          <a:xfrm>
            <a:off x="383175" y="357721"/>
            <a:ext cx="2158880" cy="1014729"/>
            <a:chOff x="712971" y="2543574"/>
            <a:chExt cx="2158880" cy="10147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C640B89-F402-EAD0-9597-4BF1EB5F5A46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AD91C1-A577-943F-DF50-BE72D165DD62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💬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Backbone</a:t>
              </a:r>
            </a:p>
          </p:txBody>
        </p:sp>
      </p:grp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CDBFBE58-F6DC-724D-2204-F79104C606B4}"/>
              </a:ext>
            </a:extLst>
          </p:cNvPr>
          <p:cNvCxnSpPr>
            <a:cxnSpLocks/>
            <a:stCxn id="8" idx="0"/>
            <a:endCxn id="33" idx="3"/>
          </p:cNvCxnSpPr>
          <p:nvPr/>
        </p:nvCxnSpPr>
        <p:spPr>
          <a:xfrm rot="16200000" flipV="1">
            <a:off x="3945548" y="-538406"/>
            <a:ext cx="310555" cy="311753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02EF2A61-F335-6DF6-9E98-C70685CA8ED2}"/>
              </a:ext>
            </a:extLst>
          </p:cNvPr>
          <p:cNvCxnSpPr>
            <a:cxnSpLocks/>
            <a:stCxn id="33" idx="2"/>
            <a:endCxn id="7" idx="1"/>
          </p:cNvCxnSpPr>
          <p:nvPr/>
        </p:nvCxnSpPr>
        <p:spPr>
          <a:xfrm rot="16200000" flipH="1">
            <a:off x="2382359" y="452705"/>
            <a:ext cx="553897" cy="239338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E05E3FC-8BF7-25E6-1572-D7DD081F7B4E}"/>
              </a:ext>
            </a:extLst>
          </p:cNvPr>
          <p:cNvSpPr/>
          <p:nvPr/>
        </p:nvSpPr>
        <p:spPr>
          <a:xfrm>
            <a:off x="8688137" y="704333"/>
            <a:ext cx="17447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7A240D-2E1C-F0FB-0E61-483AEBB55432}"/>
              </a:ext>
            </a:extLst>
          </p:cNvPr>
          <p:cNvSpPr/>
          <p:nvPr/>
        </p:nvSpPr>
        <p:spPr>
          <a:xfrm>
            <a:off x="8593881" y="357720"/>
            <a:ext cx="3267191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Other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529BF8-0513-9B55-DC3A-FFE2D00D8FDF}"/>
              </a:ext>
            </a:extLst>
          </p:cNvPr>
          <p:cNvSpPr/>
          <p:nvPr/>
        </p:nvSpPr>
        <p:spPr>
          <a:xfrm>
            <a:off x="10579683" y="704333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60E65E9B-6A18-4AF6-F063-9BCCE1A1FDA3}"/>
              </a:ext>
            </a:extLst>
          </p:cNvPr>
          <p:cNvCxnSpPr>
            <a:cxnSpLocks/>
            <a:stCxn id="8" idx="0"/>
            <a:endCxn id="42" idx="1"/>
          </p:cNvCxnSpPr>
          <p:nvPr/>
        </p:nvCxnSpPr>
        <p:spPr>
          <a:xfrm rot="5400000" flipH="1" flipV="1">
            <a:off x="6971459" y="-446780"/>
            <a:ext cx="310556" cy="293428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B2D1DB84-9A61-F10F-DD36-E186E08D1016}"/>
              </a:ext>
            </a:extLst>
          </p:cNvPr>
          <p:cNvCxnSpPr>
            <a:cxnSpLocks/>
            <a:stCxn id="42" idx="2"/>
            <a:endCxn id="14" idx="3"/>
          </p:cNvCxnSpPr>
          <p:nvPr/>
        </p:nvCxnSpPr>
        <p:spPr>
          <a:xfrm rot="5400000">
            <a:off x="8570360" y="269230"/>
            <a:ext cx="553898" cy="276033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C916755-4B24-7B26-AAFC-BE3AB1741386}"/>
              </a:ext>
            </a:extLst>
          </p:cNvPr>
          <p:cNvSpPr/>
          <p:nvPr/>
        </p:nvSpPr>
        <p:spPr>
          <a:xfrm>
            <a:off x="11242149" y="698563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61B755-E081-7ECB-DF5E-9607482D3455}"/>
              </a:ext>
            </a:extLst>
          </p:cNvPr>
          <p:cNvSpPr/>
          <p:nvPr/>
        </p:nvSpPr>
        <p:spPr>
          <a:xfrm rot="5400000">
            <a:off x="5984644" y="3431139"/>
            <a:ext cx="243223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🎭</a:t>
            </a:r>
            <a:r>
              <a:rPr lang="en-GB" sz="2400" dirty="0"/>
              <a:t>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F21C39B8-6870-9603-2B4D-27C707E4D5D7}"/>
              </a:ext>
            </a:extLst>
          </p:cNvPr>
          <p:cNvSpPr txBox="1">
            <a:spLocks/>
          </p:cNvSpPr>
          <p:nvPr/>
        </p:nvSpPr>
        <p:spPr>
          <a:xfrm>
            <a:off x="8463969" y="2919365"/>
            <a:ext cx="1751181" cy="17515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🤗 Host</a:t>
            </a:r>
            <a:br>
              <a:rPr lang="en-US" sz="2000" dirty="0"/>
            </a:br>
            <a:r>
              <a:rPr lang="en-US" sz="2000" dirty="0"/>
              <a:t>🗄️ Vault</a:t>
            </a:r>
            <a:br>
              <a:rPr lang="en-US" sz="2000" dirty="0"/>
            </a:br>
            <a:r>
              <a:rPr lang="en-US" sz="2000" dirty="0"/>
              <a:t>🎴 Issuer</a:t>
            </a:r>
            <a:br>
              <a:rPr lang="en-US" sz="2000" dirty="0"/>
            </a:br>
            <a:r>
              <a:rPr lang="en-US" sz="2000" dirty="0"/>
              <a:t>💵 Seller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D0877D5A-3B0F-2F92-E041-41B82D739E6F}"/>
              </a:ext>
            </a:extLst>
          </p:cNvPr>
          <p:cNvSpPr/>
          <p:nvPr/>
        </p:nvSpPr>
        <p:spPr>
          <a:xfrm>
            <a:off x="7651698" y="2867461"/>
            <a:ext cx="1232186" cy="1903631"/>
          </a:xfrm>
          <a:prstGeom prst="leftBrace">
            <a:avLst>
              <a:gd name="adj1" fmla="val 8333"/>
              <a:gd name="adj2" fmla="val 43823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2F671B7E-ABF5-8F4B-9350-9A8104CC1B6F}"/>
              </a:ext>
            </a:extLst>
          </p:cNvPr>
          <p:cNvSpPr txBox="1">
            <a:spLocks/>
          </p:cNvSpPr>
          <p:nvPr/>
        </p:nvSpPr>
        <p:spPr>
          <a:xfrm>
            <a:off x="9696155" y="2941077"/>
            <a:ext cx="1776549" cy="17515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💼 Consumer</a:t>
            </a:r>
            <a:br>
              <a:rPr lang="en-US" sz="2000" dirty="0"/>
            </a:br>
            <a:r>
              <a:rPr lang="en-US" sz="2000" dirty="0"/>
              <a:t>🏛️ Authority</a:t>
            </a:r>
            <a:br>
              <a:rPr lang="en-US" sz="2000" dirty="0"/>
            </a:br>
            <a:r>
              <a:rPr lang="en-US" sz="2000" dirty="0"/>
              <a:t>🪣 Dataset</a:t>
            </a:r>
            <a:br>
              <a:rPr lang="en-US" sz="2000" dirty="0"/>
            </a:br>
            <a:r>
              <a:rPr lang="en-US" sz="2000" dirty="0"/>
              <a:t>🏭 Supplier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26F3407-F184-7D4A-AE44-21C35BEE007B}"/>
              </a:ext>
            </a:extLst>
          </p:cNvPr>
          <p:cNvSpPr/>
          <p:nvPr/>
        </p:nvSpPr>
        <p:spPr>
          <a:xfrm>
            <a:off x="6066650" y="5593731"/>
            <a:ext cx="5855380" cy="10509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Support domains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2F70A7-F298-6A68-E63A-8FB667EC855F}"/>
              </a:ext>
            </a:extLst>
          </p:cNvPr>
          <p:cNvSpPr/>
          <p:nvPr/>
        </p:nvSpPr>
        <p:spPr>
          <a:xfrm>
            <a:off x="7853191" y="5969386"/>
            <a:ext cx="146721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Payer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EE5DD87-575E-F661-81B0-32CBB36648AD}"/>
              </a:ext>
            </a:extLst>
          </p:cNvPr>
          <p:cNvSpPr/>
          <p:nvPr/>
        </p:nvSpPr>
        <p:spPr>
          <a:xfrm>
            <a:off x="9455654" y="5969386"/>
            <a:ext cx="189385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Collector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53663F-E695-B2C8-3EC8-16693453D70B}"/>
              </a:ext>
            </a:extLst>
          </p:cNvPr>
          <p:cNvSpPr/>
          <p:nvPr/>
        </p:nvSpPr>
        <p:spPr>
          <a:xfrm>
            <a:off x="6191791" y="5969386"/>
            <a:ext cx="151067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Graph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73390BF4-395D-B299-7EA1-17F9EDC0AC00}"/>
              </a:ext>
            </a:extLst>
          </p:cNvPr>
          <p:cNvCxnSpPr>
            <a:cxnSpLocks/>
            <a:stCxn id="8" idx="2"/>
            <a:endCxn id="73" idx="1"/>
          </p:cNvCxnSpPr>
          <p:nvPr/>
        </p:nvCxnSpPr>
        <p:spPr>
          <a:xfrm rot="16200000" flipH="1">
            <a:off x="5403030" y="5455565"/>
            <a:ext cx="920184" cy="4070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26C8E0D-2F05-A6D7-FCE6-4BC2D02F667D}"/>
              </a:ext>
            </a:extLst>
          </p:cNvPr>
          <p:cNvSpPr/>
          <p:nvPr/>
        </p:nvSpPr>
        <p:spPr>
          <a:xfrm>
            <a:off x="11484427" y="5960340"/>
            <a:ext cx="29397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2257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8" grpId="0"/>
      <p:bldP spid="6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C0BB-F8D8-42C9-A69A-E1E922E7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D62263FB-3DE4-719D-C130-B70F3B3DA9CE}"/>
              </a:ext>
            </a:extLst>
          </p:cNvPr>
          <p:cNvSpPr/>
          <p:nvPr/>
        </p:nvSpPr>
        <p:spPr>
          <a:xfrm>
            <a:off x="7164236" y="274460"/>
            <a:ext cx="1459941" cy="20071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4B39EC-98EE-1352-703C-AAD9FA12E425}"/>
              </a:ext>
            </a:extLst>
          </p:cNvPr>
          <p:cNvSpPr/>
          <p:nvPr/>
        </p:nvSpPr>
        <p:spPr>
          <a:xfrm>
            <a:off x="5343948" y="278213"/>
            <a:ext cx="1086416" cy="19996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8A283F-9709-9859-5CA1-353EDE3D5512}"/>
              </a:ext>
            </a:extLst>
          </p:cNvPr>
          <p:cNvGrpSpPr/>
          <p:nvPr/>
        </p:nvGrpSpPr>
        <p:grpSpPr>
          <a:xfrm>
            <a:off x="5376130" y="3148"/>
            <a:ext cx="1013609" cy="2247524"/>
            <a:chOff x="3191637" y="385707"/>
            <a:chExt cx="1013609" cy="224752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BF4444-488F-B0EB-1360-E14AB21F12D1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58BCE7-0683-55C1-2665-E9CAA211BDD3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35392F-858E-3207-7AA5-58E966D798A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AB24846C-83CC-338B-33AA-B85B3AAAE9AA}"/>
                </a:ext>
              </a:extLst>
            </p:cNvPr>
            <p:cNvSpPr txBox="1">
              <a:spLocks/>
            </p:cNvSpPr>
            <p:nvPr/>
          </p:nvSpPr>
          <p:spPr>
            <a:xfrm>
              <a:off x="3191637" y="2233121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523905D6-DD2D-145E-6A9D-589204F9A10D}"/>
              </a:ext>
            </a:extLst>
          </p:cNvPr>
          <p:cNvCxnSpPr>
            <a:cxnSpLocks/>
            <a:stCxn id="168" idx="0"/>
            <a:endCxn id="33" idx="1"/>
          </p:cNvCxnSpPr>
          <p:nvPr/>
        </p:nvCxnSpPr>
        <p:spPr>
          <a:xfrm rot="5400000" flipH="1" flipV="1">
            <a:off x="3268748" y="-763678"/>
            <a:ext cx="235387" cy="317393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2E2E71D1-B251-6892-FECF-FD2B24D230FC}"/>
              </a:ext>
            </a:extLst>
          </p:cNvPr>
          <p:cNvCxnSpPr>
            <a:cxnSpLocks/>
            <a:stCxn id="5" idx="3"/>
            <a:endCxn id="90" idx="3"/>
          </p:cNvCxnSpPr>
          <p:nvPr/>
        </p:nvCxnSpPr>
        <p:spPr>
          <a:xfrm flipH="1" flipV="1">
            <a:off x="8624177" y="1278012"/>
            <a:ext cx="2760348" cy="2660955"/>
          </a:xfrm>
          <a:prstGeom prst="bentConnector3">
            <a:avLst>
              <a:gd name="adj1" fmla="val -1978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391240E-D92A-BF4C-E408-0D04B34B0F0E}"/>
              </a:ext>
            </a:extLst>
          </p:cNvPr>
          <p:cNvGrpSpPr/>
          <p:nvPr/>
        </p:nvGrpSpPr>
        <p:grpSpPr>
          <a:xfrm>
            <a:off x="3112023" y="3424456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B684A91-B54C-49A0-A25B-B9CD06343A9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6DB0729-5A7F-462F-D856-A29B74CE4581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5D9FE1-069D-277A-37C4-E68159B5EC57}"/>
              </a:ext>
            </a:extLst>
          </p:cNvPr>
          <p:cNvGrpSpPr/>
          <p:nvPr/>
        </p:nvGrpSpPr>
        <p:grpSpPr>
          <a:xfrm>
            <a:off x="670637" y="434906"/>
            <a:ext cx="1079768" cy="400110"/>
            <a:chOff x="8926562" y="3216153"/>
            <a:chExt cx="1079768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771B7-4B84-9888-C449-8E22D6731D3F}"/>
                </a:ext>
              </a:extLst>
            </p:cNvPr>
            <p:cNvSpPr txBox="1"/>
            <p:nvPr/>
          </p:nvSpPr>
          <p:spPr>
            <a:xfrm>
              <a:off x="9286562" y="3216153"/>
              <a:ext cx="7197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6C204C90-CF59-C3C2-A8BF-668E503934B6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8532124B-80BD-C249-4E51-72D60EDE7A60}"/>
              </a:ext>
            </a:extLst>
          </p:cNvPr>
          <p:cNvSpPr txBox="1"/>
          <p:nvPr/>
        </p:nvSpPr>
        <p:spPr>
          <a:xfrm>
            <a:off x="4990072" y="1309828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0C4F2D74-70C5-FFB3-1C88-286DB3CB9A81}"/>
              </a:ext>
            </a:extLst>
          </p:cNvPr>
          <p:cNvCxnSpPr>
            <a:cxnSpLocks/>
            <a:stCxn id="65" idx="1"/>
            <a:endCxn id="113" idx="3"/>
          </p:cNvCxnSpPr>
          <p:nvPr/>
        </p:nvCxnSpPr>
        <p:spPr>
          <a:xfrm flipH="1" flipV="1">
            <a:off x="2294247" y="3943640"/>
            <a:ext cx="817776" cy="1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84F51DC-D30D-7ECD-01FE-517B689A855F}"/>
              </a:ext>
            </a:extLst>
          </p:cNvPr>
          <p:cNvGrpSpPr/>
          <p:nvPr/>
        </p:nvGrpSpPr>
        <p:grpSpPr>
          <a:xfrm>
            <a:off x="5337149" y="4053555"/>
            <a:ext cx="3192697" cy="400110"/>
            <a:chOff x="8926562" y="3216153"/>
            <a:chExt cx="3192697" cy="40011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4E56904-35ED-92C3-B2BF-E0C42B836C9E}"/>
                </a:ext>
              </a:extLst>
            </p:cNvPr>
            <p:cNvSpPr txBox="1"/>
            <p:nvPr/>
          </p:nvSpPr>
          <p:spPr>
            <a:xfrm>
              <a:off x="9286561" y="3216153"/>
              <a:ext cx="28326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health emergency</a:t>
              </a:r>
              <a:endPara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A04E813F-900C-5BB3-7095-7DC8C0FD9DC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3890AFC-9960-932A-6FCC-E1A38B28F9A4}"/>
              </a:ext>
            </a:extLst>
          </p:cNvPr>
          <p:cNvGrpSpPr/>
          <p:nvPr/>
        </p:nvGrpSpPr>
        <p:grpSpPr>
          <a:xfrm>
            <a:off x="3702508" y="2686298"/>
            <a:ext cx="3096649" cy="707886"/>
            <a:chOff x="8838905" y="2871625"/>
            <a:chExt cx="3096649" cy="7078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A1A3E0-9E42-C78F-9409-2CFFE7978A08}"/>
                </a:ext>
              </a:extLst>
            </p:cNvPr>
            <p:cNvSpPr txBox="1"/>
            <p:nvPr/>
          </p:nvSpPr>
          <p:spPr>
            <a:xfrm>
              <a:off x="9218308" y="2871625"/>
              <a:ext cx="271724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read landing notes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activate emergency</a:t>
              </a: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576B63DB-A566-6ABD-9DAB-743883FE8D2F}"/>
                </a:ext>
              </a:extLst>
            </p:cNvPr>
            <p:cNvSpPr/>
            <p:nvPr/>
          </p:nvSpPr>
          <p:spPr>
            <a:xfrm>
              <a:off x="8838905" y="290941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AF0C157-07AF-295F-DA60-0E779AC49A1F}"/>
              </a:ext>
            </a:extLst>
          </p:cNvPr>
          <p:cNvSpPr txBox="1"/>
          <p:nvPr/>
        </p:nvSpPr>
        <p:spPr>
          <a:xfrm>
            <a:off x="218143" y="6278524"/>
            <a:ext cx="180337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Emergency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1B128E-A157-8742-D67F-79C249E585EE}"/>
              </a:ext>
            </a:extLst>
          </p:cNvPr>
          <p:cNvSpPr/>
          <p:nvPr/>
        </p:nvSpPr>
        <p:spPr>
          <a:xfrm>
            <a:off x="4973406" y="446393"/>
            <a:ext cx="1825751" cy="518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A6BD6-11CA-C45C-21BA-B4B716FDFFEF}"/>
              </a:ext>
            </a:extLst>
          </p:cNvPr>
          <p:cNvSpPr txBox="1"/>
          <p:nvPr/>
        </p:nvSpPr>
        <p:spPr>
          <a:xfrm>
            <a:off x="3012024" y="181263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4F8BBE-EDAA-EA92-230F-E746361DBBC7}"/>
              </a:ext>
            </a:extLst>
          </p:cNvPr>
          <p:cNvSpPr txBox="1"/>
          <p:nvPr/>
        </p:nvSpPr>
        <p:spPr>
          <a:xfrm>
            <a:off x="6044801" y="611322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C270BF51-C78B-492E-28C7-5C05537DF72A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 flipV="1">
            <a:off x="5194403" y="3938967"/>
            <a:ext cx="3907013" cy="486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96CEF17-E75E-750E-ACC5-FF72A1FF8A85}"/>
              </a:ext>
            </a:extLst>
          </p:cNvPr>
          <p:cNvGrpSpPr/>
          <p:nvPr/>
        </p:nvGrpSpPr>
        <p:grpSpPr>
          <a:xfrm>
            <a:off x="9083352" y="2202365"/>
            <a:ext cx="2643108" cy="420628"/>
            <a:chOff x="8926562" y="3206528"/>
            <a:chExt cx="2643108" cy="42062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8E3A73B-227F-5E68-E4AE-AC7DE8C68987}"/>
                </a:ext>
              </a:extLst>
            </p:cNvPr>
            <p:cNvSpPr txBox="1"/>
            <p:nvPr/>
          </p:nvSpPr>
          <p:spPr>
            <a:xfrm>
              <a:off x="9286561" y="3206528"/>
              <a:ext cx="2283109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alert script </a:t>
              </a:r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🔊</a:t>
              </a: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A2E3881C-419F-CB3E-1B95-461D4399818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72A2FC34-66D6-AB74-8A0E-E7026EB5554A}"/>
              </a:ext>
            </a:extLst>
          </p:cNvPr>
          <p:cNvSpPr txBox="1">
            <a:spLocks/>
          </p:cNvSpPr>
          <p:nvPr/>
        </p:nvSpPr>
        <p:spPr>
          <a:xfrm>
            <a:off x="7118725" y="267284"/>
            <a:ext cx="1549323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owner’s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health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emergency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contacts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14AE614-6C2B-5611-BFCA-CE3D4A6B45B8}"/>
              </a:ext>
            </a:extLst>
          </p:cNvPr>
          <p:cNvSpPr txBox="1"/>
          <p:nvPr/>
        </p:nvSpPr>
        <p:spPr>
          <a:xfrm>
            <a:off x="9011352" y="2640549"/>
            <a:ext cx="3133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group phone call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alert health insurance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C26C10D-657D-4595-5BCD-C576B9A7F083}"/>
              </a:ext>
            </a:extLst>
          </p:cNvPr>
          <p:cNvGrpSpPr/>
          <p:nvPr/>
        </p:nvGrpSpPr>
        <p:grpSpPr>
          <a:xfrm>
            <a:off x="5747887" y="4391622"/>
            <a:ext cx="2832698" cy="707886"/>
            <a:chOff x="3075933" y="3642055"/>
            <a:chExt cx="2832698" cy="70788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5AA89E8-CF8A-B36C-4AC2-15D1A3BA3475}"/>
                </a:ext>
              </a:extLst>
            </p:cNvPr>
            <p:cNvSpPr txBox="1"/>
            <p:nvPr/>
          </p:nvSpPr>
          <p:spPr>
            <a:xfrm>
              <a:off x="3075933" y="3642055"/>
              <a:ext cx="283269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guest’s location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guest’s contacts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3AA2F02-38FA-8EBF-6467-619912ADC7D1}"/>
                </a:ext>
              </a:extLst>
            </p:cNvPr>
            <p:cNvSpPr txBox="1"/>
            <p:nvPr/>
          </p:nvSpPr>
          <p:spPr>
            <a:xfrm>
              <a:off x="5042901" y="3697651"/>
              <a:ext cx="621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📍</a:t>
              </a:r>
              <a:endParaRPr lang="en-US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D549AC21-1013-85EC-07EE-12C4A5DFED7D}"/>
              </a:ext>
            </a:extLst>
          </p:cNvPr>
          <p:cNvSpPr txBox="1"/>
          <p:nvPr/>
        </p:nvSpPr>
        <p:spPr>
          <a:xfrm>
            <a:off x="5455524" y="1170104"/>
            <a:ext cx="10296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dirty="0"/>
              <a:t>🤕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8EC1672-879E-4912-ED2B-CB795CD38BA5}"/>
              </a:ext>
            </a:extLst>
          </p:cNvPr>
          <p:cNvGrpSpPr/>
          <p:nvPr/>
        </p:nvGrpSpPr>
        <p:grpSpPr>
          <a:xfrm>
            <a:off x="356710" y="3424269"/>
            <a:ext cx="1937537" cy="1038741"/>
            <a:chOff x="7507403" y="1006813"/>
            <a:chExt cx="691415" cy="103874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3893087-22C8-1A4B-F178-27A1DEF2DDF3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0039B92-AB24-8DDE-F7E2-8C1FECC39170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28" name="Straight Arrow Connector 12">
            <a:extLst>
              <a:ext uri="{FF2B5EF4-FFF2-40B4-BE49-F238E27FC236}">
                <a16:creationId xmlns:a16="http://schemas.microsoft.com/office/drawing/2014/main" id="{86183CB7-0F35-67F1-B04F-A80E3C8E3F49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3244044" y="1580252"/>
            <a:ext cx="319578" cy="184874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BF0B042-C2B9-EF66-10D7-3A4AB9B338DC}"/>
              </a:ext>
            </a:extLst>
          </p:cNvPr>
          <p:cNvGrpSpPr/>
          <p:nvPr/>
        </p:nvGrpSpPr>
        <p:grpSpPr>
          <a:xfrm>
            <a:off x="9101416" y="3419596"/>
            <a:ext cx="2283109" cy="1038741"/>
            <a:chOff x="8793406" y="3255967"/>
            <a:chExt cx="2283109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4B78A95-8415-CFB0-B692-CA82422AD1C1}"/>
                </a:ext>
              </a:extLst>
            </p:cNvPr>
            <p:cNvGrpSpPr/>
            <p:nvPr/>
          </p:nvGrpSpPr>
          <p:grpSpPr>
            <a:xfrm>
              <a:off x="8793406" y="3255967"/>
              <a:ext cx="2283109" cy="1038741"/>
              <a:chOff x="6104397" y="5100898"/>
              <a:chExt cx="4044668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30772F-33E9-2C12-2520-0D82B05DC315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🎩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63CDBA8-D95D-9C74-9D71-8D57C9931000}"/>
                  </a:ext>
                </a:extLst>
              </p:cNvPr>
              <p:cNvSpPr/>
              <p:nvPr/>
            </p:nvSpPr>
            <p:spPr>
              <a:xfrm>
                <a:off x="6104397" y="5100898"/>
                <a:ext cx="4044668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🤕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owner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bound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8685586-7D37-2BD1-09AA-C5F532082A50}"/>
                </a:ext>
              </a:extLst>
            </p:cNvPr>
            <p:cNvSpPr txBox="1"/>
            <p:nvPr/>
          </p:nvSpPr>
          <p:spPr>
            <a:xfrm>
              <a:off x="8865406" y="3255967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cxnSp>
        <p:nvCxnSpPr>
          <p:cNvPr id="155" name="Straight Arrow Connector 12">
            <a:extLst>
              <a:ext uri="{FF2B5EF4-FFF2-40B4-BE49-F238E27FC236}">
                <a16:creationId xmlns:a16="http://schemas.microsoft.com/office/drawing/2014/main" id="{5115D81B-8D68-AEF2-6D41-8EA2617EC351}"/>
              </a:ext>
            </a:extLst>
          </p:cNvPr>
          <p:cNvCxnSpPr>
            <a:cxnSpLocks/>
          </p:cNvCxnSpPr>
          <p:nvPr/>
        </p:nvCxnSpPr>
        <p:spPr>
          <a:xfrm flipV="1">
            <a:off x="857490" y="2266989"/>
            <a:ext cx="0" cy="116873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3868C20-468D-DCB9-432E-9143F68BE307}"/>
              </a:ext>
            </a:extLst>
          </p:cNvPr>
          <p:cNvGrpSpPr/>
          <p:nvPr/>
        </p:nvGrpSpPr>
        <p:grpSpPr>
          <a:xfrm>
            <a:off x="354907" y="934716"/>
            <a:ext cx="3441781" cy="1446550"/>
            <a:chOff x="4435976" y="5013532"/>
            <a:chExt cx="3441781" cy="1446550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0BA165D-DC6C-EF51-3ABB-092A094FBDC5}"/>
                </a:ext>
              </a:extLst>
            </p:cNvPr>
            <p:cNvGrpSpPr/>
            <p:nvPr/>
          </p:nvGrpSpPr>
          <p:grpSpPr>
            <a:xfrm>
              <a:off x="4435977" y="5019796"/>
              <a:ext cx="3441780" cy="1278544"/>
              <a:chOff x="-232031" y="2048208"/>
              <a:chExt cx="3441780" cy="127854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642141F-D394-310E-0B6C-01597244AF5B}"/>
                  </a:ext>
                </a:extLst>
              </p:cNvPr>
              <p:cNvSpPr/>
              <p:nvPr/>
            </p:nvSpPr>
            <p:spPr>
              <a:xfrm>
                <a:off x="-232031" y="2048208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9049476-62D6-A4E4-42B2-5138198CC986}"/>
                  </a:ext>
                </a:extLst>
              </p:cNvPr>
              <p:cNvSpPr txBox="1"/>
              <p:nvPr/>
            </p:nvSpPr>
            <p:spPr>
              <a:xfrm flipH="1">
                <a:off x="2937779" y="2939979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1F6C2BA-489E-A9A9-B3EE-8471FDB36D98}"/>
                </a:ext>
              </a:extLst>
            </p:cNvPr>
            <p:cNvSpPr txBox="1"/>
            <p:nvPr/>
          </p:nvSpPr>
          <p:spPr>
            <a:xfrm>
              <a:off x="4435976" y="501353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  <a:endParaRPr lang="en-GB" sz="8800" dirty="0"/>
            </a:p>
          </p:txBody>
        </p:sp>
        <p:sp>
          <p:nvSpPr>
            <p:cNvPr id="162" name="Content Placeholder 2">
              <a:extLst>
                <a:ext uri="{FF2B5EF4-FFF2-40B4-BE49-F238E27FC236}">
                  <a16:creationId xmlns:a16="http://schemas.microsoft.com/office/drawing/2014/main" id="{3D83E677-15AD-ECF3-4839-279001180B54}"/>
                </a:ext>
              </a:extLst>
            </p:cNvPr>
            <p:cNvSpPr txBox="1">
              <a:spLocks/>
            </p:cNvSpPr>
            <p:nvPr/>
          </p:nvSpPr>
          <p:spPr>
            <a:xfrm>
              <a:off x="4457556" y="504761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CD813E8-B375-F843-8219-A6DA632F7B0A}"/>
                </a:ext>
              </a:extLst>
            </p:cNvPr>
            <p:cNvSpPr/>
            <p:nvPr/>
          </p:nvSpPr>
          <p:spPr>
            <a:xfrm>
              <a:off x="5458784" y="5101185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64B661D-7703-0D70-5030-F27F5A90059E}"/>
                </a:ext>
              </a:extLst>
            </p:cNvPr>
            <p:cNvSpPr/>
            <p:nvPr/>
          </p:nvSpPr>
          <p:spPr>
            <a:xfrm>
              <a:off x="6095167" y="57464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988C500-39F1-0BBC-0C9B-8CFDB9BBBE7A}"/>
                </a:ext>
              </a:extLst>
            </p:cNvPr>
            <p:cNvSpPr/>
            <p:nvPr/>
          </p:nvSpPr>
          <p:spPr>
            <a:xfrm>
              <a:off x="6727440" y="5746490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6C55330-5884-55D2-645B-7B6F897D0E0D}"/>
                </a:ext>
              </a:extLst>
            </p:cNvPr>
            <p:cNvSpPr/>
            <p:nvPr/>
          </p:nvSpPr>
          <p:spPr>
            <a:xfrm>
              <a:off x="5455212" y="57464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FB33134-0B27-BA9D-8AC4-9EEC1337D48D}"/>
                </a:ext>
              </a:extLst>
            </p:cNvPr>
            <p:cNvSpPr txBox="1"/>
            <p:nvPr/>
          </p:nvSpPr>
          <p:spPr>
            <a:xfrm>
              <a:off x="5441726" y="5617320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BB929A6-D3D9-A068-72E1-70D601F29DB2}"/>
              </a:ext>
            </a:extLst>
          </p:cNvPr>
          <p:cNvGrpSpPr/>
          <p:nvPr/>
        </p:nvGrpSpPr>
        <p:grpSpPr>
          <a:xfrm>
            <a:off x="1009809" y="2910765"/>
            <a:ext cx="2210384" cy="400110"/>
            <a:chOff x="8926562" y="3216153"/>
            <a:chExt cx="2210384" cy="400110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643E728-B4C4-59B0-F080-3FC8670755A7}"/>
                </a:ext>
              </a:extLst>
            </p:cNvPr>
            <p:cNvSpPr txBox="1"/>
            <p:nvPr/>
          </p:nvSpPr>
          <p:spPr>
            <a:xfrm>
              <a:off x="9286561" y="3216153"/>
              <a:ext cx="18503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58A23BA9-7A92-07FD-C96F-A793A8925E8B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D091DB33-AFCD-EEC0-8AC4-775EF470E22E}"/>
              </a:ext>
            </a:extLst>
          </p:cNvPr>
          <p:cNvSpPr txBox="1"/>
          <p:nvPr/>
        </p:nvSpPr>
        <p:spPr>
          <a:xfrm>
            <a:off x="7187549" y="1682467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BD3C099-469D-8E9A-6874-20DB569A309C}"/>
              </a:ext>
            </a:extLst>
          </p:cNvPr>
          <p:cNvSpPr txBox="1"/>
          <p:nvPr/>
        </p:nvSpPr>
        <p:spPr>
          <a:xfrm>
            <a:off x="7828669" y="1672843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624796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6803-2F11-61B6-23F9-61067B37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B3E6C94-CA88-51FE-585D-21E3CC08AF2A}"/>
              </a:ext>
            </a:extLst>
          </p:cNvPr>
          <p:cNvSpPr/>
          <p:nvPr/>
        </p:nvSpPr>
        <p:spPr>
          <a:xfrm>
            <a:off x="4063791" y="278213"/>
            <a:ext cx="1086416" cy="19996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8870435-AF76-6853-1AE4-CDFC6C437215}"/>
              </a:ext>
            </a:extLst>
          </p:cNvPr>
          <p:cNvGrpSpPr/>
          <p:nvPr/>
        </p:nvGrpSpPr>
        <p:grpSpPr>
          <a:xfrm>
            <a:off x="4095973" y="676918"/>
            <a:ext cx="1013609" cy="1573754"/>
            <a:chOff x="3191637" y="1059477"/>
            <a:chExt cx="1013609" cy="157375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16837E-D7F6-1748-CE95-6385C1A62D5C}"/>
                </a:ext>
              </a:extLst>
            </p:cNvPr>
            <p:cNvSpPr txBox="1"/>
            <p:nvPr/>
          </p:nvSpPr>
          <p:spPr>
            <a:xfrm>
              <a:off x="3200080" y="105947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089295-0ADD-1217-CEF2-FB2D78EE4A27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8C42EE76-C034-F3DC-790D-E7ACC3042C97}"/>
                </a:ext>
              </a:extLst>
            </p:cNvPr>
            <p:cNvSpPr txBox="1">
              <a:spLocks/>
            </p:cNvSpPr>
            <p:nvPr/>
          </p:nvSpPr>
          <p:spPr>
            <a:xfrm>
              <a:off x="3191637" y="2233121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75253FFE-17EB-87A1-D27A-C43FBEEE25C9}"/>
              </a:ext>
            </a:extLst>
          </p:cNvPr>
          <p:cNvCxnSpPr>
            <a:cxnSpLocks/>
            <a:stCxn id="49" idx="0"/>
            <a:endCxn id="33" idx="1"/>
          </p:cNvCxnSpPr>
          <p:nvPr/>
        </p:nvCxnSpPr>
        <p:spPr>
          <a:xfrm rot="5400000" flipH="1" flipV="1">
            <a:off x="2555107" y="-107421"/>
            <a:ext cx="240883" cy="185282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DD1E04AC-85D3-4955-38AF-476E8D90A565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>
            <a:off x="2739254" y="3612563"/>
            <a:ext cx="252384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874853-743D-F669-696E-B0C6251F43D7}"/>
              </a:ext>
            </a:extLst>
          </p:cNvPr>
          <p:cNvGrpSpPr/>
          <p:nvPr/>
        </p:nvGrpSpPr>
        <p:grpSpPr>
          <a:xfrm>
            <a:off x="846181" y="3093192"/>
            <a:ext cx="1893073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0C2437D-018D-872D-E3CB-4B155D83DE87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D4B60FB-00EE-95A0-E72D-1E1900C36F53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1042C5E-9205-8B66-E3A9-94D46093F7C9}"/>
              </a:ext>
            </a:extLst>
          </p:cNvPr>
          <p:cNvGrpSpPr/>
          <p:nvPr/>
        </p:nvGrpSpPr>
        <p:grpSpPr>
          <a:xfrm>
            <a:off x="6003326" y="877821"/>
            <a:ext cx="2131291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8FDF42D-B637-4709-BD58-E2BB194D729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6517188-A818-41FF-E6F6-FD3A5BF8B91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5DB7F944-DF78-4A27-A403-E81BCC057489}"/>
              </a:ext>
            </a:extLst>
          </p:cNvPr>
          <p:cNvCxnSpPr>
            <a:cxnSpLocks/>
          </p:cNvCxnSpPr>
          <p:nvPr/>
        </p:nvCxnSpPr>
        <p:spPr>
          <a:xfrm flipV="1">
            <a:off x="6385579" y="1916562"/>
            <a:ext cx="0" cy="11822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FEC5FF-3442-765B-FD4E-8A889EEFE317}"/>
              </a:ext>
            </a:extLst>
          </p:cNvPr>
          <p:cNvGrpSpPr/>
          <p:nvPr/>
        </p:nvGrpSpPr>
        <p:grpSpPr>
          <a:xfrm>
            <a:off x="6003326" y="364372"/>
            <a:ext cx="2033505" cy="400110"/>
            <a:chOff x="2308996" y="2158416"/>
            <a:chExt cx="2033505" cy="40011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8271D28D-5A8F-E08A-2136-38028D71990F}"/>
                </a:ext>
              </a:extLst>
            </p:cNvPr>
            <p:cNvSpPr/>
            <p:nvPr/>
          </p:nvSpPr>
          <p:spPr>
            <a:xfrm>
              <a:off x="2308996" y="2197649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1EECADBD-0B84-63D7-442C-30397288945B}"/>
                </a:ext>
              </a:extLst>
            </p:cNvPr>
            <p:cNvSpPr txBox="1">
              <a:spLocks/>
            </p:cNvSpPr>
            <p:nvPr/>
          </p:nvSpPr>
          <p:spPr>
            <a:xfrm>
              <a:off x="2694294" y="2158416"/>
              <a:ext cx="16482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2FCC60E-022D-8DBB-9740-025CFF537243}"/>
              </a:ext>
            </a:extLst>
          </p:cNvPr>
          <p:cNvGrpSpPr/>
          <p:nvPr/>
        </p:nvGrpSpPr>
        <p:grpSpPr>
          <a:xfrm>
            <a:off x="304567" y="441920"/>
            <a:ext cx="1702660" cy="400110"/>
            <a:chOff x="8926562" y="3216153"/>
            <a:chExt cx="1702660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60C25FD-B56F-358A-229F-751136C45AD8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02CF4E5F-1193-1244-0091-712F5B2D64B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BB243E7F-C599-829B-AEF0-63465726CC22}"/>
              </a:ext>
            </a:extLst>
          </p:cNvPr>
          <p:cNvSpPr txBox="1"/>
          <p:nvPr/>
        </p:nvSpPr>
        <p:spPr>
          <a:xfrm>
            <a:off x="4643566" y="1309828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D5BC34AB-C945-8EE6-670E-A68D9B5C5246}"/>
              </a:ext>
            </a:extLst>
          </p:cNvPr>
          <p:cNvCxnSpPr>
            <a:cxnSpLocks/>
            <a:endCxn id="65" idx="0"/>
          </p:cNvCxnSpPr>
          <p:nvPr/>
        </p:nvCxnSpPr>
        <p:spPr>
          <a:xfrm flipH="1">
            <a:off x="1792718" y="2232857"/>
            <a:ext cx="977" cy="8603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07B4684-48C2-C4F7-C1EA-DC4CCCC879A2}"/>
              </a:ext>
            </a:extLst>
          </p:cNvPr>
          <p:cNvGrpSpPr/>
          <p:nvPr/>
        </p:nvGrpSpPr>
        <p:grpSpPr>
          <a:xfrm>
            <a:off x="2954268" y="3739502"/>
            <a:ext cx="3192697" cy="400110"/>
            <a:chOff x="8926562" y="3216153"/>
            <a:chExt cx="3192697" cy="40011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2AF7ADD-C372-F293-4A87-66D6029E3FB5}"/>
                </a:ext>
              </a:extLst>
            </p:cNvPr>
            <p:cNvSpPr txBox="1"/>
            <p:nvPr/>
          </p:nvSpPr>
          <p:spPr>
            <a:xfrm>
              <a:off x="9286561" y="3216153"/>
              <a:ext cx="28326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access</a:t>
              </a:r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27936B6F-F4DF-7D34-0D23-E1117F96FC4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E180199-12D7-9DD6-CC0C-F72F1795CC64}"/>
              </a:ext>
            </a:extLst>
          </p:cNvPr>
          <p:cNvGrpSpPr/>
          <p:nvPr/>
        </p:nvGrpSpPr>
        <p:grpSpPr>
          <a:xfrm>
            <a:off x="1945456" y="2353840"/>
            <a:ext cx="1879278" cy="707886"/>
            <a:chOff x="8926562" y="3216153"/>
            <a:chExt cx="1879278" cy="7078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D49C8B5-7CD7-FFF8-412B-83ACBE7B22C0}"/>
                </a:ext>
              </a:extLst>
            </p:cNvPr>
            <p:cNvSpPr txBox="1"/>
            <p:nvPr/>
          </p:nvSpPr>
          <p:spPr>
            <a:xfrm>
              <a:off x="9286561" y="3216153"/>
              <a:ext cx="151927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see landing description</a:t>
              </a: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205E1DA8-0DDC-7B23-E276-F22C22849FB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2BCAB378-60A8-88E2-2B2B-9C3A2BB0B2D1}"/>
              </a:ext>
            </a:extLst>
          </p:cNvPr>
          <p:cNvCxnSpPr>
            <a:cxnSpLocks/>
            <a:stCxn id="87" idx="1"/>
            <a:endCxn id="29" idx="3"/>
          </p:cNvCxnSpPr>
          <p:nvPr/>
        </p:nvCxnSpPr>
        <p:spPr>
          <a:xfrm flipH="1">
            <a:off x="5149009" y="1397192"/>
            <a:ext cx="854317" cy="454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6E8DF9-FA6A-74BE-9091-197615B79AB5}"/>
              </a:ext>
            </a:extLst>
          </p:cNvPr>
          <p:cNvSpPr txBox="1"/>
          <p:nvPr/>
        </p:nvSpPr>
        <p:spPr>
          <a:xfrm>
            <a:off x="218143" y="6278524"/>
            <a:ext cx="274754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Misplaced phone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9AF104-7E20-A5A4-CD26-257085CB3F9C}"/>
              </a:ext>
            </a:extLst>
          </p:cNvPr>
          <p:cNvSpPr/>
          <p:nvPr/>
        </p:nvSpPr>
        <p:spPr>
          <a:xfrm>
            <a:off x="3601961" y="438752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107C0E-8D41-E4AA-004D-9B244B53C6DB}"/>
              </a:ext>
            </a:extLst>
          </p:cNvPr>
          <p:cNvSpPr txBox="1"/>
          <p:nvPr/>
        </p:nvSpPr>
        <p:spPr>
          <a:xfrm>
            <a:off x="2954268" y="181263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830CE1-8624-F331-C7AE-B40F30821B36}"/>
              </a:ext>
            </a:extLst>
          </p:cNvPr>
          <p:cNvGrpSpPr/>
          <p:nvPr/>
        </p:nvGrpSpPr>
        <p:grpSpPr>
          <a:xfrm>
            <a:off x="5263098" y="3093193"/>
            <a:ext cx="2283109" cy="1038741"/>
            <a:chOff x="6104397" y="5100898"/>
            <a:chExt cx="4044668" cy="10387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6BC4BC-7958-01FA-EC4A-9F6EB4283608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0FA7B3-9202-7943-D95B-C0B8BC4AB9E0}"/>
                </a:ext>
              </a:extLst>
            </p:cNvPr>
            <p:cNvSpPr/>
            <p:nvPr/>
          </p:nvSpPr>
          <p:spPr>
            <a:xfrm>
              <a:off x="6104397" y="5100898"/>
              <a:ext cx="40446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B48BA01-4229-E1B9-32C7-44BE81AB2B30}"/>
              </a:ext>
            </a:extLst>
          </p:cNvPr>
          <p:cNvSpPr txBox="1"/>
          <p:nvPr/>
        </p:nvSpPr>
        <p:spPr>
          <a:xfrm flipH="1">
            <a:off x="7082451" y="3098852"/>
            <a:ext cx="53130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C3975-2816-EC42-E8DE-C6447DB4D30C}"/>
              </a:ext>
            </a:extLst>
          </p:cNvPr>
          <p:cNvSpPr txBox="1"/>
          <p:nvPr/>
        </p:nvSpPr>
        <p:spPr>
          <a:xfrm>
            <a:off x="4783524" y="1217071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FB4C9A6-5283-9741-0480-A2D34516EC5B}"/>
              </a:ext>
            </a:extLst>
          </p:cNvPr>
          <p:cNvGrpSpPr/>
          <p:nvPr/>
        </p:nvGrpSpPr>
        <p:grpSpPr>
          <a:xfrm>
            <a:off x="304567" y="905348"/>
            <a:ext cx="2889136" cy="1446550"/>
            <a:chOff x="8887865" y="750664"/>
            <a:chExt cx="2889136" cy="144655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0BB2856-2D50-9EE1-39DB-03761D614D0E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09450DB-0FF0-45BF-2786-FD424F70D86B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BAB9846-C8B8-1A3C-4FF9-AC547B22E1F9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61DE47C-4097-1D51-9DBD-879A07BE9368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D64BCF3-E9F9-657D-3CED-D37F3490B709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3EF61BC9-DB86-A0ED-426E-36BC7BF3E8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306E19E-E386-09FF-290A-5DCA982C26AE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480EEC0-8C48-674B-3E3A-E04AAB1E8596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66CD05F-1A6D-E39B-0BC3-1965B73F482C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376C426-E2D9-4140-D97F-7FA87FD460D7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DBF91B1-9978-D28E-BEED-AEB5BBF25E0D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AF468D0-6634-AC43-FBBF-5B65FEEB9A35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93C9D02-2DEF-2674-FF9E-E2EC9DEF7B2E}"/>
              </a:ext>
            </a:extLst>
          </p:cNvPr>
          <p:cNvGrpSpPr/>
          <p:nvPr/>
        </p:nvGrpSpPr>
        <p:grpSpPr>
          <a:xfrm>
            <a:off x="9307630" y="314035"/>
            <a:ext cx="2643108" cy="420628"/>
            <a:chOff x="8926562" y="3206528"/>
            <a:chExt cx="2643108" cy="42062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482B164-401E-3CEF-297D-E68A511623CA}"/>
                </a:ext>
              </a:extLst>
            </p:cNvPr>
            <p:cNvSpPr txBox="1"/>
            <p:nvPr/>
          </p:nvSpPr>
          <p:spPr>
            <a:xfrm>
              <a:off x="9286561" y="3206528"/>
              <a:ext cx="2283109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ring my phone </a:t>
              </a:r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🔊</a:t>
              </a: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96DBAAAA-DD2C-1795-9B6B-E56BEA461A3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AA928F-A627-58A9-C5AC-B8A8321B9413}"/>
              </a:ext>
            </a:extLst>
          </p:cNvPr>
          <p:cNvGrpSpPr/>
          <p:nvPr/>
        </p:nvGrpSpPr>
        <p:grpSpPr>
          <a:xfrm>
            <a:off x="9270004" y="852930"/>
            <a:ext cx="2020661" cy="1735142"/>
            <a:chOff x="9866770" y="1594075"/>
            <a:chExt cx="2020661" cy="173514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594A178-3077-791E-30C9-D0AA07655B47}"/>
                </a:ext>
              </a:extLst>
            </p:cNvPr>
            <p:cNvGrpSpPr/>
            <p:nvPr/>
          </p:nvGrpSpPr>
          <p:grpSpPr>
            <a:xfrm>
              <a:off x="9904396" y="1594075"/>
              <a:ext cx="1963553" cy="1735142"/>
              <a:chOff x="6504696" y="-195880"/>
              <a:chExt cx="1963553" cy="173514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5372A92-EF81-9513-BAF7-1CF60AB45517}"/>
                  </a:ext>
                </a:extLst>
              </p:cNvPr>
              <p:cNvSpPr/>
              <p:nvPr/>
            </p:nvSpPr>
            <p:spPr>
              <a:xfrm>
                <a:off x="6504696" y="-195880"/>
                <a:ext cx="1963553" cy="165937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0BF9CE3-47F7-97E0-029D-92E6941BA452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F4F37DD-E383-3E7B-74C8-1C727CA345B6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E98C3D7-4F08-BBD7-CCBC-038F3D411166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662CC3C-A9DF-8060-6488-D97082131AAB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1B314A-3B9D-D012-D91B-A9DD676460E6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FC1E182-7680-5953-88BD-F4C13F5AD112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C76335DF-6AAC-51FA-2E49-6E38271A9AB7}"/>
                </a:ext>
              </a:extLst>
            </p:cNvPr>
            <p:cNvSpPr txBox="1">
              <a:spLocks/>
            </p:cNvSpPr>
            <p:nvPr/>
          </p:nvSpPr>
          <p:spPr>
            <a:xfrm>
              <a:off x="9866770" y="1609173"/>
              <a:ext cx="202066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owner’s phone</a:t>
              </a:r>
            </a:p>
          </p:txBody>
        </p:sp>
      </p:grp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1D0EF26B-2FF6-FA67-3362-760CFC2BB82F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7555832" y="3602835"/>
            <a:ext cx="1742488" cy="972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C6253F-EFCA-1DC1-F605-12CC929235C5}"/>
              </a:ext>
            </a:extLst>
          </p:cNvPr>
          <p:cNvGrpSpPr/>
          <p:nvPr/>
        </p:nvGrpSpPr>
        <p:grpSpPr>
          <a:xfrm>
            <a:off x="7689583" y="3731823"/>
            <a:ext cx="1563313" cy="400110"/>
            <a:chOff x="8926562" y="3216153"/>
            <a:chExt cx="1563313" cy="4001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E8F662-7320-47EE-08B1-BB9DAD0FDF11}"/>
                </a:ext>
              </a:extLst>
            </p:cNvPr>
            <p:cNvSpPr txBox="1"/>
            <p:nvPr/>
          </p:nvSpPr>
          <p:spPr>
            <a:xfrm>
              <a:off x="9286562" y="3216153"/>
              <a:ext cx="12033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contact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A9469A6-6AB6-3D81-14DA-62B671A2FE2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F741D12-AC16-293D-572B-DEFFE17C2AD8}"/>
              </a:ext>
            </a:extLst>
          </p:cNvPr>
          <p:cNvSpPr/>
          <p:nvPr/>
        </p:nvSpPr>
        <p:spPr>
          <a:xfrm>
            <a:off x="9298320" y="3083464"/>
            <a:ext cx="2502253" cy="10387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owner’s contacts</a:t>
            </a:r>
          </a:p>
        </p:txBody>
      </p: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34014295-5B77-BE1F-53B2-FA468F42D2AF}"/>
              </a:ext>
            </a:extLst>
          </p:cNvPr>
          <p:cNvCxnSpPr>
            <a:cxnSpLocks/>
            <a:stCxn id="16" idx="0"/>
            <a:endCxn id="69" idx="1"/>
          </p:cNvCxnSpPr>
          <p:nvPr/>
        </p:nvCxnSpPr>
        <p:spPr>
          <a:xfrm rot="5400000" flipH="1" flipV="1">
            <a:off x="7915874" y="1635583"/>
            <a:ext cx="895500" cy="203103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D34C25E-898A-3531-635A-5BD6183B01C0}"/>
              </a:ext>
            </a:extLst>
          </p:cNvPr>
          <p:cNvSpPr txBox="1"/>
          <p:nvPr/>
        </p:nvSpPr>
        <p:spPr>
          <a:xfrm>
            <a:off x="9840245" y="3499599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5A2519-4D42-907C-A9BA-C886532C0046}"/>
              </a:ext>
            </a:extLst>
          </p:cNvPr>
          <p:cNvSpPr txBox="1"/>
          <p:nvPr/>
        </p:nvSpPr>
        <p:spPr>
          <a:xfrm>
            <a:off x="10461909" y="3499601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👨‍💼</a:t>
            </a:r>
            <a:endParaRPr lang="en-US" sz="48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A26BF5-778E-D8F6-79D7-E35327F1F178}"/>
              </a:ext>
            </a:extLst>
          </p:cNvPr>
          <p:cNvSpPr txBox="1"/>
          <p:nvPr/>
        </p:nvSpPr>
        <p:spPr>
          <a:xfrm>
            <a:off x="9224853" y="3499600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🧑‍💼</a:t>
            </a:r>
            <a:endParaRPr lang="en-US" sz="48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CEA82D-87BA-F495-C6F9-5CA22608A436}"/>
              </a:ext>
            </a:extLst>
          </p:cNvPr>
          <p:cNvSpPr txBox="1"/>
          <p:nvPr/>
        </p:nvSpPr>
        <p:spPr>
          <a:xfrm>
            <a:off x="11049258" y="3499600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065603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7E77D-A2EC-57C1-5AB0-9EC6961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6CC0178-3078-9BBD-A846-A2D8B220FCA0}"/>
              </a:ext>
            </a:extLst>
          </p:cNvPr>
          <p:cNvSpPr/>
          <p:nvPr/>
        </p:nvSpPr>
        <p:spPr>
          <a:xfrm>
            <a:off x="7208043" y="610478"/>
            <a:ext cx="1086416" cy="203065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3689C7-F5FA-8B3F-562B-A54CCF05FCE8}"/>
              </a:ext>
            </a:extLst>
          </p:cNvPr>
          <p:cNvGrpSpPr/>
          <p:nvPr/>
        </p:nvGrpSpPr>
        <p:grpSpPr>
          <a:xfrm>
            <a:off x="7239962" y="326965"/>
            <a:ext cx="1005166" cy="2261521"/>
            <a:chOff x="3200080" y="385707"/>
            <a:chExt cx="1005166" cy="22615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1501AB-D266-335B-8918-000E0D39B171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F5B687-1D94-D835-B043-F7CF3386DE85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6DA852-5682-7688-858B-590F3FBEB28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BC42F781-B829-9CF3-E035-1B245941AEDE}"/>
                </a:ext>
              </a:extLst>
            </p:cNvPr>
            <p:cNvSpPr txBox="1">
              <a:spLocks/>
            </p:cNvSpPr>
            <p:nvPr/>
          </p:nvSpPr>
          <p:spPr>
            <a:xfrm>
              <a:off x="3220784" y="2247118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0F25C-14CF-6E9E-EB31-6C88442CD1C8}"/>
              </a:ext>
            </a:extLst>
          </p:cNvPr>
          <p:cNvSpPr/>
          <p:nvPr/>
        </p:nvSpPr>
        <p:spPr>
          <a:xfrm>
            <a:off x="6746213" y="1644078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0AD3F179-644A-3B3E-B9BB-E8F219D646FE}"/>
              </a:ext>
            </a:extLst>
          </p:cNvPr>
          <p:cNvCxnSpPr>
            <a:cxnSpLocks/>
            <a:stCxn id="33" idx="1"/>
            <a:endCxn id="198" idx="1"/>
          </p:cNvCxnSpPr>
          <p:nvPr/>
        </p:nvCxnSpPr>
        <p:spPr>
          <a:xfrm flipH="1" flipV="1">
            <a:off x="4666759" y="1899438"/>
            <a:ext cx="2079454" cy="443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97AB28A5-F3DC-6627-8937-531D4B9D8B1E}"/>
              </a:ext>
            </a:extLst>
          </p:cNvPr>
          <p:cNvCxnSpPr>
            <a:cxnSpLocks/>
            <a:stCxn id="136" idx="3"/>
            <a:endCxn id="5" idx="1"/>
          </p:cNvCxnSpPr>
          <p:nvPr/>
        </p:nvCxnSpPr>
        <p:spPr>
          <a:xfrm flipV="1">
            <a:off x="2978331" y="4499351"/>
            <a:ext cx="4334623" cy="7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ED7C30A-006E-598A-2571-1D8B81DAB4AA}"/>
              </a:ext>
            </a:extLst>
          </p:cNvPr>
          <p:cNvGrpSpPr/>
          <p:nvPr/>
        </p:nvGrpSpPr>
        <p:grpSpPr>
          <a:xfrm>
            <a:off x="4919412" y="3082901"/>
            <a:ext cx="1893073" cy="1038741"/>
            <a:chOff x="6288851" y="5100898"/>
            <a:chExt cx="3689062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16E8F56-F866-B941-C0CC-903A0BA6B82A}"/>
                </a:ext>
              </a:extLst>
            </p:cNvPr>
            <p:cNvSpPr/>
            <p:nvPr/>
          </p:nvSpPr>
          <p:spPr>
            <a:xfrm>
              <a:off x="6429798" y="5498937"/>
              <a:ext cx="34173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33D7F17-03F6-14BB-7A2F-2179C881D49B}"/>
                </a:ext>
              </a:extLst>
            </p:cNvPr>
            <p:cNvSpPr/>
            <p:nvPr/>
          </p:nvSpPr>
          <p:spPr>
            <a:xfrm>
              <a:off x="6288851" y="5100898"/>
              <a:ext cx="3689062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23817CA-056C-977A-318B-E13DC4C0E328}"/>
              </a:ext>
            </a:extLst>
          </p:cNvPr>
          <p:cNvGrpSpPr/>
          <p:nvPr/>
        </p:nvGrpSpPr>
        <p:grpSpPr>
          <a:xfrm>
            <a:off x="9373251" y="610478"/>
            <a:ext cx="1937537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879C91-9AA4-4A70-89C7-9F630A295F7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AA98834-41CA-ED89-994C-DEE7A0ADE91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C6B9BF8C-A97E-A81D-5B88-3EC9B2EC4208}"/>
              </a:ext>
            </a:extLst>
          </p:cNvPr>
          <p:cNvCxnSpPr>
            <a:cxnSpLocks/>
            <a:stCxn id="6" idx="0"/>
            <a:endCxn id="87" idx="2"/>
          </p:cNvCxnSpPr>
          <p:nvPr/>
        </p:nvCxnSpPr>
        <p:spPr>
          <a:xfrm flipH="1" flipV="1">
            <a:off x="10342020" y="1649219"/>
            <a:ext cx="2603" cy="272653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B956AF8-0A01-E0CE-95A5-FE6C3F222622}"/>
              </a:ext>
            </a:extLst>
          </p:cNvPr>
          <p:cNvSpPr/>
          <p:nvPr/>
        </p:nvSpPr>
        <p:spPr>
          <a:xfrm>
            <a:off x="9826134" y="289917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6AFAF4-C9D9-5EE1-56E4-779DFC5E42E3}"/>
              </a:ext>
            </a:extLst>
          </p:cNvPr>
          <p:cNvGrpSpPr/>
          <p:nvPr/>
        </p:nvGrpSpPr>
        <p:grpSpPr>
          <a:xfrm>
            <a:off x="5638616" y="2002805"/>
            <a:ext cx="1702660" cy="400110"/>
            <a:chOff x="8926562" y="3216153"/>
            <a:chExt cx="1702660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4BB287-0B06-55B7-B222-EAC00F38B84A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30A46FE4-B5A8-D76C-08DB-C628E43168D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852B6805-70BB-7124-6776-142CB23DEACC}"/>
              </a:ext>
            </a:extLst>
          </p:cNvPr>
          <p:cNvSpPr txBox="1"/>
          <p:nvPr/>
        </p:nvSpPr>
        <p:spPr>
          <a:xfrm>
            <a:off x="6854167" y="1639255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94AB10D7-066C-FE07-6292-ECC93A6C6B19}"/>
              </a:ext>
            </a:extLst>
          </p:cNvPr>
          <p:cNvCxnSpPr>
            <a:cxnSpLocks/>
            <a:stCxn id="87" idx="1"/>
            <a:endCxn id="103" idx="3"/>
          </p:cNvCxnSpPr>
          <p:nvPr/>
        </p:nvCxnSpPr>
        <p:spPr>
          <a:xfrm flipH="1" flipV="1">
            <a:off x="8294460" y="1127806"/>
            <a:ext cx="1078791" cy="20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6DF8145C-9AF0-B49D-1829-F57FCEC64F85}"/>
              </a:ext>
            </a:extLst>
          </p:cNvPr>
          <p:cNvGrpSpPr/>
          <p:nvPr/>
        </p:nvGrpSpPr>
        <p:grpSpPr>
          <a:xfrm>
            <a:off x="7312954" y="3979980"/>
            <a:ext cx="3825312" cy="1038741"/>
            <a:chOff x="7164906" y="3569071"/>
            <a:chExt cx="3825312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8C4354-D657-9F38-A001-26D94F2A33FD}"/>
                </a:ext>
              </a:extLst>
            </p:cNvPr>
            <p:cNvGrpSpPr/>
            <p:nvPr/>
          </p:nvGrpSpPr>
          <p:grpSpPr>
            <a:xfrm>
              <a:off x="7164906" y="3569071"/>
              <a:ext cx="3825312" cy="1038741"/>
              <a:chOff x="6104399" y="5100898"/>
              <a:chExt cx="6776774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EAF113-3763-383B-78EE-41F35483A3E0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🎩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8538A8-50E8-629A-F8E2-E2E01015A013}"/>
                  </a:ext>
                </a:extLst>
              </p:cNvPr>
              <p:cNvSpPr/>
              <p:nvPr/>
            </p:nvSpPr>
            <p:spPr>
              <a:xfrm>
                <a:off x="6104399" y="5100898"/>
                <a:ext cx="6776774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buyer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bound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8BCD4A-238E-A622-D0E5-1D2EFC3A6F71}"/>
                </a:ext>
              </a:extLst>
            </p:cNvPr>
            <p:cNvSpPr/>
            <p:nvPr/>
          </p:nvSpPr>
          <p:spPr>
            <a:xfrm>
              <a:off x="9484207" y="3964844"/>
              <a:ext cx="142473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7211AB3-DAA1-0791-4E9F-65D162CC47A2}"/>
              </a:ext>
            </a:extLst>
          </p:cNvPr>
          <p:cNvSpPr txBox="1"/>
          <p:nvPr/>
        </p:nvSpPr>
        <p:spPr>
          <a:xfrm>
            <a:off x="178670" y="6248084"/>
            <a:ext cx="707405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 with the wearable on the seller’s device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CCA931-9DE2-1BFD-5AB7-80C646E741E7}"/>
              </a:ext>
            </a:extLst>
          </p:cNvPr>
          <p:cNvSpPr txBox="1"/>
          <p:nvPr/>
        </p:nvSpPr>
        <p:spPr>
          <a:xfrm>
            <a:off x="4057311" y="1368039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88EC9E5-6BC6-C24F-A384-7A0103104B3E}"/>
              </a:ext>
            </a:extLst>
          </p:cNvPr>
          <p:cNvGrpSpPr/>
          <p:nvPr/>
        </p:nvGrpSpPr>
        <p:grpSpPr>
          <a:xfrm>
            <a:off x="2426666" y="2321518"/>
            <a:ext cx="1702660" cy="707886"/>
            <a:chOff x="8926562" y="3216153"/>
            <a:chExt cx="1702660" cy="70788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62DD536-12FB-2669-127B-D40959B702E4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total $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endPara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E5CBF481-797C-6399-EFE9-73A1CBBBC5F8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01B220-5B98-4CD5-D4DE-D34107FA2A67}"/>
              </a:ext>
            </a:extLst>
          </p:cNvPr>
          <p:cNvGrpSpPr/>
          <p:nvPr/>
        </p:nvGrpSpPr>
        <p:grpSpPr>
          <a:xfrm>
            <a:off x="3108474" y="4586163"/>
            <a:ext cx="1702660" cy="400110"/>
            <a:chOff x="8926562" y="3216153"/>
            <a:chExt cx="1702660" cy="40011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5EA765-8AF6-63F6-0DFD-01795E2D8DBF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 $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942838B-60D7-F837-0894-6145F173B10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7C3453C8-31B6-9C38-1304-0D597E44E432}"/>
              </a:ext>
            </a:extLst>
          </p:cNvPr>
          <p:cNvCxnSpPr>
            <a:cxnSpLocks/>
            <a:stCxn id="103" idx="1"/>
            <a:endCxn id="209" idx="1"/>
          </p:cNvCxnSpPr>
          <p:nvPr/>
        </p:nvCxnSpPr>
        <p:spPr>
          <a:xfrm flipH="1" flipV="1">
            <a:off x="4670795" y="1118966"/>
            <a:ext cx="2537249" cy="88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3A96749-C267-246A-3362-28B64B66843B}"/>
              </a:ext>
            </a:extLst>
          </p:cNvPr>
          <p:cNvSpPr txBox="1"/>
          <p:nvPr/>
        </p:nvSpPr>
        <p:spPr>
          <a:xfrm>
            <a:off x="7208044" y="943140"/>
            <a:ext cx="108641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1CB3D7C-E958-91D4-E351-50498836DD3B}"/>
              </a:ext>
            </a:extLst>
          </p:cNvPr>
          <p:cNvGrpSpPr/>
          <p:nvPr/>
        </p:nvGrpSpPr>
        <p:grpSpPr>
          <a:xfrm>
            <a:off x="4855182" y="1235603"/>
            <a:ext cx="1702660" cy="400110"/>
            <a:chOff x="8926562" y="3216153"/>
            <a:chExt cx="1702660" cy="40011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71047BE-B94C-5F08-A8EB-4B14A7B3AAE5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 $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30569B61-4073-105B-8057-67BA007BE860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141" name="Straight Arrow Connector 12">
            <a:extLst>
              <a:ext uri="{FF2B5EF4-FFF2-40B4-BE49-F238E27FC236}">
                <a16:creationId xmlns:a16="http://schemas.microsoft.com/office/drawing/2014/main" id="{0C9E8299-3236-E694-B74E-9573ECDCA591}"/>
              </a:ext>
            </a:extLst>
          </p:cNvPr>
          <p:cNvCxnSpPr>
            <a:cxnSpLocks/>
            <a:endCxn id="240" idx="3"/>
          </p:cNvCxnSpPr>
          <p:nvPr/>
        </p:nvCxnSpPr>
        <p:spPr>
          <a:xfrm rot="5400000" flipH="1" flipV="1">
            <a:off x="169291" y="2422627"/>
            <a:ext cx="2450069" cy="70234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939EFDAF-3ECD-BA68-700B-14AC92B04D41}"/>
              </a:ext>
            </a:extLst>
          </p:cNvPr>
          <p:cNvSpPr txBox="1">
            <a:spLocks/>
          </p:cNvSpPr>
          <p:nvPr/>
        </p:nvSpPr>
        <p:spPr>
          <a:xfrm>
            <a:off x="8676690" y="3250461"/>
            <a:ext cx="1663943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{context}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16447F09-2CF3-8A62-B41F-03FCDE858565}"/>
              </a:ext>
            </a:extLst>
          </p:cNvPr>
          <p:cNvGrpSpPr/>
          <p:nvPr/>
        </p:nvGrpSpPr>
        <p:grpSpPr>
          <a:xfrm>
            <a:off x="10478872" y="5111995"/>
            <a:ext cx="938777" cy="411589"/>
            <a:chOff x="11401984" y="3525955"/>
            <a:chExt cx="938777" cy="411589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1C30166F-DB3A-9D6F-99C2-A141140BC20A}"/>
                </a:ext>
              </a:extLst>
            </p:cNvPr>
            <p:cNvSpPr/>
            <p:nvPr/>
          </p:nvSpPr>
          <p:spPr>
            <a:xfrm>
              <a:off x="11401984" y="357754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0" name="Content Placeholder 2">
              <a:extLst>
                <a:ext uri="{FF2B5EF4-FFF2-40B4-BE49-F238E27FC236}">
                  <a16:creationId xmlns:a16="http://schemas.microsoft.com/office/drawing/2014/main" id="{A1B991E2-1ECD-F8F0-EA80-F14B7956FE0E}"/>
                </a:ext>
              </a:extLst>
            </p:cNvPr>
            <p:cNvSpPr txBox="1">
              <a:spLocks/>
            </p:cNvSpPr>
            <p:nvPr/>
          </p:nvSpPr>
          <p:spPr>
            <a:xfrm>
              <a:off x="11619443" y="3525955"/>
              <a:ext cx="72131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F708CBB-AFDF-9F6E-79A4-CFE7EA9C1397}"/>
              </a:ext>
            </a:extLst>
          </p:cNvPr>
          <p:cNvGrpSpPr/>
          <p:nvPr/>
        </p:nvGrpSpPr>
        <p:grpSpPr>
          <a:xfrm>
            <a:off x="1178918" y="3463522"/>
            <a:ext cx="1257711" cy="410216"/>
            <a:chOff x="10449108" y="6213005"/>
            <a:chExt cx="1257711" cy="410216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3634483-9E06-7AB6-C652-21910627E732}"/>
                </a:ext>
              </a:extLst>
            </p:cNvPr>
            <p:cNvSpPr txBox="1"/>
            <p:nvPr/>
          </p:nvSpPr>
          <p:spPr>
            <a:xfrm>
              <a:off x="10809108" y="6213005"/>
              <a:ext cx="8977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paid</a:t>
              </a:r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DDE8A28B-67F3-5CC6-F7FD-B46720C1C5E5}"/>
                </a:ext>
              </a:extLst>
            </p:cNvPr>
            <p:cNvSpPr/>
            <p:nvPr/>
          </p:nvSpPr>
          <p:spPr>
            <a:xfrm>
              <a:off x="10449108" y="6263221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9F0DDD65-F772-28B0-9624-698389F9F77E}"/>
              </a:ext>
            </a:extLst>
          </p:cNvPr>
          <p:cNvCxnSpPr>
            <a:cxnSpLocks/>
            <a:stCxn id="274" idx="0"/>
            <a:endCxn id="65" idx="1"/>
          </p:cNvCxnSpPr>
          <p:nvPr/>
        </p:nvCxnSpPr>
        <p:spPr>
          <a:xfrm rot="5400000" flipH="1" flipV="1">
            <a:off x="3660528" y="2731553"/>
            <a:ext cx="388164" cy="21296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0441412B-8DDA-CDF9-1114-4CC2C8999051}"/>
              </a:ext>
            </a:extLst>
          </p:cNvPr>
          <p:cNvSpPr txBox="1"/>
          <p:nvPr/>
        </p:nvSpPr>
        <p:spPr>
          <a:xfrm flipH="1">
            <a:off x="4289681" y="1714772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cxnSp>
        <p:nvCxnSpPr>
          <p:cNvPr id="204" name="Straight Arrow Connector 12">
            <a:extLst>
              <a:ext uri="{FF2B5EF4-FFF2-40B4-BE49-F238E27FC236}">
                <a16:creationId xmlns:a16="http://schemas.microsoft.com/office/drawing/2014/main" id="{26477B15-D8E8-E4A1-12EE-42CA1807D39D}"/>
              </a:ext>
            </a:extLst>
          </p:cNvPr>
          <p:cNvCxnSpPr>
            <a:cxnSpLocks/>
          </p:cNvCxnSpPr>
          <p:nvPr/>
        </p:nvCxnSpPr>
        <p:spPr>
          <a:xfrm>
            <a:off x="2299073" y="2215880"/>
            <a:ext cx="0" cy="17641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D9945DD0-4E61-E083-A0A9-53E7037FF8C6}"/>
              </a:ext>
            </a:extLst>
          </p:cNvPr>
          <p:cNvSpPr txBox="1"/>
          <p:nvPr/>
        </p:nvSpPr>
        <p:spPr>
          <a:xfrm flipH="1">
            <a:off x="4293717" y="934300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D508E32-1505-B663-EBD4-A2CBA61B44FD}"/>
              </a:ext>
            </a:extLst>
          </p:cNvPr>
          <p:cNvSpPr txBox="1"/>
          <p:nvPr/>
        </p:nvSpPr>
        <p:spPr>
          <a:xfrm flipH="1">
            <a:off x="1814615" y="1846548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E930381-3612-E11F-3DF9-47CA02CB31B5}"/>
              </a:ext>
            </a:extLst>
          </p:cNvPr>
          <p:cNvSpPr txBox="1"/>
          <p:nvPr/>
        </p:nvSpPr>
        <p:spPr>
          <a:xfrm flipH="1">
            <a:off x="1745498" y="1364098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65530352-246E-6A49-EDF3-BF67E8EA1F3B}"/>
              </a:ext>
            </a:extLst>
          </p:cNvPr>
          <p:cNvGrpSpPr/>
          <p:nvPr/>
        </p:nvGrpSpPr>
        <p:grpSpPr>
          <a:xfrm>
            <a:off x="618671" y="3992721"/>
            <a:ext cx="2359660" cy="1014729"/>
            <a:chOff x="366123" y="3755987"/>
            <a:chExt cx="2359660" cy="1014729"/>
          </a:xfrm>
        </p:grpSpPr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7D062D08-3547-0788-9164-DA18B2FC484E}"/>
                </a:ext>
              </a:extLst>
            </p:cNvPr>
            <p:cNvGrpSpPr/>
            <p:nvPr/>
          </p:nvGrpSpPr>
          <p:grpSpPr>
            <a:xfrm>
              <a:off x="366123" y="3755987"/>
              <a:ext cx="2359660" cy="1014729"/>
              <a:chOff x="10632003" y="473441"/>
              <a:chExt cx="2359660" cy="101472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F872E4F-ED35-DAFD-1EDB-7804A09343FE}"/>
                  </a:ext>
                </a:extLst>
              </p:cNvPr>
              <p:cNvSpPr/>
              <p:nvPr/>
            </p:nvSpPr>
            <p:spPr>
              <a:xfrm>
                <a:off x="10651188" y="473441"/>
                <a:ext cx="2340475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Ins="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  seller bound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59EBB1C-3E7A-3717-69CE-3A9B60AE4D92}"/>
                  </a:ext>
                </a:extLst>
              </p:cNvPr>
              <p:cNvSpPr txBox="1"/>
              <p:nvPr/>
            </p:nvSpPr>
            <p:spPr>
              <a:xfrm>
                <a:off x="10632003" y="511214"/>
                <a:ext cx="525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2400" dirty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989065E-ED87-799D-13BB-CE38259A01ED}"/>
                  </a:ext>
                </a:extLst>
              </p:cNvPr>
              <p:cNvSpPr/>
              <p:nvPr/>
            </p:nvSpPr>
            <p:spPr>
              <a:xfrm>
                <a:off x="10746378" y="842376"/>
                <a:ext cx="629013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 algn="ctr"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🏦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4B84FF4-BEC5-DF76-B134-F4F2B3DBF7C0}"/>
                </a:ext>
              </a:extLst>
            </p:cNvPr>
            <p:cNvSpPr/>
            <p:nvPr/>
          </p:nvSpPr>
          <p:spPr>
            <a:xfrm>
              <a:off x="1192096" y="4131027"/>
              <a:ext cx="145662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Seller</a:t>
              </a:r>
            </a:p>
          </p:txBody>
        </p:sp>
      </p:grpSp>
      <p:cxnSp>
        <p:nvCxnSpPr>
          <p:cNvPr id="220" name="Straight Arrow Connector 12">
            <a:extLst>
              <a:ext uri="{FF2B5EF4-FFF2-40B4-BE49-F238E27FC236}">
                <a16:creationId xmlns:a16="http://schemas.microsoft.com/office/drawing/2014/main" id="{528A4D39-B3AE-C68C-FF64-AD6DDC4CB149}"/>
              </a:ext>
            </a:extLst>
          </p:cNvPr>
          <p:cNvCxnSpPr>
            <a:cxnSpLocks/>
            <a:stCxn id="6" idx="2"/>
            <a:endCxn id="140" idx="2"/>
          </p:cNvCxnSpPr>
          <p:nvPr/>
        </p:nvCxnSpPr>
        <p:spPr>
          <a:xfrm rot="5400000" flipH="1">
            <a:off x="5689039" y="282353"/>
            <a:ext cx="14097" cy="9297070"/>
          </a:xfrm>
          <a:prstGeom prst="bentConnector3">
            <a:avLst>
              <a:gd name="adj1" fmla="val -489575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B72F15CE-7723-EC89-2BAD-AEF816D0FD06}"/>
              </a:ext>
            </a:extLst>
          </p:cNvPr>
          <p:cNvSpPr txBox="1"/>
          <p:nvPr/>
        </p:nvSpPr>
        <p:spPr>
          <a:xfrm>
            <a:off x="2637523" y="399043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4D6F2722-94D5-4000-7C2D-A1503D271777}"/>
              </a:ext>
            </a:extLst>
          </p:cNvPr>
          <p:cNvGrpSpPr/>
          <p:nvPr/>
        </p:nvGrpSpPr>
        <p:grpSpPr>
          <a:xfrm>
            <a:off x="3115660" y="3703112"/>
            <a:ext cx="1702660" cy="400110"/>
            <a:chOff x="8926562" y="3216153"/>
            <a:chExt cx="1702660" cy="400110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59CF2289-0C6F-A8F5-37C2-7435A7F6EBB8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280" name="Rounded Rectangle 279">
              <a:extLst>
                <a:ext uri="{FF2B5EF4-FFF2-40B4-BE49-F238E27FC236}">
                  <a16:creationId xmlns:a16="http://schemas.microsoft.com/office/drawing/2014/main" id="{4394D3BD-F1D9-AFA4-C843-281C41CE717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cxnSp>
        <p:nvCxnSpPr>
          <p:cNvPr id="285" name="Straight Arrow Connector 12">
            <a:extLst>
              <a:ext uri="{FF2B5EF4-FFF2-40B4-BE49-F238E27FC236}">
                <a16:creationId xmlns:a16="http://schemas.microsoft.com/office/drawing/2014/main" id="{7E16B3B5-6294-656A-8D2D-10FDF840FE9E}"/>
              </a:ext>
            </a:extLst>
          </p:cNvPr>
          <p:cNvCxnSpPr>
            <a:cxnSpLocks/>
            <a:stCxn id="184" idx="0"/>
            <a:endCxn id="292" idx="0"/>
          </p:cNvCxnSpPr>
          <p:nvPr/>
        </p:nvCxnSpPr>
        <p:spPr>
          <a:xfrm rot="5400000" flipH="1" flipV="1">
            <a:off x="5323207" y="-1511548"/>
            <a:ext cx="312161" cy="4540450"/>
          </a:xfrm>
          <a:prstGeom prst="bentConnector3">
            <a:avLst>
              <a:gd name="adj1" fmla="val 173231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24CF3F80-B4C2-B32C-220F-0B45258B0147}"/>
              </a:ext>
            </a:extLst>
          </p:cNvPr>
          <p:cNvSpPr/>
          <p:nvPr/>
        </p:nvSpPr>
        <p:spPr>
          <a:xfrm>
            <a:off x="3319849" y="48981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DB618E5-13BE-9688-4BE0-9423FECB6272}"/>
              </a:ext>
            </a:extLst>
          </p:cNvPr>
          <p:cNvSpPr txBox="1"/>
          <p:nvPr/>
        </p:nvSpPr>
        <p:spPr>
          <a:xfrm>
            <a:off x="4193191" y="514548"/>
            <a:ext cx="49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🛍️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EF8A03D1-C17A-540F-F7E8-FB5F06B34BA7}"/>
              </a:ext>
            </a:extLst>
          </p:cNvPr>
          <p:cNvSpPr txBox="1"/>
          <p:nvPr/>
        </p:nvSpPr>
        <p:spPr>
          <a:xfrm>
            <a:off x="7597226" y="60259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9E973E35-CA24-218F-003D-15174B99E964}"/>
              </a:ext>
            </a:extLst>
          </p:cNvPr>
          <p:cNvSpPr txBox="1"/>
          <p:nvPr/>
        </p:nvSpPr>
        <p:spPr>
          <a:xfrm>
            <a:off x="3688885" y="466019"/>
            <a:ext cx="134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8F24E-BB87-1C64-2594-BB222E4CB177}"/>
              </a:ext>
            </a:extLst>
          </p:cNvPr>
          <p:cNvSpPr txBox="1"/>
          <p:nvPr/>
        </p:nvSpPr>
        <p:spPr>
          <a:xfrm>
            <a:off x="2762158" y="1461983"/>
            <a:ext cx="556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4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656F6-555E-21DF-C8E3-E81349F8AA55}"/>
              </a:ext>
            </a:extLst>
          </p:cNvPr>
          <p:cNvGrpSpPr/>
          <p:nvPr/>
        </p:nvGrpSpPr>
        <p:grpSpPr>
          <a:xfrm>
            <a:off x="1675113" y="866272"/>
            <a:ext cx="2996989" cy="1661493"/>
            <a:chOff x="1675113" y="908217"/>
            <a:chExt cx="2996989" cy="1661493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AE6B46DD-4C34-3326-1808-E75ACDF3BE5F}"/>
                </a:ext>
              </a:extLst>
            </p:cNvPr>
            <p:cNvGrpSpPr/>
            <p:nvPr/>
          </p:nvGrpSpPr>
          <p:grpSpPr>
            <a:xfrm>
              <a:off x="1675113" y="956702"/>
              <a:ext cx="2996989" cy="1613008"/>
              <a:chOff x="2811628" y="1815992"/>
              <a:chExt cx="2996989" cy="1613008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087FD1D-3700-2BA6-E8C0-8CA6AABB18FE}"/>
                  </a:ext>
                </a:extLst>
              </p:cNvPr>
              <p:cNvSpPr/>
              <p:nvPr/>
            </p:nvSpPr>
            <p:spPr>
              <a:xfrm>
                <a:off x="2882537" y="1815992"/>
                <a:ext cx="2926080" cy="1293643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BA97F2BD-987F-4655-D73B-D2524361FAD3}"/>
                  </a:ext>
                </a:extLst>
              </p:cNvPr>
              <p:cNvGrpSpPr/>
              <p:nvPr/>
            </p:nvGrpSpPr>
            <p:grpSpPr>
              <a:xfrm>
                <a:off x="3007243" y="1822277"/>
                <a:ext cx="2801374" cy="1288374"/>
                <a:chOff x="464455" y="426077"/>
                <a:chExt cx="3374193" cy="1288374"/>
              </a:xfrm>
            </p:grpSpPr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2C8E74B-3A01-0281-0996-EFA817897A3A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45119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192" name="Content Placeholder 2">
                  <a:extLst>
                    <a:ext uri="{FF2B5EF4-FFF2-40B4-BE49-F238E27FC236}">
                      <a16:creationId xmlns:a16="http://schemas.microsoft.com/office/drawing/2014/main" id="{D2C537EF-75C2-02B8-998A-37D8B0D2FFE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4455" y="426077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seller</a:t>
                  </a:r>
                </a:p>
              </p:txBody>
            </p:sp>
          </p:grp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79345A5-3E9D-2C25-5439-797E91650EAA}"/>
                  </a:ext>
                </a:extLst>
              </p:cNvPr>
              <p:cNvSpPr/>
              <p:nvPr/>
            </p:nvSpPr>
            <p:spPr>
              <a:xfrm>
                <a:off x="3929896" y="2468285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 Wallet</a:t>
                </a: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EF93420-BB3D-9AD6-D305-674BD4D39549}"/>
                  </a:ext>
                </a:extLst>
              </p:cNvPr>
              <p:cNvSpPr/>
              <p:nvPr/>
            </p:nvSpPr>
            <p:spPr>
              <a:xfrm>
                <a:off x="4566279" y="190285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2342A61-214C-0D6F-33AA-3AD2440C5DA5}"/>
                  </a:ext>
                </a:extLst>
              </p:cNvPr>
              <p:cNvSpPr/>
              <p:nvPr/>
            </p:nvSpPr>
            <p:spPr>
              <a:xfrm>
                <a:off x="5198552" y="1902858"/>
                <a:ext cx="530040" cy="47154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05F13E9-03F1-397B-9DCA-A93E7352B467}"/>
                  </a:ext>
                </a:extLst>
              </p:cNvPr>
              <p:cNvSpPr/>
              <p:nvPr/>
            </p:nvSpPr>
            <p:spPr>
              <a:xfrm>
                <a:off x="3926324" y="190285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E85C9D9-DBD6-2967-156F-FD5AFB65F595}"/>
                  </a:ext>
                </a:extLst>
              </p:cNvPr>
              <p:cNvSpPr txBox="1"/>
              <p:nvPr/>
            </p:nvSpPr>
            <p:spPr>
              <a:xfrm>
                <a:off x="2811628" y="2228671"/>
                <a:ext cx="113428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7200" dirty="0"/>
                  <a:t>🧕 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1C2272-6A61-661D-DE49-6AAC781EF369}"/>
                </a:ext>
              </a:extLst>
            </p:cNvPr>
            <p:cNvSpPr txBox="1"/>
            <p:nvPr/>
          </p:nvSpPr>
          <p:spPr>
            <a:xfrm>
              <a:off x="2786666" y="90821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761D57-2735-F5CA-868A-80D9F2CD72CC}"/>
              </a:ext>
            </a:extLst>
          </p:cNvPr>
          <p:cNvSpPr txBox="1"/>
          <p:nvPr/>
        </p:nvSpPr>
        <p:spPr>
          <a:xfrm>
            <a:off x="2749991" y="1385761"/>
            <a:ext cx="657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07636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2DB6-1F67-FCF1-F028-CE9E5E2A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54DE7-06FA-8AB3-3470-DAAD20180FCF}"/>
              </a:ext>
            </a:extLst>
          </p:cNvPr>
          <p:cNvSpPr/>
          <p:nvPr/>
        </p:nvSpPr>
        <p:spPr>
          <a:xfrm>
            <a:off x="743356" y="679893"/>
            <a:ext cx="1086416" cy="199621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00D76D-0E78-E374-A0DC-F19BD90F1F1C}"/>
              </a:ext>
            </a:extLst>
          </p:cNvPr>
          <p:cNvGrpSpPr/>
          <p:nvPr/>
        </p:nvGrpSpPr>
        <p:grpSpPr>
          <a:xfrm>
            <a:off x="775275" y="706448"/>
            <a:ext cx="1005166" cy="1476760"/>
            <a:chOff x="3200080" y="425808"/>
            <a:chExt cx="1005166" cy="14767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2D6202-3112-A539-DB4E-65C8153C1233}"/>
                </a:ext>
              </a:extLst>
            </p:cNvPr>
            <p:cNvSpPr txBox="1"/>
            <p:nvPr/>
          </p:nvSpPr>
          <p:spPr>
            <a:xfrm>
              <a:off x="3200080" y="42925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E62BF7-2472-B302-1056-AD4B751304D5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16458-CAB2-085A-F6EC-E2EA29D67CF6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F2ED8322-AF4F-D8CA-5948-60EFC4186E83}"/>
                </a:ext>
              </a:extLst>
            </p:cNvPr>
            <p:cNvSpPr txBox="1">
              <a:spLocks/>
            </p:cNvSpPr>
            <p:nvPr/>
          </p:nvSpPr>
          <p:spPr>
            <a:xfrm>
              <a:off x="3228625" y="425808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1E53D56-25A7-9F76-15D7-8C7A84C563FF}"/>
              </a:ext>
            </a:extLst>
          </p:cNvPr>
          <p:cNvSpPr/>
          <p:nvPr/>
        </p:nvSpPr>
        <p:spPr>
          <a:xfrm>
            <a:off x="372814" y="2035714"/>
            <a:ext cx="1825751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BAA0E-60BB-26D2-A1EC-F06F797C0710}"/>
              </a:ext>
            </a:extLst>
          </p:cNvPr>
          <p:cNvSpPr txBox="1"/>
          <p:nvPr/>
        </p:nvSpPr>
        <p:spPr>
          <a:xfrm>
            <a:off x="389480" y="1978637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42E0E-B75F-162E-653F-FC9CDEDFFF85}"/>
              </a:ext>
            </a:extLst>
          </p:cNvPr>
          <p:cNvSpPr txBox="1"/>
          <p:nvPr/>
        </p:nvSpPr>
        <p:spPr>
          <a:xfrm>
            <a:off x="743357" y="1439276"/>
            <a:ext cx="108641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63C13-B9A8-6CFD-DE51-1DCC24DDE77C}"/>
              </a:ext>
            </a:extLst>
          </p:cNvPr>
          <p:cNvSpPr txBox="1"/>
          <p:nvPr/>
        </p:nvSpPr>
        <p:spPr>
          <a:xfrm>
            <a:off x="1132539" y="941978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8BBD95-D9BC-7A24-01E0-46EA3190FFEB}"/>
              </a:ext>
            </a:extLst>
          </p:cNvPr>
          <p:cNvSpPr txBox="1"/>
          <p:nvPr/>
        </p:nvSpPr>
        <p:spPr>
          <a:xfrm>
            <a:off x="178670" y="6248084"/>
            <a:ext cx="532517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 with the wearable on a kiosk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2F44A8C-75C7-2F49-0A17-04A2E7EBE19B}"/>
              </a:ext>
            </a:extLst>
          </p:cNvPr>
          <p:cNvGrpSpPr/>
          <p:nvPr/>
        </p:nvGrpSpPr>
        <p:grpSpPr>
          <a:xfrm>
            <a:off x="3380273" y="293165"/>
            <a:ext cx="1997631" cy="3595441"/>
            <a:chOff x="7448681" y="1341363"/>
            <a:chExt cx="1997631" cy="3595441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87BB74A-6754-92BA-2C87-BBC8FDB10353}"/>
                </a:ext>
              </a:extLst>
            </p:cNvPr>
            <p:cNvSpPr/>
            <p:nvPr/>
          </p:nvSpPr>
          <p:spPr>
            <a:xfrm>
              <a:off x="7448681" y="1341363"/>
              <a:ext cx="1997631" cy="3595441"/>
            </a:xfrm>
            <a:prstGeom prst="rect">
              <a:avLst/>
            </a:prstGeom>
            <a:solidFill>
              <a:srgbClr val="252525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🏪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kiosk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1473BAB-A760-67C1-1D79-A687E5CA97EA}"/>
                </a:ext>
              </a:extLst>
            </p:cNvPr>
            <p:cNvSpPr/>
            <p:nvPr/>
          </p:nvSpPr>
          <p:spPr>
            <a:xfrm>
              <a:off x="7547523" y="2387553"/>
              <a:ext cx="1790132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🖥️ 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Touch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5FD6FFC-FCBA-9713-E9E4-E5CD135F28E2}"/>
                </a:ext>
              </a:extLst>
            </p:cNvPr>
            <p:cNvGrpSpPr/>
            <p:nvPr/>
          </p:nvGrpSpPr>
          <p:grpSpPr>
            <a:xfrm>
              <a:off x="7505409" y="2873100"/>
              <a:ext cx="1839932" cy="1455878"/>
              <a:chOff x="7409159" y="2873100"/>
              <a:chExt cx="1839932" cy="1455878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36B326B-1C23-6F1B-02DD-254E8A03E5B2}"/>
                  </a:ext>
                </a:extLst>
              </p:cNvPr>
              <p:cNvSpPr/>
              <p:nvPr/>
            </p:nvSpPr>
            <p:spPr>
              <a:xfrm>
                <a:off x="7450395" y="3044965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 Wallet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1873CA66-CDF3-6955-B688-FEEDD6B0599D}"/>
                  </a:ext>
                </a:extLst>
              </p:cNvPr>
              <p:cNvSpPr/>
              <p:nvPr/>
            </p:nvSpPr>
            <p:spPr>
              <a:xfrm>
                <a:off x="8086778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6DB549C-2D91-FD6C-3619-903196F2D600}"/>
                  </a:ext>
                </a:extLst>
              </p:cNvPr>
              <p:cNvSpPr/>
              <p:nvPr/>
            </p:nvSpPr>
            <p:spPr>
              <a:xfrm>
                <a:off x="8719051" y="3690270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5DB4FAE-23BF-60A3-F41D-25A6EAD30F41}"/>
                  </a:ext>
                </a:extLst>
              </p:cNvPr>
              <p:cNvSpPr/>
              <p:nvPr/>
            </p:nvSpPr>
            <p:spPr>
              <a:xfrm>
                <a:off x="7446823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8A7BC3A-898D-6858-7098-79C2DF18F8CD}"/>
                  </a:ext>
                </a:extLst>
              </p:cNvPr>
              <p:cNvSpPr txBox="1"/>
              <p:nvPr/>
            </p:nvSpPr>
            <p:spPr>
              <a:xfrm>
                <a:off x="7409159" y="2873100"/>
                <a:ext cx="65749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5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54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F5055F-484F-B6EF-06FE-FEC8195E5507}"/>
                  </a:ext>
                </a:extLst>
              </p:cNvPr>
              <p:cNvSpPr txBox="1"/>
              <p:nvPr/>
            </p:nvSpPr>
            <p:spPr>
              <a:xfrm>
                <a:off x="7430010" y="3559537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0318862-6BFB-9757-884D-60B584D77C7A}"/>
                </a:ext>
              </a:extLst>
            </p:cNvPr>
            <p:cNvSpPr/>
            <p:nvPr/>
          </p:nvSpPr>
          <p:spPr>
            <a:xfrm>
              <a:off x="7543073" y="1728091"/>
              <a:ext cx="1790132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📷 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Camera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D2F8FCD-FE4A-AC22-98B5-AAD4CF098A2F}"/>
                </a:ext>
              </a:extLst>
            </p:cNvPr>
            <p:cNvSpPr/>
            <p:nvPr/>
          </p:nvSpPr>
          <p:spPr>
            <a:xfrm>
              <a:off x="7543073" y="4263954"/>
              <a:ext cx="1801600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8441A1C9-1186-4D32-3F23-03A6605842DB}"/>
              </a:ext>
            </a:extLst>
          </p:cNvPr>
          <p:cNvCxnSpPr>
            <a:cxnSpLocks/>
            <a:stCxn id="71" idx="1"/>
          </p:cNvCxnSpPr>
          <p:nvPr/>
        </p:nvCxnSpPr>
        <p:spPr>
          <a:xfrm flipH="1">
            <a:off x="1826291" y="960985"/>
            <a:ext cx="164837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9A05FFA-5FCA-40C5-06A3-9A1CCB06CBEA}"/>
              </a:ext>
            </a:extLst>
          </p:cNvPr>
          <p:cNvGrpSpPr/>
          <p:nvPr/>
        </p:nvGrpSpPr>
        <p:grpSpPr>
          <a:xfrm>
            <a:off x="1963895" y="1102808"/>
            <a:ext cx="1702660" cy="400110"/>
            <a:chOff x="8926562" y="3216153"/>
            <a:chExt cx="1702660" cy="400110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BCF5FD8-6C08-1FC3-1ECF-2254FDC0D0B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🍔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31ADAAC-98BA-3B68-BB9E-EF7F03B6776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B826A7A-04C9-AA78-207C-CA7B447B30EB}"/>
              </a:ext>
            </a:extLst>
          </p:cNvPr>
          <p:cNvGrpSpPr/>
          <p:nvPr/>
        </p:nvGrpSpPr>
        <p:grpSpPr>
          <a:xfrm>
            <a:off x="1442864" y="2962487"/>
            <a:ext cx="1702660" cy="400110"/>
            <a:chOff x="8926562" y="3216153"/>
            <a:chExt cx="1702660" cy="40011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09585D-CEEB-5F8F-5177-67D138EA3FBD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to pay</a:t>
              </a: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DB6DE4E4-27F7-CD23-EFB4-C868C215B17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071EAFFC-1F73-7D65-7812-FB008F05F298}"/>
              </a:ext>
            </a:extLst>
          </p:cNvPr>
          <p:cNvCxnSpPr>
            <a:cxnSpLocks/>
            <a:stCxn id="8" idx="2"/>
            <a:endCxn id="72" idx="1"/>
          </p:cNvCxnSpPr>
          <p:nvPr/>
        </p:nvCxnSpPr>
        <p:spPr>
          <a:xfrm rot="16200000" flipH="1">
            <a:off x="1909408" y="1931591"/>
            <a:ext cx="941538" cy="218897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7CA49EAC-604D-2A8C-5F96-6C73A31DD816}"/>
              </a:ext>
            </a:extLst>
          </p:cNvPr>
          <p:cNvCxnSpPr>
            <a:cxnSpLocks/>
            <a:stCxn id="10" idx="3"/>
            <a:endCxn id="69" idx="1"/>
          </p:cNvCxnSpPr>
          <p:nvPr/>
        </p:nvCxnSpPr>
        <p:spPr>
          <a:xfrm flipV="1">
            <a:off x="1829773" y="1620447"/>
            <a:ext cx="1649342" cy="349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2">
            <a:extLst>
              <a:ext uri="{FF2B5EF4-FFF2-40B4-BE49-F238E27FC236}">
                <a16:creationId xmlns:a16="http://schemas.microsoft.com/office/drawing/2014/main" id="{991A6235-926C-B31A-E908-1FECFD2F4A61}"/>
              </a:ext>
            </a:extLst>
          </p:cNvPr>
          <p:cNvCxnSpPr>
            <a:cxnSpLocks/>
            <a:stCxn id="149" idx="1"/>
            <a:endCxn id="71" idx="3"/>
          </p:cNvCxnSpPr>
          <p:nvPr/>
        </p:nvCxnSpPr>
        <p:spPr>
          <a:xfrm flipH="1" flipV="1">
            <a:off x="5264797" y="960985"/>
            <a:ext cx="558568" cy="2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BD6DB94-ADA6-D39A-1462-48FD5BCEF1A4}"/>
              </a:ext>
            </a:extLst>
          </p:cNvPr>
          <p:cNvGrpSpPr/>
          <p:nvPr/>
        </p:nvGrpSpPr>
        <p:grpSpPr>
          <a:xfrm>
            <a:off x="8037182" y="2989380"/>
            <a:ext cx="2359660" cy="1014729"/>
            <a:chOff x="366123" y="3755987"/>
            <a:chExt cx="2359660" cy="1014729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1809C78-BB85-FAD9-2D51-23F4CF82740D}"/>
                </a:ext>
              </a:extLst>
            </p:cNvPr>
            <p:cNvGrpSpPr/>
            <p:nvPr/>
          </p:nvGrpSpPr>
          <p:grpSpPr>
            <a:xfrm>
              <a:off x="366123" y="3755987"/>
              <a:ext cx="2359660" cy="1014729"/>
              <a:chOff x="10632003" y="473441"/>
              <a:chExt cx="2359660" cy="1014729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D40EA99-64AC-7F7B-7597-F2A37A963E95}"/>
                  </a:ext>
                </a:extLst>
              </p:cNvPr>
              <p:cNvSpPr/>
              <p:nvPr/>
            </p:nvSpPr>
            <p:spPr>
              <a:xfrm>
                <a:off x="10651188" y="473441"/>
                <a:ext cx="2340475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Ins="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  seller bound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F08B4F3-5167-1983-1E1E-10170FC819AF}"/>
                  </a:ext>
                </a:extLst>
              </p:cNvPr>
              <p:cNvSpPr txBox="1"/>
              <p:nvPr/>
            </p:nvSpPr>
            <p:spPr>
              <a:xfrm>
                <a:off x="10632003" y="511214"/>
                <a:ext cx="525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2400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066B187-8734-C2E5-E7B9-7ACC0E4D4C5C}"/>
                  </a:ext>
                </a:extLst>
              </p:cNvPr>
              <p:cNvSpPr/>
              <p:nvPr/>
            </p:nvSpPr>
            <p:spPr>
              <a:xfrm>
                <a:off x="10746378" y="842376"/>
                <a:ext cx="629013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 algn="ctr"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🏦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</a:p>
            </p:txBody>
          </p:sp>
        </p:grp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E509593-D724-A725-E93C-BC5F1DDA41AC}"/>
                </a:ext>
              </a:extLst>
            </p:cNvPr>
            <p:cNvSpPr/>
            <p:nvPr/>
          </p:nvSpPr>
          <p:spPr>
            <a:xfrm>
              <a:off x="1192096" y="4131027"/>
              <a:ext cx="145662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Seller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78490DF-8945-07A5-D249-5EC1EA2CF7F4}"/>
              </a:ext>
            </a:extLst>
          </p:cNvPr>
          <p:cNvGrpSpPr/>
          <p:nvPr/>
        </p:nvGrpSpPr>
        <p:grpSpPr>
          <a:xfrm>
            <a:off x="5824335" y="3779017"/>
            <a:ext cx="1893073" cy="1038741"/>
            <a:chOff x="6288851" y="5100898"/>
            <a:chExt cx="3689062" cy="103874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C9AD55D-D71A-EF19-135A-3EA6CE8897FC}"/>
                </a:ext>
              </a:extLst>
            </p:cNvPr>
            <p:cNvSpPr/>
            <p:nvPr/>
          </p:nvSpPr>
          <p:spPr>
            <a:xfrm>
              <a:off x="6429798" y="5498937"/>
              <a:ext cx="34173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A3A179E-6C2E-BE8B-7D28-6707724C1059}"/>
                </a:ext>
              </a:extLst>
            </p:cNvPr>
            <p:cNvSpPr/>
            <p:nvPr/>
          </p:nvSpPr>
          <p:spPr>
            <a:xfrm>
              <a:off x="6288851" y="5100898"/>
              <a:ext cx="3689062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cxnSp>
        <p:nvCxnSpPr>
          <p:cNvPr id="140" name="Straight Arrow Connector 12">
            <a:extLst>
              <a:ext uri="{FF2B5EF4-FFF2-40B4-BE49-F238E27FC236}">
                <a16:creationId xmlns:a16="http://schemas.microsoft.com/office/drawing/2014/main" id="{366B0B8F-223F-886E-7BCA-3E5BAFEE4E45}"/>
              </a:ext>
            </a:extLst>
          </p:cNvPr>
          <p:cNvCxnSpPr>
            <a:cxnSpLocks/>
            <a:stCxn id="72" idx="3"/>
            <a:endCxn id="132" idx="1"/>
          </p:cNvCxnSpPr>
          <p:nvPr/>
        </p:nvCxnSpPr>
        <p:spPr>
          <a:xfrm flipV="1">
            <a:off x="5276265" y="3496745"/>
            <a:ext cx="2780102" cy="1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819000E-7059-F13D-EE86-07F67794D05A}"/>
              </a:ext>
            </a:extLst>
          </p:cNvPr>
          <p:cNvGrpSpPr/>
          <p:nvPr/>
        </p:nvGrpSpPr>
        <p:grpSpPr>
          <a:xfrm>
            <a:off x="5823365" y="441857"/>
            <a:ext cx="5569819" cy="1038741"/>
            <a:chOff x="6096000" y="2232879"/>
            <a:chExt cx="5569819" cy="1038741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53D58BF-87E5-E734-BDDD-1C6C6080A838}"/>
                </a:ext>
              </a:extLst>
            </p:cNvPr>
            <p:cNvSpPr/>
            <p:nvPr/>
          </p:nvSpPr>
          <p:spPr>
            <a:xfrm>
              <a:off x="9552986" y="2628922"/>
              <a:ext cx="203032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D5DA170-6012-FBAD-1405-47053A105213}"/>
                </a:ext>
              </a:extLst>
            </p:cNvPr>
            <p:cNvSpPr/>
            <p:nvPr/>
          </p:nvSpPr>
          <p:spPr>
            <a:xfrm>
              <a:off x="6096000" y="2232879"/>
              <a:ext cx="556981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buyer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bound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F42EC4A-0F31-5F54-91C9-4BBE4C4E0BE5}"/>
                </a:ext>
              </a:extLst>
            </p:cNvPr>
            <p:cNvSpPr/>
            <p:nvPr/>
          </p:nvSpPr>
          <p:spPr>
            <a:xfrm>
              <a:off x="8038339" y="2622209"/>
              <a:ext cx="142473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A0AE3EB-BB3A-0071-792A-32E70A8E00D8}"/>
                </a:ext>
              </a:extLst>
            </p:cNvPr>
            <p:cNvSpPr/>
            <p:nvPr/>
          </p:nvSpPr>
          <p:spPr>
            <a:xfrm>
              <a:off x="6185912" y="2622209"/>
              <a:ext cx="176251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cxnSp>
        <p:nvCxnSpPr>
          <p:cNvPr id="138" name="Straight Arrow Connector 12">
            <a:extLst>
              <a:ext uri="{FF2B5EF4-FFF2-40B4-BE49-F238E27FC236}">
                <a16:creationId xmlns:a16="http://schemas.microsoft.com/office/drawing/2014/main" id="{66604D1A-51C5-059A-7898-4DC8C823C106}"/>
              </a:ext>
            </a:extLst>
          </p:cNvPr>
          <p:cNvCxnSpPr>
            <a:cxnSpLocks/>
            <a:stCxn id="132" idx="3"/>
            <a:endCxn id="149" idx="3"/>
          </p:cNvCxnSpPr>
          <p:nvPr/>
        </p:nvCxnSpPr>
        <p:spPr>
          <a:xfrm flipV="1">
            <a:off x="10396842" y="961228"/>
            <a:ext cx="996342" cy="2535517"/>
          </a:xfrm>
          <a:prstGeom prst="bentConnector3">
            <a:avLst>
              <a:gd name="adj1" fmla="val 1229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552AFA26-EC0B-725F-AF4E-426ED1D8DD42}"/>
              </a:ext>
            </a:extLst>
          </p:cNvPr>
          <p:cNvCxnSpPr>
            <a:cxnSpLocks/>
            <a:stCxn id="131" idx="2"/>
            <a:endCxn id="137" idx="3"/>
          </p:cNvCxnSpPr>
          <p:nvPr/>
        </p:nvCxnSpPr>
        <p:spPr>
          <a:xfrm rot="5400000">
            <a:off x="8468546" y="3175466"/>
            <a:ext cx="371785" cy="18740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CFB51658-C6F7-1C3E-5112-1EE15A08991C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8478072" y="1393370"/>
            <a:ext cx="0" cy="15733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2B5344-2CA8-FC40-4EEA-1A0F2E8AB2E5}"/>
              </a:ext>
            </a:extLst>
          </p:cNvPr>
          <p:cNvSpPr txBox="1"/>
          <p:nvPr/>
        </p:nvSpPr>
        <p:spPr>
          <a:xfrm>
            <a:off x="8941871" y="3003082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394AF0-2F32-5D32-07E1-EB6DBCCF119B}"/>
              </a:ext>
            </a:extLst>
          </p:cNvPr>
          <p:cNvGrpSpPr/>
          <p:nvPr/>
        </p:nvGrpSpPr>
        <p:grpSpPr>
          <a:xfrm>
            <a:off x="7885312" y="4433864"/>
            <a:ext cx="1702660" cy="400110"/>
            <a:chOff x="8926562" y="3216153"/>
            <a:chExt cx="1702660" cy="4001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A2A9E0-79D7-68D5-4760-FF3ABA32B94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8977B2D-FB7B-F7B9-D4B5-2B07ED5969D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5478E2-A9DD-EB55-BA87-301F87616567}"/>
              </a:ext>
            </a:extLst>
          </p:cNvPr>
          <p:cNvGrpSpPr/>
          <p:nvPr/>
        </p:nvGrpSpPr>
        <p:grpSpPr>
          <a:xfrm>
            <a:off x="1970875" y="427465"/>
            <a:ext cx="1702660" cy="400110"/>
            <a:chOff x="8926562" y="3216153"/>
            <a:chExt cx="1702660" cy="40011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81D24DD-CF0D-262E-C6C7-D9C9444986B6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owner?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8AD650AA-E158-4F83-BCE6-358FC745A12F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C479829-60D8-4936-BDFF-087D7905A494}"/>
              </a:ext>
            </a:extLst>
          </p:cNvPr>
          <p:cNvSpPr txBox="1"/>
          <p:nvPr/>
        </p:nvSpPr>
        <p:spPr>
          <a:xfrm>
            <a:off x="5467873" y="3009238"/>
            <a:ext cx="2540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userable locator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84CBEA0-7BF2-3162-AA86-814E6A7605A6}"/>
              </a:ext>
            </a:extLst>
          </p:cNvPr>
          <p:cNvGrpSpPr/>
          <p:nvPr/>
        </p:nvGrpSpPr>
        <p:grpSpPr>
          <a:xfrm>
            <a:off x="10541854" y="3613621"/>
            <a:ext cx="1356342" cy="400110"/>
            <a:chOff x="8926562" y="3216153"/>
            <a:chExt cx="1356342" cy="4001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F2D1D38-AA21-D663-73E9-CAE653101373}"/>
                </a:ext>
              </a:extLst>
            </p:cNvPr>
            <p:cNvSpPr txBox="1"/>
            <p:nvPr/>
          </p:nvSpPr>
          <p:spPr>
            <a:xfrm>
              <a:off x="9286562" y="3216153"/>
              <a:ext cx="99634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B1FCDD30-6E0A-2FFE-C815-6B0B29DD39C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85C19B-D0EA-B2E1-2494-EFD703EEF4A6}"/>
              </a:ext>
            </a:extLst>
          </p:cNvPr>
          <p:cNvGrpSpPr/>
          <p:nvPr/>
        </p:nvGrpSpPr>
        <p:grpSpPr>
          <a:xfrm>
            <a:off x="8636552" y="1600043"/>
            <a:ext cx="1702660" cy="400110"/>
            <a:chOff x="8926562" y="3216153"/>
            <a:chExt cx="1702660" cy="40011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8A18BB-55F2-D749-38A2-F8607E9766A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66CCC1D3-8AC0-5577-362D-25DA08F0996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880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6B2E-F991-36A4-5152-4BB009F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877CF3-80F3-78A4-76BC-234C23D84759}"/>
              </a:ext>
            </a:extLst>
          </p:cNvPr>
          <p:cNvGrpSpPr/>
          <p:nvPr/>
        </p:nvGrpSpPr>
        <p:grpSpPr>
          <a:xfrm>
            <a:off x="5988842" y="1344275"/>
            <a:ext cx="1086416" cy="1990051"/>
            <a:chOff x="5988842" y="1344275"/>
            <a:chExt cx="1086416" cy="19900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A2A3ECF-EF6F-649B-8945-9DF1065A80AA}"/>
                </a:ext>
              </a:extLst>
            </p:cNvPr>
            <p:cNvSpPr/>
            <p:nvPr/>
          </p:nvSpPr>
          <p:spPr>
            <a:xfrm>
              <a:off x="5988842" y="1378360"/>
              <a:ext cx="1086416" cy="195596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F012B6-3F85-4F7C-2895-D9836D823755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516861"/>
              <a:chOff x="3200080" y="385707"/>
              <a:chExt cx="1005166" cy="151686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E9217E-A3BF-D7D8-70B7-791AE0C298D5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214F84-B0F5-32EA-E5C2-345644D397F8}"/>
                  </a:ext>
                </a:extLst>
              </p:cNvPr>
              <p:cNvSpPr txBox="1"/>
              <p:nvPr/>
            </p:nvSpPr>
            <p:spPr>
              <a:xfrm flipH="1">
                <a:off x="3566678" y="1533236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3D172-0B68-852B-4CA9-31BEB6C0629D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FC10855-7FFD-F581-2A3F-CAD1E4B8E6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owner</a:t>
                </a: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4960047-8BE1-391C-6F06-0937CFE5E648}"/>
              </a:ext>
            </a:extLst>
          </p:cNvPr>
          <p:cNvSpPr/>
          <p:nvPr/>
        </p:nvSpPr>
        <p:spPr>
          <a:xfrm>
            <a:off x="5527012" y="2655778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88625FB0-6CE5-5FEA-8DA7-7A5BB3FDDEC3}"/>
              </a:ext>
            </a:extLst>
          </p:cNvPr>
          <p:cNvCxnSpPr>
            <a:cxnSpLocks/>
          </p:cNvCxnSpPr>
          <p:nvPr/>
        </p:nvCxnSpPr>
        <p:spPr>
          <a:xfrm>
            <a:off x="1017766" y="3301687"/>
            <a:ext cx="0" cy="124303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A98E8E-3319-7EC3-951E-FC050774F552}"/>
              </a:ext>
            </a:extLst>
          </p:cNvPr>
          <p:cNvGrpSpPr/>
          <p:nvPr/>
        </p:nvGrpSpPr>
        <p:grpSpPr>
          <a:xfrm>
            <a:off x="893343" y="348306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1639329-BE2C-898E-3E07-253F8443D9A4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9F4995B-EE44-90B2-F294-DC43096681A5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0F7762F-5B50-6686-3EDE-7A6B9CD3BBA4}"/>
              </a:ext>
            </a:extLst>
          </p:cNvPr>
          <p:cNvGrpSpPr/>
          <p:nvPr/>
        </p:nvGrpSpPr>
        <p:grpSpPr>
          <a:xfrm>
            <a:off x="9469049" y="1622178"/>
            <a:ext cx="1937537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3D86C3E-3084-9202-D76B-CF00A9C32804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AD01D9C-4103-C613-894D-D96A5892F0DC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5A40C79E-FFD7-C194-CD07-692313F5AACF}"/>
              </a:ext>
            </a:extLst>
          </p:cNvPr>
          <p:cNvCxnSpPr>
            <a:cxnSpLocks/>
            <a:stCxn id="74" idx="2"/>
            <a:endCxn id="89" idx="1"/>
          </p:cNvCxnSpPr>
          <p:nvPr/>
        </p:nvCxnSpPr>
        <p:spPr>
          <a:xfrm rot="16200000" flipH="1">
            <a:off x="4517554" y="3322542"/>
            <a:ext cx="1539383" cy="14596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09A07DA-5D9B-7FB6-9F2B-D81D69A59B61}"/>
              </a:ext>
            </a:extLst>
          </p:cNvPr>
          <p:cNvGrpSpPr/>
          <p:nvPr/>
        </p:nvGrpSpPr>
        <p:grpSpPr>
          <a:xfrm>
            <a:off x="4916697" y="3054035"/>
            <a:ext cx="1342660" cy="760219"/>
            <a:chOff x="8818833" y="3239588"/>
            <a:chExt cx="1342660" cy="7602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53C523-934D-570E-7B74-9005D411F78F}"/>
                </a:ext>
              </a:extLst>
            </p:cNvPr>
            <p:cNvSpPr txBox="1"/>
            <p:nvPr/>
          </p:nvSpPr>
          <p:spPr>
            <a:xfrm>
              <a:off x="8818833" y="3599697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5594E184-866C-5590-671D-579F481BEEF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C433754-D8DA-031F-BFD2-64CD26954FEC}"/>
              </a:ext>
            </a:extLst>
          </p:cNvPr>
          <p:cNvGrpSpPr/>
          <p:nvPr/>
        </p:nvGrpSpPr>
        <p:grpSpPr>
          <a:xfrm>
            <a:off x="4763899" y="518200"/>
            <a:ext cx="3584972" cy="400110"/>
            <a:chOff x="8926562" y="3216153"/>
            <a:chExt cx="3584972" cy="400110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83075B3-E120-0421-2106-990F9C088392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token owner?</a:t>
              </a:r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9FC7A01D-0190-464C-587A-698A4EB4526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19275396-0380-A8CF-615E-954AF6751A4D}"/>
              </a:ext>
            </a:extLst>
          </p:cNvPr>
          <p:cNvSpPr txBox="1"/>
          <p:nvPr/>
        </p:nvSpPr>
        <p:spPr>
          <a:xfrm>
            <a:off x="5634966" y="2650955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C109C589-53FF-F081-117B-D41C31952920}"/>
              </a:ext>
            </a:extLst>
          </p:cNvPr>
          <p:cNvCxnSpPr>
            <a:cxnSpLocks/>
            <a:stCxn id="20" idx="0"/>
            <a:endCxn id="65" idx="2"/>
          </p:cNvCxnSpPr>
          <p:nvPr/>
        </p:nvCxnSpPr>
        <p:spPr>
          <a:xfrm flipV="1">
            <a:off x="1933383" y="1387047"/>
            <a:ext cx="1150" cy="86386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1DF941-ECFF-EBAB-7471-F68011AA58E5}"/>
              </a:ext>
            </a:extLst>
          </p:cNvPr>
          <p:cNvGrpSpPr/>
          <p:nvPr/>
        </p:nvGrpSpPr>
        <p:grpSpPr>
          <a:xfrm>
            <a:off x="2073968" y="1511081"/>
            <a:ext cx="1702660" cy="400110"/>
            <a:chOff x="8926562" y="3216153"/>
            <a:chExt cx="1702660" cy="40011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8EE79C-0D6E-BD19-D6A9-B205C502364F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02715A74-C145-8607-CA92-80584A164E4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E94689A-76EF-48C1-91BA-735D935119E2}"/>
              </a:ext>
            </a:extLst>
          </p:cNvPr>
          <p:cNvSpPr txBox="1"/>
          <p:nvPr/>
        </p:nvSpPr>
        <p:spPr>
          <a:xfrm>
            <a:off x="178670" y="6248084"/>
            <a:ext cx="21255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Airport gates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5892F0-FA24-8BDB-964A-F69F5E731B43}"/>
              </a:ext>
            </a:extLst>
          </p:cNvPr>
          <p:cNvGrpSpPr/>
          <p:nvPr/>
        </p:nvGrpSpPr>
        <p:grpSpPr>
          <a:xfrm>
            <a:off x="808356" y="2250908"/>
            <a:ext cx="4085786" cy="1035708"/>
            <a:chOff x="808356" y="2260847"/>
            <a:chExt cx="4085786" cy="103570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1E2D21-8D47-261C-C065-91FFD650DA8B}"/>
                </a:ext>
              </a:extLst>
            </p:cNvPr>
            <p:cNvGrpSpPr/>
            <p:nvPr/>
          </p:nvGrpSpPr>
          <p:grpSpPr>
            <a:xfrm>
              <a:off x="808356" y="2278872"/>
              <a:ext cx="4085786" cy="1014729"/>
              <a:chOff x="7125195" y="1395349"/>
              <a:chExt cx="4085786" cy="10147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8916B31-B260-502E-2D2F-87AD35C3AC95}"/>
                  </a:ext>
                </a:extLst>
              </p:cNvPr>
              <p:cNvSpPr/>
              <p:nvPr/>
            </p:nvSpPr>
            <p:spPr>
              <a:xfrm>
                <a:off x="7229612" y="1758649"/>
                <a:ext cx="206796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💼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Consumer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35B7FE-09C7-7EEB-F916-632C45F74D32}"/>
                  </a:ext>
                </a:extLst>
              </p:cNvPr>
              <p:cNvSpPr/>
              <p:nvPr/>
            </p:nvSpPr>
            <p:spPr>
              <a:xfrm>
                <a:off x="7125195" y="1395349"/>
                <a:ext cx="4085786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👥 Domain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840C11-FC73-43AB-E168-7ACFE07EC3EC}"/>
                </a:ext>
              </a:extLst>
            </p:cNvPr>
            <p:cNvSpPr txBox="1"/>
            <p:nvPr/>
          </p:nvSpPr>
          <p:spPr>
            <a:xfrm>
              <a:off x="1811555" y="2260847"/>
              <a:ext cx="243656" cy="1035708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GB" dirty="0"/>
                <a:t>    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0ADA67A-E0F5-ED0F-DC52-7159F2CE9711}"/>
                </a:ext>
              </a:extLst>
            </p:cNvPr>
            <p:cNvSpPr/>
            <p:nvPr/>
          </p:nvSpPr>
          <p:spPr>
            <a:xfrm>
              <a:off x="3106545" y="2642875"/>
              <a:ext cx="1700627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0C5362DA-8A52-0EFD-EC2D-DA53D58F198C}"/>
              </a:ext>
            </a:extLst>
          </p:cNvPr>
          <p:cNvCxnSpPr>
            <a:cxnSpLocks/>
            <a:stCxn id="33" idx="1"/>
            <a:endCxn id="36" idx="3"/>
          </p:cNvCxnSpPr>
          <p:nvPr/>
        </p:nvCxnSpPr>
        <p:spPr>
          <a:xfrm flipH="1" flipV="1">
            <a:off x="4807172" y="2914028"/>
            <a:ext cx="719840" cy="15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746475-5251-2383-E6CC-0D610D12FDF8}"/>
              </a:ext>
            </a:extLst>
          </p:cNvPr>
          <p:cNvGrpSpPr/>
          <p:nvPr/>
        </p:nvGrpSpPr>
        <p:grpSpPr>
          <a:xfrm>
            <a:off x="1154652" y="3387397"/>
            <a:ext cx="1702660" cy="400110"/>
            <a:chOff x="8926562" y="3216153"/>
            <a:chExt cx="1702660" cy="4001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9FE36A-3D6A-6435-D068-87FA84EC4AAD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tokens?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CAC8B0A-F0F0-1E63-8583-16AD5B74801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064EB9-94BA-1658-46FD-FDD697039EAA}"/>
              </a:ext>
            </a:extLst>
          </p:cNvPr>
          <p:cNvGrpSpPr/>
          <p:nvPr/>
        </p:nvGrpSpPr>
        <p:grpSpPr>
          <a:xfrm>
            <a:off x="814681" y="4544726"/>
            <a:ext cx="2290617" cy="1038741"/>
            <a:chOff x="6104397" y="5100898"/>
            <a:chExt cx="4057968" cy="103874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DD4E8C0-71A2-0534-1081-B523C9664E1D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5EF9B84-2A6B-83F6-574C-403091D3A753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</p:txBody>
        </p:sp>
      </p:grpSp>
      <p:cxnSp>
        <p:nvCxnSpPr>
          <p:cNvPr id="69" name="Straight Arrow Connector 12">
            <a:extLst>
              <a:ext uri="{FF2B5EF4-FFF2-40B4-BE49-F238E27FC236}">
                <a16:creationId xmlns:a16="http://schemas.microsoft.com/office/drawing/2014/main" id="{4DD95053-2711-0CC8-B3BD-E5D3F20382DC}"/>
              </a:ext>
            </a:extLst>
          </p:cNvPr>
          <p:cNvCxnSpPr>
            <a:cxnSpLocks/>
          </p:cNvCxnSpPr>
          <p:nvPr/>
        </p:nvCxnSpPr>
        <p:spPr>
          <a:xfrm flipV="1">
            <a:off x="2692382" y="3354401"/>
            <a:ext cx="0" cy="119032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96E49AB-710A-7791-F123-42AAA91DD4C2}"/>
              </a:ext>
            </a:extLst>
          </p:cNvPr>
          <p:cNvSpPr txBox="1"/>
          <p:nvPr/>
        </p:nvSpPr>
        <p:spPr>
          <a:xfrm>
            <a:off x="4435613" y="2285608"/>
            <a:ext cx="243656" cy="99704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18BB214-5349-DED8-847C-1F30BE30CD97}"/>
              </a:ext>
            </a:extLst>
          </p:cNvPr>
          <p:cNvGrpSpPr/>
          <p:nvPr/>
        </p:nvGrpSpPr>
        <p:grpSpPr>
          <a:xfrm>
            <a:off x="2835268" y="4047284"/>
            <a:ext cx="1702660" cy="400110"/>
            <a:chOff x="8926562" y="3216153"/>
            <a:chExt cx="1702660" cy="40011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7FBD2B8-468E-A35B-6DD6-E80779A2938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{tokens}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BAE58209-D67B-292D-C424-2E089FD6968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D39A5B4-F294-0DE5-CA29-D88AB874DD2F}"/>
              </a:ext>
            </a:extLst>
          </p:cNvPr>
          <p:cNvGrpSpPr/>
          <p:nvPr/>
        </p:nvGrpSpPr>
        <p:grpSpPr>
          <a:xfrm>
            <a:off x="6017050" y="4130353"/>
            <a:ext cx="1058208" cy="1427543"/>
            <a:chOff x="2902723" y="422943"/>
            <a:chExt cx="1058208" cy="1427543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A4E237F2-FB22-5875-67D7-343CF4261610}"/>
                </a:ext>
              </a:extLst>
            </p:cNvPr>
            <p:cNvSpPr txBox="1">
              <a:spLocks/>
            </p:cNvSpPr>
            <p:nvPr/>
          </p:nvSpPr>
          <p:spPr>
            <a:xfrm>
              <a:off x="2902723" y="422943"/>
              <a:ext cx="1058208" cy="138337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7742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2000" i="1">
                  <a:solidFill>
                    <a:schemeClr val="accent4"/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static</a:t>
              </a:r>
              <a:b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</a:b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camera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A306D87-E471-151E-E56A-6D49DEA38F75}"/>
                </a:ext>
              </a:extLst>
            </p:cNvPr>
            <p:cNvSpPr txBox="1"/>
            <p:nvPr/>
          </p:nvSpPr>
          <p:spPr>
            <a:xfrm>
              <a:off x="3027059" y="1019489"/>
              <a:ext cx="9035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📷</a:t>
              </a:r>
            </a:p>
          </p:txBody>
        </p:sp>
      </p:grp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2972FF0F-87D6-EB4D-8B1D-81C526220E41}"/>
              </a:ext>
            </a:extLst>
          </p:cNvPr>
          <p:cNvCxnSpPr>
            <a:cxnSpLocks/>
            <a:stCxn id="34" idx="2"/>
            <a:endCxn id="89" idx="0"/>
          </p:cNvCxnSpPr>
          <p:nvPr/>
        </p:nvCxnSpPr>
        <p:spPr>
          <a:xfrm>
            <a:off x="6532050" y="3334326"/>
            <a:ext cx="14104" cy="79602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C96845-FC15-E6C8-4B2C-B18A20624399}"/>
              </a:ext>
            </a:extLst>
          </p:cNvPr>
          <p:cNvGrpSpPr/>
          <p:nvPr/>
        </p:nvGrpSpPr>
        <p:grpSpPr>
          <a:xfrm>
            <a:off x="6818847" y="3567624"/>
            <a:ext cx="2995706" cy="707886"/>
            <a:chOff x="2710967" y="1587276"/>
            <a:chExt cx="2995706" cy="707886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D993064B-DA5E-2EC2-AB71-5718EA6BE671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4" name="Content Placeholder 2">
              <a:extLst>
                <a:ext uri="{FF2B5EF4-FFF2-40B4-BE49-F238E27FC236}">
                  <a16:creationId xmlns:a16="http://schemas.microsoft.com/office/drawing/2014/main" id="{C553EA36-AD0C-907F-4924-81F3151B9356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87276"/>
              <a:ext cx="263570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look at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the camera</a:t>
              </a:r>
            </a:p>
          </p:txBody>
        </p:sp>
      </p:grpSp>
      <p:cxnSp>
        <p:nvCxnSpPr>
          <p:cNvPr id="111" name="Straight Arrow Connector 12">
            <a:extLst>
              <a:ext uri="{FF2B5EF4-FFF2-40B4-BE49-F238E27FC236}">
                <a16:creationId xmlns:a16="http://schemas.microsoft.com/office/drawing/2014/main" id="{70781A35-1769-8245-1713-8924E10DF18C}"/>
              </a:ext>
            </a:extLst>
          </p:cNvPr>
          <p:cNvCxnSpPr>
            <a:cxnSpLocks/>
            <a:stCxn id="74" idx="0"/>
            <a:endCxn id="87" idx="0"/>
          </p:cNvCxnSpPr>
          <p:nvPr/>
        </p:nvCxnSpPr>
        <p:spPr>
          <a:xfrm rot="5400000" flipH="1" flipV="1">
            <a:off x="7165914" y="-986295"/>
            <a:ext cx="663430" cy="5880377"/>
          </a:xfrm>
          <a:prstGeom prst="bentConnector3">
            <a:avLst>
              <a:gd name="adj1" fmla="val 29026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EE3B80C-E114-8538-DE72-18168BB9B899}"/>
              </a:ext>
            </a:extLst>
          </p:cNvPr>
          <p:cNvGrpSpPr/>
          <p:nvPr/>
        </p:nvGrpSpPr>
        <p:grpSpPr>
          <a:xfrm>
            <a:off x="9022868" y="470713"/>
            <a:ext cx="1474179" cy="760726"/>
            <a:chOff x="9671144" y="2153234"/>
            <a:chExt cx="1474179" cy="760726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813FD03-4F97-9408-AF83-1150FD179504}"/>
                </a:ext>
              </a:extLst>
            </p:cNvPr>
            <p:cNvGrpSpPr/>
            <p:nvPr/>
          </p:nvGrpSpPr>
          <p:grpSpPr>
            <a:xfrm>
              <a:off x="9671145" y="2153234"/>
              <a:ext cx="1474178" cy="740563"/>
              <a:chOff x="4936463" y="1810793"/>
              <a:chExt cx="1474178" cy="740563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5439BD0-B716-10AF-D7E9-6F1A30557514}"/>
                  </a:ext>
                </a:extLst>
              </p:cNvPr>
              <p:cNvSpPr/>
              <p:nvPr/>
            </p:nvSpPr>
            <p:spPr>
              <a:xfrm>
                <a:off x="4936463" y="1810793"/>
                <a:ext cx="1292420" cy="7405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795B71F-609E-3371-A2CB-331AF3710DF5}"/>
                  </a:ext>
                </a:extLst>
              </p:cNvPr>
              <p:cNvSpPr txBox="1"/>
              <p:nvPr/>
            </p:nvSpPr>
            <p:spPr>
              <a:xfrm>
                <a:off x="4998661" y="1857908"/>
                <a:ext cx="1411980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  <a:br>
                  <a:rPr lang="en-GB" dirty="0"/>
                </a:br>
                <a:r>
                  <a:rPr lang="en-GB" dirty="0"/>
                  <a:t>    Selfie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C48406-0519-6D89-6248-0516B0A1DA99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b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😶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1FD245A-CA26-0D24-F11E-831F5778DB77}"/>
              </a:ext>
            </a:extLst>
          </p:cNvPr>
          <p:cNvGrpSpPr/>
          <p:nvPr/>
        </p:nvGrpSpPr>
        <p:grpSpPr>
          <a:xfrm>
            <a:off x="9780202" y="2853454"/>
            <a:ext cx="1312458" cy="1067886"/>
            <a:chOff x="3080204" y="1202380"/>
            <a:chExt cx="1312458" cy="1067886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35549934-1E1F-B3C3-A983-FCAE92286130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437A252F-4FD0-F389-AE45-2D988A91B0FA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3559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57312-1085-E0F4-A687-88BF9A694C0B}"/>
              </a:ext>
            </a:extLst>
          </p:cNvPr>
          <p:cNvGrpSpPr/>
          <p:nvPr/>
        </p:nvGrpSpPr>
        <p:grpSpPr>
          <a:xfrm>
            <a:off x="9495567" y="1174867"/>
            <a:ext cx="1871678" cy="4052626"/>
            <a:chOff x="7125195" y="1395349"/>
            <a:chExt cx="2491201" cy="405262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791682-5560-9B08-94E8-39A38D7EC1C4}"/>
                </a:ext>
              </a:extLst>
            </p:cNvPr>
            <p:cNvSpPr/>
            <p:nvPr/>
          </p:nvSpPr>
          <p:spPr>
            <a:xfrm>
              <a:off x="7125195" y="1395349"/>
              <a:ext cx="2491201" cy="405262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F76DF0-6292-D387-A3FE-335A6E3622C5}"/>
                </a:ext>
              </a:extLst>
            </p:cNvPr>
            <p:cNvSpPr/>
            <p:nvPr/>
          </p:nvSpPr>
          <p:spPr>
            <a:xfrm>
              <a:off x="7233602" y="1758649"/>
              <a:ext cx="227475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🚂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Railway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B1B3686-FF6B-76CD-2336-8F734998704D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3186509" y="1684560"/>
            <a:ext cx="63875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73BE96-353A-D3A8-B313-85B0E49BC3B9}"/>
              </a:ext>
            </a:extLst>
          </p:cNvPr>
          <p:cNvGrpSpPr/>
          <p:nvPr/>
        </p:nvGrpSpPr>
        <p:grpSpPr>
          <a:xfrm>
            <a:off x="1197818" y="1026152"/>
            <a:ext cx="1988691" cy="1383576"/>
            <a:chOff x="4959152" y="4727414"/>
            <a:chExt cx="1988691" cy="138357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FB6FD9-476B-83DC-6A8B-8E71D6995D95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E6C68C4-8FAE-5BBD-8AE6-9B29882EF414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692F7E1-C80E-17AA-27E9-DFCBAD7A5B82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BF8E9C1-2356-11C9-59A8-DE7AF68AD47E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A5B892E-F3EE-C42A-60C8-AFE7C1410768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C2EE545-FD58-CF19-FE2C-058B2A99EAC4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D34953-75A5-65C5-1893-81952B3E81FB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D20545-23EB-08E8-51CC-0A8EC0E63929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228D7F26-7700-B59F-E1B6-7D073C25B1A8}"/>
              </a:ext>
            </a:extLst>
          </p:cNvPr>
          <p:cNvCxnSpPr>
            <a:cxnSpLocks/>
            <a:stCxn id="29" idx="1"/>
            <a:endCxn id="19" idx="1"/>
          </p:cNvCxnSpPr>
          <p:nvPr/>
        </p:nvCxnSpPr>
        <p:spPr>
          <a:xfrm rot="10800000" flipH="1" flipV="1">
            <a:off x="1197817" y="1684559"/>
            <a:ext cx="64027" cy="2521607"/>
          </a:xfrm>
          <a:prstGeom prst="bentConnector3">
            <a:avLst>
              <a:gd name="adj1" fmla="val -63218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A8E3A0-BE43-5BC1-843A-725492DB2EF3}"/>
              </a:ext>
            </a:extLst>
          </p:cNvPr>
          <p:cNvGrpSpPr/>
          <p:nvPr/>
        </p:nvGrpSpPr>
        <p:grpSpPr>
          <a:xfrm>
            <a:off x="2177135" y="306284"/>
            <a:ext cx="3584972" cy="400110"/>
            <a:chOff x="8926562" y="3216153"/>
            <a:chExt cx="3584972" cy="4001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C02FC50-9540-569B-7F92-2E9FD8F48B9C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set up direct debit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8A1B82F9-E9E1-5964-979E-9A501A1ECD1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F16A8A11-5300-D320-C77E-0BCACB7C9DB8}"/>
              </a:ext>
            </a:extLst>
          </p:cNvPr>
          <p:cNvCxnSpPr>
            <a:cxnSpLocks/>
            <a:stCxn id="29" idx="0"/>
            <a:endCxn id="14" idx="0"/>
          </p:cNvCxnSpPr>
          <p:nvPr/>
        </p:nvCxnSpPr>
        <p:spPr>
          <a:xfrm rot="16200000" flipH="1">
            <a:off x="6237427" y="-3019112"/>
            <a:ext cx="148715" cy="8239242"/>
          </a:xfrm>
          <a:prstGeom prst="bentConnector3">
            <a:avLst>
              <a:gd name="adj1" fmla="val -15371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36EED1-D432-F21E-4086-0C20F7E5D193}"/>
              </a:ext>
            </a:extLst>
          </p:cNvPr>
          <p:cNvGrpSpPr/>
          <p:nvPr/>
        </p:nvGrpSpPr>
        <p:grpSpPr>
          <a:xfrm>
            <a:off x="6628846" y="1172969"/>
            <a:ext cx="2766050" cy="400110"/>
            <a:chOff x="8926562" y="3216153"/>
            <a:chExt cx="2766050" cy="40011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535A93F-F7F9-4CE7-BB1D-E010E0E84076}"/>
                </a:ext>
              </a:extLst>
            </p:cNvPr>
            <p:cNvSpPr txBox="1"/>
            <p:nvPr/>
          </p:nvSpPr>
          <p:spPr>
            <a:xfrm>
              <a:off x="9286562" y="3216153"/>
              <a:ext cx="24060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download token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E94FF5F2-E847-A175-D320-3F47ED4E569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1D9DB41-4E94-A4DE-AE40-D4559433905D}"/>
              </a:ext>
            </a:extLst>
          </p:cNvPr>
          <p:cNvGrpSpPr/>
          <p:nvPr/>
        </p:nvGrpSpPr>
        <p:grpSpPr>
          <a:xfrm>
            <a:off x="1183005" y="3005595"/>
            <a:ext cx="3584972" cy="400110"/>
            <a:chOff x="8926562" y="3216153"/>
            <a:chExt cx="3584972" cy="40011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3DD7CA-7D6C-FA69-358F-E9A0F4DDDFF1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 token to userable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448BAFAD-2921-C94E-61F4-547233BA582F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F855AC9-11AA-A5B7-1ADB-4F1C9F0A3CC6}"/>
              </a:ext>
            </a:extLst>
          </p:cNvPr>
          <p:cNvGrpSpPr/>
          <p:nvPr/>
        </p:nvGrpSpPr>
        <p:grpSpPr>
          <a:xfrm>
            <a:off x="3349260" y="2059465"/>
            <a:ext cx="3584972" cy="400110"/>
            <a:chOff x="8926562" y="3216153"/>
            <a:chExt cx="3584972" cy="40011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47A8CF5-A621-BBB3-1C2D-89F8A73E1A14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test userable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2F00229F-1979-254F-A17B-4C8308EC6A08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39EB55C0-227D-A6A2-09F7-392CF7580ABD}"/>
              </a:ext>
            </a:extLst>
          </p:cNvPr>
          <p:cNvSpPr/>
          <p:nvPr/>
        </p:nvSpPr>
        <p:spPr>
          <a:xfrm>
            <a:off x="6055334" y="3511462"/>
            <a:ext cx="1825751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97" name="Straight Arrow Connector 12">
            <a:extLst>
              <a:ext uri="{FF2B5EF4-FFF2-40B4-BE49-F238E27FC236}">
                <a16:creationId xmlns:a16="http://schemas.microsoft.com/office/drawing/2014/main" id="{1264C00D-2D6B-6BD0-6C6D-503F675A32F6}"/>
              </a:ext>
            </a:extLst>
          </p:cNvPr>
          <p:cNvCxnSpPr>
            <a:cxnSpLocks/>
            <a:stCxn id="96" idx="0"/>
          </p:cNvCxnSpPr>
          <p:nvPr/>
        </p:nvCxnSpPr>
        <p:spPr>
          <a:xfrm rot="5400000" flipH="1" flipV="1">
            <a:off x="8244913" y="2062415"/>
            <a:ext cx="172345" cy="272575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2">
            <a:extLst>
              <a:ext uri="{FF2B5EF4-FFF2-40B4-BE49-F238E27FC236}">
                <a16:creationId xmlns:a16="http://schemas.microsoft.com/office/drawing/2014/main" id="{29003239-D1B3-7B5C-DDFE-E698A76D5C87}"/>
              </a:ext>
            </a:extLst>
          </p:cNvPr>
          <p:cNvCxnSpPr>
            <a:cxnSpLocks/>
            <a:stCxn id="96" idx="2"/>
          </p:cNvCxnSpPr>
          <p:nvPr/>
        </p:nvCxnSpPr>
        <p:spPr>
          <a:xfrm rot="16200000" flipH="1">
            <a:off x="8259569" y="2739699"/>
            <a:ext cx="143032" cy="272575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C2EEB82-8ED9-8DC3-46FE-D7ECAE960F63}"/>
              </a:ext>
            </a:extLst>
          </p:cNvPr>
          <p:cNvGrpSpPr/>
          <p:nvPr/>
        </p:nvGrpSpPr>
        <p:grpSpPr>
          <a:xfrm>
            <a:off x="10509749" y="2962246"/>
            <a:ext cx="661081" cy="1652105"/>
            <a:chOff x="9902694" y="3942278"/>
            <a:chExt cx="661081" cy="1652105"/>
          </a:xfrm>
        </p:grpSpPr>
        <p:sp>
          <p:nvSpPr>
            <p:cNvPr id="34" name="Can 33">
              <a:extLst>
                <a:ext uri="{FF2B5EF4-FFF2-40B4-BE49-F238E27FC236}">
                  <a16:creationId xmlns:a16="http://schemas.microsoft.com/office/drawing/2014/main" id="{D3A8AA15-B48D-09B8-910B-0D32FF8BECCC}"/>
                </a:ext>
              </a:extLst>
            </p:cNvPr>
            <p:cNvSpPr/>
            <p:nvPr/>
          </p:nvSpPr>
          <p:spPr>
            <a:xfrm>
              <a:off x="9902694" y="3942278"/>
              <a:ext cx="661081" cy="1652105"/>
            </a:xfrm>
            <a:prstGeom prst="ca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i="1" dirty="0">
                <a:solidFill>
                  <a:schemeClr val="bg2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28CFCBA-E503-B541-043F-5E81A7F6277A}"/>
                </a:ext>
              </a:extLst>
            </p:cNvPr>
            <p:cNvSpPr txBox="1"/>
            <p:nvPr/>
          </p:nvSpPr>
          <p:spPr>
            <a:xfrm rot="16200000">
              <a:off x="9577215" y="4651580"/>
              <a:ext cx="13291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i="1">
                  <a:solidFill>
                    <a:schemeClr val="bg2"/>
                  </a:solidFill>
                </a:rPr>
                <a:t>Records</a:t>
              </a:r>
              <a:endParaRPr lang="en-GB" i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FDBA2AD-49CF-4BCF-1368-5731406DBE58}"/>
              </a:ext>
            </a:extLst>
          </p:cNvPr>
          <p:cNvGrpSpPr/>
          <p:nvPr/>
        </p:nvGrpSpPr>
        <p:grpSpPr>
          <a:xfrm>
            <a:off x="6950320" y="2824299"/>
            <a:ext cx="3584972" cy="400110"/>
            <a:chOff x="8926562" y="3216153"/>
            <a:chExt cx="3584972" cy="40011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CDAEE8-55B1-83CC-99CA-EE44DF5FBABC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entry gate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37A0B368-F096-8729-9C89-B7F951ADAF0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75F57BB-8DC2-31F1-7B67-D25B5E88D6DF}"/>
              </a:ext>
            </a:extLst>
          </p:cNvPr>
          <p:cNvGrpSpPr/>
          <p:nvPr/>
        </p:nvGrpSpPr>
        <p:grpSpPr>
          <a:xfrm>
            <a:off x="6950320" y="4276349"/>
            <a:ext cx="3584972" cy="400110"/>
            <a:chOff x="8926562" y="3216153"/>
            <a:chExt cx="3584972" cy="400110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094CC1B-0E0D-9559-3CAF-BE1CDA2F8957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exit gate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431E12EA-0D2E-B5D3-C7DE-647BC459EE8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60BDDDD-FC58-A9E8-CD6A-1B785221D162}"/>
              </a:ext>
            </a:extLst>
          </p:cNvPr>
          <p:cNvSpPr/>
          <p:nvPr/>
        </p:nvSpPr>
        <p:spPr>
          <a:xfrm>
            <a:off x="1261845" y="3925075"/>
            <a:ext cx="21219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🎩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Custodian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ADA660-A463-4BFC-FD8A-4A705117594C}"/>
              </a:ext>
            </a:extLst>
          </p:cNvPr>
          <p:cNvSpPr/>
          <p:nvPr/>
        </p:nvSpPr>
        <p:spPr>
          <a:xfrm>
            <a:off x="1183005" y="3535745"/>
            <a:ext cx="2283109" cy="169174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 bound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71365A5-E2C5-D94A-E17B-6DA50C98CFC8}"/>
              </a:ext>
            </a:extLst>
          </p:cNvPr>
          <p:cNvSpPr/>
          <p:nvPr/>
        </p:nvSpPr>
        <p:spPr>
          <a:xfrm>
            <a:off x="1263931" y="4570899"/>
            <a:ext cx="211984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Payer</a:t>
            </a:r>
          </a:p>
        </p:txBody>
      </p:sp>
      <p:cxnSp>
        <p:nvCxnSpPr>
          <p:cNvPr id="140" name="Straight Arrow Connector 12">
            <a:extLst>
              <a:ext uri="{FF2B5EF4-FFF2-40B4-BE49-F238E27FC236}">
                <a16:creationId xmlns:a16="http://schemas.microsoft.com/office/drawing/2014/main" id="{2CB4B60D-1057-7AD1-98B8-D3D42398AAA0}"/>
              </a:ext>
            </a:extLst>
          </p:cNvPr>
          <p:cNvCxnSpPr>
            <a:cxnSpLocks/>
            <a:stCxn id="34" idx="3"/>
            <a:endCxn id="129" idx="3"/>
          </p:cNvCxnSpPr>
          <p:nvPr/>
        </p:nvCxnSpPr>
        <p:spPr>
          <a:xfrm rot="5400000">
            <a:off x="6993213" y="1004914"/>
            <a:ext cx="237640" cy="745651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C77A558-A500-5473-7B2A-A82D2E49D022}"/>
              </a:ext>
            </a:extLst>
          </p:cNvPr>
          <p:cNvGrpSpPr/>
          <p:nvPr/>
        </p:nvGrpSpPr>
        <p:grpSpPr>
          <a:xfrm>
            <a:off x="3621546" y="4320710"/>
            <a:ext cx="1365079" cy="400110"/>
            <a:chOff x="8926562" y="3216153"/>
            <a:chExt cx="1365079" cy="400110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7AC1296-72EB-CA3D-97EB-B0D0BD8C9803}"/>
                </a:ext>
              </a:extLst>
            </p:cNvPr>
            <p:cNvSpPr txBox="1"/>
            <p:nvPr/>
          </p:nvSpPr>
          <p:spPr>
            <a:xfrm>
              <a:off x="9286562" y="3216153"/>
              <a:ext cx="10050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E1CEEA8C-163A-CF71-32B1-D4D79696DAB0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</a:t>
              </a:r>
            </a:p>
          </p:txBody>
        </p:sp>
      </p:grp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C9EFB771-DBAE-11BA-BE6C-6FB58DB6BAEB}"/>
              </a:ext>
            </a:extLst>
          </p:cNvPr>
          <p:cNvCxnSpPr>
            <a:cxnSpLocks/>
            <a:stCxn id="29" idx="2"/>
            <a:endCxn id="13" idx="2"/>
          </p:cNvCxnSpPr>
          <p:nvPr/>
        </p:nvCxnSpPr>
        <p:spPr>
          <a:xfrm rot="5400000" flipH="1" flipV="1">
            <a:off x="6190545" y="-1898032"/>
            <a:ext cx="242618" cy="8239381"/>
          </a:xfrm>
          <a:prstGeom prst="bentConnector3">
            <a:avLst>
              <a:gd name="adj1" fmla="val -9422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E4235A9-9978-2044-774E-DBC4F3F7AD2E}"/>
              </a:ext>
            </a:extLst>
          </p:cNvPr>
          <p:cNvSpPr txBox="1"/>
          <p:nvPr/>
        </p:nvSpPr>
        <p:spPr>
          <a:xfrm>
            <a:off x="178670" y="6248084"/>
            <a:ext cx="357309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Variable railway gates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9B8F8DB-5046-7E56-BCE1-8D8DF249D59D}"/>
              </a:ext>
            </a:extLst>
          </p:cNvPr>
          <p:cNvSpPr/>
          <p:nvPr/>
        </p:nvSpPr>
        <p:spPr>
          <a:xfrm rot="16200000">
            <a:off x="9188641" y="3505662"/>
            <a:ext cx="1655194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109053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515</Words>
  <Application>Microsoft Macintosh PowerPoint</Application>
  <PresentationFormat>Widescreen</PresentationFormat>
  <Paragraphs>280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2025-04-22T20:22:30Z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2a34e08d-3b16-4089-bbc2-afb5d4c93d7b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