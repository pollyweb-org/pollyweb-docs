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30" r:id="rId2"/>
    <p:sldId id="1725" r:id="rId3"/>
    <p:sldId id="1724" r:id="rId4"/>
    <p:sldId id="1831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B0603020204020204" pitchFamily="34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🔎 User Search" id="{25C240E7-9785-5442-AC31-077BA8F0CCC1}">
          <p14:sldIdLst>
            <p14:sldId id="1830"/>
            <p14:sldId id="1725"/>
            <p14:sldId id="1724"/>
            <p14:sldId id="18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4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99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93CD-5B90-0A1F-7D65-414FD489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41C3E-F3A5-03F0-650B-960A0642F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DE66A-499F-4C47-4DE0-99E5EB2DE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ABF6102-3AE7-4CF0-4AAD-3CA516EC56F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E4E11-E5BA-773F-4D57-25037C52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FEB02A-7942-7166-2948-354B2E86D95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7CC49-75B5-C975-67E5-C0C5D8BEDF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75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648F-DF9C-5499-16F1-9A967BAC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CA654-C0EA-E443-28B0-A6CFBDB98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2B16F-9A36-6622-A395-93CDF41C9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9C9CC92-2ACD-C740-AD7B-DE84B15E203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149DD-5699-A4C5-AFD6-065EA9FA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AB5483-EBF5-A989-79BF-F7B4F75076E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E5F56-A65A-0EC1-3990-A96028B97B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80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70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00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5AA6-8D64-00AB-CC13-CECF2371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73948-B482-EB58-87B2-5DF07CA28F64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🔎 User Search</a:t>
            </a:r>
          </a:p>
        </p:txBody>
      </p:sp>
    </p:spTree>
    <p:extLst>
      <p:ext uri="{BB962C8B-B14F-4D97-AF65-F5344CB8AC3E}">
        <p14:creationId xmlns:p14="http://schemas.microsoft.com/office/powerpoint/2010/main" val="281703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D3196-82B8-D245-5072-C719DD83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E0CCC76A-76A9-9BDC-C34E-EE4501C73EB8}"/>
              </a:ext>
            </a:extLst>
          </p:cNvPr>
          <p:cNvGrpSpPr/>
          <p:nvPr/>
        </p:nvGrpSpPr>
        <p:grpSpPr>
          <a:xfrm>
            <a:off x="4264418" y="2115324"/>
            <a:ext cx="2998664" cy="1038741"/>
            <a:chOff x="7520892" y="1006813"/>
            <a:chExt cx="664436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A3DCA27-B9B6-2312-1451-4CAC066335BA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5F48375-DCB7-C352-0D0C-8E801603939F}"/>
                </a:ext>
              </a:extLst>
            </p:cNvPr>
            <p:cNvSpPr/>
            <p:nvPr/>
          </p:nvSpPr>
          <p:spPr>
            <a:xfrm>
              <a:off x="7520892" y="1006813"/>
              <a:ext cx="66443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0502261A-4F20-3DFD-4EA7-B211B22A2BB6}"/>
              </a:ext>
            </a:extLst>
          </p:cNvPr>
          <p:cNvCxnSpPr>
            <a:cxnSpLocks/>
            <a:stCxn id="65" idx="3"/>
            <a:endCxn id="47" idx="0"/>
          </p:cNvCxnSpPr>
          <p:nvPr/>
        </p:nvCxnSpPr>
        <p:spPr>
          <a:xfrm>
            <a:off x="2899425" y="918453"/>
            <a:ext cx="2189752" cy="12020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A3E18F0-03FB-281F-E0DE-426F23A93984}"/>
              </a:ext>
            </a:extLst>
          </p:cNvPr>
          <p:cNvGrpSpPr/>
          <p:nvPr/>
        </p:nvGrpSpPr>
        <p:grpSpPr>
          <a:xfrm>
            <a:off x="9649039" y="1976286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A3E9BA0-2492-DF3C-EFBE-4F0051A56527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2B0ACBA-B8A4-7DC8-2C71-FBF213C4828B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2A35DC5-2B51-A6AE-CCC8-15819FBEF2E8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B65D1BA-50AB-2E0A-8E43-E8E75340E54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DE72ECA-960D-502B-ABA4-D974D09A072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B575C73-B3C2-76F1-3CE4-A7B74BA1E6A5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210C5AA3-8DEF-BABD-CB76-D9B69F52583E}"/>
              </a:ext>
            </a:extLst>
          </p:cNvPr>
          <p:cNvSpPr txBox="1">
            <a:spLocks/>
          </p:cNvSpPr>
          <p:nvPr/>
        </p:nvSpPr>
        <p:spPr>
          <a:xfrm>
            <a:off x="7892530" y="2773752"/>
            <a:ext cx="161743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 in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{context📍}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F70390B-4AD7-44E9-282C-0D3D0BC696B5}"/>
              </a:ext>
            </a:extLst>
          </p:cNvPr>
          <p:cNvSpPr/>
          <p:nvPr/>
        </p:nvSpPr>
        <p:spPr>
          <a:xfrm>
            <a:off x="7522861" y="279380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9F381A-3C6E-E7EC-92E8-7BA7609D1997}"/>
              </a:ext>
            </a:extLst>
          </p:cNvPr>
          <p:cNvSpPr txBox="1"/>
          <p:nvPr/>
        </p:nvSpPr>
        <p:spPr>
          <a:xfrm>
            <a:off x="2819469" y="891835"/>
            <a:ext cx="21312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broadcast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D7E8906-6D68-736A-65D7-4E353E33ED60}"/>
              </a:ext>
            </a:extLst>
          </p:cNvPr>
          <p:cNvSpPr/>
          <p:nvPr/>
        </p:nvSpPr>
        <p:spPr>
          <a:xfrm>
            <a:off x="3053552" y="39710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2" name="Straight Arrow Connector 12">
            <a:extLst>
              <a:ext uri="{FF2B5EF4-FFF2-40B4-BE49-F238E27FC236}">
                <a16:creationId xmlns:a16="http://schemas.microsoft.com/office/drawing/2014/main" id="{7A9E0D46-83A0-6AE5-08A6-FCBCF57F822B}"/>
              </a:ext>
            </a:extLst>
          </p:cNvPr>
          <p:cNvCxnSpPr>
            <a:cxnSpLocks/>
            <a:stCxn id="85" idx="1"/>
            <a:endCxn id="57" idx="3"/>
          </p:cNvCxnSpPr>
          <p:nvPr/>
        </p:nvCxnSpPr>
        <p:spPr>
          <a:xfrm flipH="1">
            <a:off x="7263082" y="2634694"/>
            <a:ext cx="2385957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Can 23">
            <a:extLst>
              <a:ext uri="{FF2B5EF4-FFF2-40B4-BE49-F238E27FC236}">
                <a16:creationId xmlns:a16="http://schemas.microsoft.com/office/drawing/2014/main" id="{4310E664-BB2D-175D-4AEB-78ED986401A3}"/>
              </a:ext>
            </a:extLst>
          </p:cNvPr>
          <p:cNvSpPr/>
          <p:nvPr/>
        </p:nvSpPr>
        <p:spPr>
          <a:xfrm>
            <a:off x="6023949" y="2677870"/>
            <a:ext cx="932976" cy="707886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index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03A441-98D7-58C7-5B6A-685A638FF8CC}"/>
              </a:ext>
            </a:extLst>
          </p:cNvPr>
          <p:cNvGrpSpPr/>
          <p:nvPr/>
        </p:nvGrpSpPr>
        <p:grpSpPr>
          <a:xfrm>
            <a:off x="6676673" y="383372"/>
            <a:ext cx="2131291" cy="1038741"/>
            <a:chOff x="7507403" y="1006813"/>
            <a:chExt cx="691415" cy="10387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A48A20-A9D6-C6B6-401F-0C91EC1C7B3C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F0B658-B221-3E5B-2468-055010C475E2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1F0D0C26-2F1D-3FD5-1EC2-BE70EABBC550}"/>
              </a:ext>
            </a:extLst>
          </p:cNvPr>
          <p:cNvCxnSpPr>
            <a:cxnSpLocks/>
            <a:stCxn id="85" idx="0"/>
            <a:endCxn id="27" idx="3"/>
          </p:cNvCxnSpPr>
          <p:nvPr/>
        </p:nvCxnSpPr>
        <p:spPr>
          <a:xfrm rot="16200000" flipV="1">
            <a:off x="9188904" y="521804"/>
            <a:ext cx="1073543" cy="183542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12">
            <a:extLst>
              <a:ext uri="{FF2B5EF4-FFF2-40B4-BE49-F238E27FC236}">
                <a16:creationId xmlns:a16="http://schemas.microsoft.com/office/drawing/2014/main" id="{79F8D41F-8214-611A-6936-ADD04494425E}"/>
              </a:ext>
            </a:extLst>
          </p:cNvPr>
          <p:cNvCxnSpPr>
            <a:cxnSpLocks/>
            <a:stCxn id="27" idx="1"/>
            <a:endCxn id="39" idx="0"/>
          </p:cNvCxnSpPr>
          <p:nvPr/>
        </p:nvCxnSpPr>
        <p:spPr>
          <a:xfrm rot="10800000" flipV="1">
            <a:off x="6373543" y="902742"/>
            <a:ext cx="303131" cy="122329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84CA8CA-4791-ADCD-0945-EBE7F48B306D}"/>
              </a:ext>
            </a:extLst>
          </p:cNvPr>
          <p:cNvSpPr txBox="1"/>
          <p:nvPr/>
        </p:nvSpPr>
        <p:spPr>
          <a:xfrm>
            <a:off x="6251714" y="212603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370FDD04-D687-38D3-A71F-B06095927DD7}"/>
              </a:ext>
            </a:extLst>
          </p:cNvPr>
          <p:cNvSpPr txBox="1">
            <a:spLocks/>
          </p:cNvSpPr>
          <p:nvPr/>
        </p:nvSpPr>
        <p:spPr>
          <a:xfrm>
            <a:off x="9333278" y="373433"/>
            <a:ext cx="250422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 preferences</a:t>
            </a:r>
            <a:endParaRPr lang="en-GB" sz="1400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CDBDAF9-305F-2585-F26C-28C6E2CB40EC}"/>
              </a:ext>
            </a:extLst>
          </p:cNvPr>
          <p:cNvSpPr/>
          <p:nvPr/>
        </p:nvSpPr>
        <p:spPr>
          <a:xfrm>
            <a:off x="8963610" y="39348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97999F-1425-2405-0226-EC6E0351EC71}"/>
              </a:ext>
            </a:extLst>
          </p:cNvPr>
          <p:cNvSpPr txBox="1"/>
          <p:nvPr/>
        </p:nvSpPr>
        <p:spPr>
          <a:xfrm>
            <a:off x="4967349" y="2120523"/>
            <a:ext cx="243656" cy="103328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54" name="Can 53">
            <a:extLst>
              <a:ext uri="{FF2B5EF4-FFF2-40B4-BE49-F238E27FC236}">
                <a16:creationId xmlns:a16="http://schemas.microsoft.com/office/drawing/2014/main" id="{12CB8107-3353-9226-AD82-86BBBED9CEA0}"/>
              </a:ext>
            </a:extLst>
          </p:cNvPr>
          <p:cNvSpPr/>
          <p:nvPr/>
        </p:nvSpPr>
        <p:spPr>
          <a:xfrm>
            <a:off x="8294160" y="1093308"/>
            <a:ext cx="315055" cy="412081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GB" i="1" dirty="0">
              <a:solidFill>
                <a:schemeClr val="bg2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1244BD-3008-0664-5F82-3AE4806ED689}"/>
              </a:ext>
            </a:extLst>
          </p:cNvPr>
          <p:cNvSpPr txBox="1"/>
          <p:nvPr/>
        </p:nvSpPr>
        <p:spPr>
          <a:xfrm>
            <a:off x="479153" y="434070"/>
            <a:ext cx="78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AFED8E9-945D-67D6-636E-B7CC1513146E}"/>
              </a:ext>
            </a:extLst>
          </p:cNvPr>
          <p:cNvGrpSpPr/>
          <p:nvPr/>
        </p:nvGrpSpPr>
        <p:grpSpPr>
          <a:xfrm>
            <a:off x="561934" y="387001"/>
            <a:ext cx="2344420" cy="3071815"/>
            <a:chOff x="561934" y="387001"/>
            <a:chExt cx="2344420" cy="307181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20FE75E-2BA4-6FE4-07C5-D196749323C9}"/>
                </a:ext>
              </a:extLst>
            </p:cNvPr>
            <p:cNvGrpSpPr/>
            <p:nvPr/>
          </p:nvGrpSpPr>
          <p:grpSpPr>
            <a:xfrm>
              <a:off x="561934" y="387001"/>
              <a:ext cx="2344420" cy="3071815"/>
              <a:chOff x="7507403" y="1006812"/>
              <a:chExt cx="691415" cy="3071815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FDD2211-BDCD-3F2A-1FEE-E12F9B94DBEC}"/>
                  </a:ext>
                </a:extLst>
              </p:cNvPr>
              <p:cNvSpPr/>
              <p:nvPr/>
            </p:nvSpPr>
            <p:spPr>
              <a:xfrm>
                <a:off x="7538137" y="1386857"/>
                <a:ext cx="628958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🕸 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Graphs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81A1FAD-B999-FB54-4FDF-12EEF9A459D2}"/>
                  </a:ext>
                </a:extLst>
              </p:cNvPr>
              <p:cNvSpPr/>
              <p:nvPr/>
            </p:nvSpPr>
            <p:spPr>
              <a:xfrm>
                <a:off x="7507403" y="1006812"/>
                <a:ext cx="691415" cy="3071815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 Streamers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B6401E-0128-2B4D-5307-C37404151626}"/>
                </a:ext>
              </a:extLst>
            </p:cNvPr>
            <p:cNvSpPr/>
            <p:nvPr/>
          </p:nvSpPr>
          <p:spPr>
            <a:xfrm>
              <a:off x="667823" y="1455551"/>
              <a:ext cx="21326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Feedbacks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0DFEE66-FEE6-C9DD-F150-59CB50C55133}"/>
                </a:ext>
              </a:extLst>
            </p:cNvPr>
            <p:cNvSpPr/>
            <p:nvPr/>
          </p:nvSpPr>
          <p:spPr>
            <a:xfrm>
              <a:off x="670872" y="2123922"/>
              <a:ext cx="21326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👀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Advertisers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7CCFE26-40AE-635D-A724-2B0111BABD0F}"/>
              </a:ext>
            </a:extLst>
          </p:cNvPr>
          <p:cNvSpPr txBox="1"/>
          <p:nvPr/>
        </p:nvSpPr>
        <p:spPr>
          <a:xfrm>
            <a:off x="2655769" y="73378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EA95966-0BA0-5171-C9B7-1D9E13522F47}"/>
              </a:ext>
            </a:extLst>
          </p:cNvPr>
          <p:cNvSpPr/>
          <p:nvPr/>
        </p:nvSpPr>
        <p:spPr>
          <a:xfrm>
            <a:off x="666146" y="2792293"/>
            <a:ext cx="213264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🔥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Firewalls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7269E-51FE-A438-B453-1E95981BC519}"/>
              </a:ext>
            </a:extLst>
          </p:cNvPr>
          <p:cNvSpPr txBox="1"/>
          <p:nvPr/>
        </p:nvSpPr>
        <p:spPr>
          <a:xfrm>
            <a:off x="178670" y="6248084"/>
            <a:ext cx="121347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FINDER</a:t>
            </a:r>
          </a:p>
        </p:txBody>
      </p:sp>
    </p:spTree>
    <p:extLst>
      <p:ext uri="{BB962C8B-B14F-4D97-AF65-F5344CB8AC3E}">
        <p14:creationId xmlns:p14="http://schemas.microsoft.com/office/powerpoint/2010/main" val="9587095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0941-885F-A1B6-B1A5-349CACF7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4E73810B-D05E-A070-30A0-DA6095DAF932}"/>
              </a:ext>
            </a:extLst>
          </p:cNvPr>
          <p:cNvSpPr txBox="1"/>
          <p:nvPr/>
        </p:nvSpPr>
        <p:spPr>
          <a:xfrm>
            <a:off x="2323864" y="2590477"/>
            <a:ext cx="136695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107F71-5EDC-9652-6FBD-794F2A9F1A8F}"/>
              </a:ext>
            </a:extLst>
          </p:cNvPr>
          <p:cNvSpPr/>
          <p:nvPr/>
        </p:nvSpPr>
        <p:spPr>
          <a:xfrm>
            <a:off x="335198" y="653853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EB474D-889F-43BA-61D7-B5AD1AB910F1}"/>
              </a:ext>
            </a:extLst>
          </p:cNvPr>
          <p:cNvSpPr/>
          <p:nvPr/>
        </p:nvSpPr>
        <p:spPr>
          <a:xfrm>
            <a:off x="335198" y="1633675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116BCB-6AE6-5644-AEEF-983398A448AA}"/>
              </a:ext>
            </a:extLst>
          </p:cNvPr>
          <p:cNvSpPr/>
          <p:nvPr/>
        </p:nvSpPr>
        <p:spPr>
          <a:xfrm>
            <a:off x="335198" y="2731296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CE4C60-1755-5B9F-79E4-8393903E0DEF}"/>
              </a:ext>
            </a:extLst>
          </p:cNvPr>
          <p:cNvSpPr/>
          <p:nvPr/>
        </p:nvSpPr>
        <p:spPr>
          <a:xfrm>
            <a:off x="1799985" y="2731296"/>
            <a:ext cx="59674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⭐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09AE4D-0E69-7AE2-BC4E-6BF4D784F04D}"/>
              </a:ext>
            </a:extLst>
          </p:cNvPr>
          <p:cNvGrpSpPr/>
          <p:nvPr/>
        </p:nvGrpSpPr>
        <p:grpSpPr>
          <a:xfrm>
            <a:off x="3078031" y="415573"/>
            <a:ext cx="2131291" cy="1038741"/>
            <a:chOff x="7507403" y="1006813"/>
            <a:chExt cx="691415" cy="10387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EF2FE-4B4A-4E93-6412-FE6391B2DE27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⭐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Reviewer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FC18F0C-658F-4BAC-6F8D-62DC55706A7F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2A310E8-DDF9-8AA8-FBD0-6B9C087E4545}"/>
              </a:ext>
            </a:extLst>
          </p:cNvPr>
          <p:cNvGrpSpPr/>
          <p:nvPr/>
        </p:nvGrpSpPr>
        <p:grpSpPr>
          <a:xfrm>
            <a:off x="3078031" y="2493016"/>
            <a:ext cx="2131291" cy="1038741"/>
            <a:chOff x="7507403" y="1006813"/>
            <a:chExt cx="691415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B45F16-CBA7-E60B-A41A-A5133E7AA3F9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3D8BC3B-D6F1-5A93-37C8-D0EF51B4CCF8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58" name="Straight Arrow Connector 12">
            <a:extLst>
              <a:ext uri="{FF2B5EF4-FFF2-40B4-BE49-F238E27FC236}">
                <a16:creationId xmlns:a16="http://schemas.microsoft.com/office/drawing/2014/main" id="{E6DA65F3-FA1C-150A-059F-4116ED2EF745}"/>
              </a:ext>
            </a:extLst>
          </p:cNvPr>
          <p:cNvCxnSpPr>
            <a:cxnSpLocks/>
            <a:stCxn id="30" idx="3"/>
            <a:endCxn id="52" idx="1"/>
          </p:cNvCxnSpPr>
          <p:nvPr/>
        </p:nvCxnSpPr>
        <p:spPr>
          <a:xfrm flipV="1">
            <a:off x="902662" y="934944"/>
            <a:ext cx="2175369" cy="1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6E764E1F-DD76-3823-0B06-09888338283D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902662" y="3012388"/>
            <a:ext cx="897323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92F292A5-6C3B-933B-406E-EF964D4E09F0}"/>
              </a:ext>
            </a:extLst>
          </p:cNvPr>
          <p:cNvCxnSpPr>
            <a:cxnSpLocks/>
            <a:stCxn id="34" idx="3"/>
            <a:endCxn id="57" idx="1"/>
          </p:cNvCxnSpPr>
          <p:nvPr/>
        </p:nvCxnSpPr>
        <p:spPr>
          <a:xfrm flipV="1">
            <a:off x="2396731" y="3012387"/>
            <a:ext cx="681300" cy="1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EDB3D7CF-BFD6-0F34-5F52-0CB44D71FCB7}"/>
              </a:ext>
            </a:extLst>
          </p:cNvPr>
          <p:cNvCxnSpPr>
            <a:cxnSpLocks/>
            <a:stCxn id="52" idx="2"/>
            <a:endCxn id="57" idx="0"/>
          </p:cNvCxnSpPr>
          <p:nvPr/>
        </p:nvCxnSpPr>
        <p:spPr>
          <a:xfrm>
            <a:off x="4143677" y="1454314"/>
            <a:ext cx="0" cy="10387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43B5D772-D1E4-9011-E653-19339107EDFD}"/>
              </a:ext>
            </a:extLst>
          </p:cNvPr>
          <p:cNvCxnSpPr>
            <a:cxnSpLocks/>
            <a:stCxn id="32" idx="3"/>
            <a:endCxn id="34" idx="0"/>
          </p:cNvCxnSpPr>
          <p:nvPr/>
        </p:nvCxnSpPr>
        <p:spPr>
          <a:xfrm>
            <a:off x="902662" y="1914767"/>
            <a:ext cx="1195696" cy="81652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B82160C-B6D1-FE79-6447-ADB02AA302BA}"/>
              </a:ext>
            </a:extLst>
          </p:cNvPr>
          <p:cNvGrpSpPr/>
          <p:nvPr/>
        </p:nvGrpSpPr>
        <p:grpSpPr>
          <a:xfrm>
            <a:off x="7325811" y="1315257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C3BADD5-775D-A815-281A-C223BE617D7F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258AC17-74BA-5F84-B02F-CC212B8292F9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B04BF58-E0F2-DC29-C329-3769A7B7FC13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02664B5-A37F-45B9-9A17-CEFD39E32D0C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C7FB9F5-16FC-A69C-7F72-89AE239E779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EEDB39A-4949-A570-AECA-EE25323CBB0D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808A83C4-9096-10E0-9467-99E83B1ED087}"/>
              </a:ext>
            </a:extLst>
          </p:cNvPr>
          <p:cNvCxnSpPr>
            <a:cxnSpLocks/>
            <a:stCxn id="85" idx="0"/>
            <a:endCxn id="52" idx="3"/>
          </p:cNvCxnSpPr>
          <p:nvPr/>
        </p:nvCxnSpPr>
        <p:spPr>
          <a:xfrm rot="16200000" flipV="1">
            <a:off x="6574584" y="-430317"/>
            <a:ext cx="380313" cy="311083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Straight Arrow Connector 12">
            <a:extLst>
              <a:ext uri="{FF2B5EF4-FFF2-40B4-BE49-F238E27FC236}">
                <a16:creationId xmlns:a16="http://schemas.microsoft.com/office/drawing/2014/main" id="{07091E04-B01C-006E-467B-200CF20B1419}"/>
              </a:ext>
            </a:extLst>
          </p:cNvPr>
          <p:cNvCxnSpPr>
            <a:cxnSpLocks/>
            <a:stCxn id="85" idx="2"/>
            <a:endCxn id="57" idx="3"/>
          </p:cNvCxnSpPr>
          <p:nvPr/>
        </p:nvCxnSpPr>
        <p:spPr>
          <a:xfrm rot="5400000">
            <a:off x="6574583" y="1266813"/>
            <a:ext cx="380314" cy="311083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E822595C-3DE8-41A9-78D5-3FEC3C98C881}"/>
              </a:ext>
            </a:extLst>
          </p:cNvPr>
          <p:cNvSpPr txBox="1">
            <a:spLocks/>
          </p:cNvSpPr>
          <p:nvPr/>
        </p:nvSpPr>
        <p:spPr>
          <a:xfrm>
            <a:off x="5775501" y="3141505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 domains </a:t>
            </a:r>
            <a:r>
              <a:rPr lang="en-GB" sz="1400" dirty="0"/>
              <a:t>🔍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BA3B3860-A732-47C3-31A2-31BB0BC4F839}"/>
              </a:ext>
            </a:extLst>
          </p:cNvPr>
          <p:cNvSpPr/>
          <p:nvPr/>
        </p:nvSpPr>
        <p:spPr>
          <a:xfrm>
            <a:off x="5405833" y="317149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6" name="Content Placeholder 2">
            <a:extLst>
              <a:ext uri="{FF2B5EF4-FFF2-40B4-BE49-F238E27FC236}">
                <a16:creationId xmlns:a16="http://schemas.microsoft.com/office/drawing/2014/main" id="{BB23B1EA-BB15-2566-314A-F020D13D5342}"/>
              </a:ext>
            </a:extLst>
          </p:cNvPr>
          <p:cNvSpPr txBox="1">
            <a:spLocks/>
          </p:cNvSpPr>
          <p:nvPr/>
        </p:nvSpPr>
        <p:spPr>
          <a:xfrm>
            <a:off x="5765833" y="409462"/>
            <a:ext cx="268426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submit review </a:t>
            </a:r>
            <a:r>
              <a:rPr lang="en-GB" sz="1400" dirty="0"/>
              <a:t>⭐ ⭐ ⭐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AB81183B-2A24-CDED-53E5-27CD779D1502}"/>
              </a:ext>
            </a:extLst>
          </p:cNvPr>
          <p:cNvSpPr/>
          <p:nvPr/>
        </p:nvSpPr>
        <p:spPr>
          <a:xfrm>
            <a:off x="5396165" y="43945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BD7CA27-AE8C-9EEE-8108-D042514B4DB2}"/>
              </a:ext>
            </a:extLst>
          </p:cNvPr>
          <p:cNvSpPr txBox="1"/>
          <p:nvPr/>
        </p:nvSpPr>
        <p:spPr>
          <a:xfrm>
            <a:off x="4045041" y="1683933"/>
            <a:ext cx="21312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broadcast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46570D-80AF-BFA9-8655-781E80201B29}"/>
              </a:ext>
            </a:extLst>
          </p:cNvPr>
          <p:cNvSpPr txBox="1"/>
          <p:nvPr/>
        </p:nvSpPr>
        <p:spPr>
          <a:xfrm>
            <a:off x="935611" y="565611"/>
            <a:ext cx="1634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⭐ ⭐ ⭐ ⭐</a:t>
            </a:r>
            <a:endParaRPr lang="en-GB" spc="-3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D21A47-1925-895D-84A1-69DCA9AE06C6}"/>
              </a:ext>
            </a:extLst>
          </p:cNvPr>
          <p:cNvSpPr txBox="1"/>
          <p:nvPr/>
        </p:nvSpPr>
        <p:spPr>
          <a:xfrm>
            <a:off x="917134" y="1550741"/>
            <a:ext cx="1634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</a:t>
            </a:r>
            <a:endParaRPr lang="en-GB" spc="-3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BFB805B-5E3F-3EF9-03E2-55DAB89218EE}"/>
              </a:ext>
            </a:extLst>
          </p:cNvPr>
          <p:cNvSpPr txBox="1"/>
          <p:nvPr/>
        </p:nvSpPr>
        <p:spPr>
          <a:xfrm>
            <a:off x="927697" y="2647275"/>
            <a:ext cx="611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⭐</a:t>
            </a:r>
            <a:endParaRPr lang="en-GB" spc="-300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D6F1DFFB-04A6-CB0F-466D-F933AAAEB783}"/>
              </a:ext>
            </a:extLst>
          </p:cNvPr>
          <p:cNvSpPr/>
          <p:nvPr/>
        </p:nvSpPr>
        <p:spPr>
          <a:xfrm>
            <a:off x="3658636" y="175628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BCA1843-AA28-3823-95FA-5A325AD3029C}"/>
              </a:ext>
            </a:extLst>
          </p:cNvPr>
          <p:cNvGrpSpPr/>
          <p:nvPr/>
        </p:nvGrpSpPr>
        <p:grpSpPr>
          <a:xfrm>
            <a:off x="9933645" y="412665"/>
            <a:ext cx="1988691" cy="1041649"/>
            <a:chOff x="6139542" y="968452"/>
            <a:chExt cx="1988691" cy="1041649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9B0298C-2E3A-50E0-6365-7A64C82BD20F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1272159-C833-DB51-B818-30D28969C3C4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109" name="Straight Arrow Connector 12">
            <a:extLst>
              <a:ext uri="{FF2B5EF4-FFF2-40B4-BE49-F238E27FC236}">
                <a16:creationId xmlns:a16="http://schemas.microsoft.com/office/drawing/2014/main" id="{F055D60C-46C7-C11F-2533-07E7F8CA5569}"/>
              </a:ext>
            </a:extLst>
          </p:cNvPr>
          <p:cNvCxnSpPr>
            <a:cxnSpLocks/>
            <a:endCxn id="107" idx="1"/>
          </p:cNvCxnSpPr>
          <p:nvPr/>
        </p:nvCxnSpPr>
        <p:spPr>
          <a:xfrm flipV="1">
            <a:off x="8450099" y="933490"/>
            <a:ext cx="1483546" cy="1453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4237904E-EBF7-EC3F-6AD4-E116ADFDAC06}"/>
              </a:ext>
            </a:extLst>
          </p:cNvPr>
          <p:cNvSpPr/>
          <p:nvPr/>
        </p:nvSpPr>
        <p:spPr>
          <a:xfrm>
            <a:off x="9469531" y="213446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DF9F6F26-A603-7F1E-4136-33F72ADF782D}"/>
              </a:ext>
            </a:extLst>
          </p:cNvPr>
          <p:cNvSpPr txBox="1">
            <a:spLocks/>
          </p:cNvSpPr>
          <p:nvPr/>
        </p:nvSpPr>
        <p:spPr>
          <a:xfrm>
            <a:off x="9843251" y="2112753"/>
            <a:ext cx="220239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anti-bot check</a:t>
            </a:r>
            <a:endParaRPr lang="en-GB" sz="1400" dirty="0"/>
          </a:p>
        </p:txBody>
      </p:sp>
      <p:cxnSp>
        <p:nvCxnSpPr>
          <p:cNvPr id="115" name="Straight Arrow Connector 12">
            <a:extLst>
              <a:ext uri="{FF2B5EF4-FFF2-40B4-BE49-F238E27FC236}">
                <a16:creationId xmlns:a16="http://schemas.microsoft.com/office/drawing/2014/main" id="{2856365A-0A8C-6226-5620-B39E18D765D4}"/>
              </a:ext>
            </a:extLst>
          </p:cNvPr>
          <p:cNvCxnSpPr>
            <a:cxnSpLocks/>
            <a:stCxn id="107" idx="2"/>
            <a:endCxn id="85" idx="3"/>
          </p:cNvCxnSpPr>
          <p:nvPr/>
        </p:nvCxnSpPr>
        <p:spPr>
          <a:xfrm rot="5400000">
            <a:off x="9861572" y="907245"/>
            <a:ext cx="519351" cy="161348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AEE96876-BE70-84FC-A770-997FCD7CB3CB}"/>
              </a:ext>
            </a:extLst>
          </p:cNvPr>
          <p:cNvSpPr/>
          <p:nvPr/>
        </p:nvSpPr>
        <p:spPr>
          <a:xfrm>
            <a:off x="8988386" y="43700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47D53C38-C5BA-01C4-F9AC-997D05CB5E7D}"/>
              </a:ext>
            </a:extLst>
          </p:cNvPr>
          <p:cNvSpPr txBox="1">
            <a:spLocks/>
          </p:cNvSpPr>
          <p:nvPr/>
        </p:nvSpPr>
        <p:spPr>
          <a:xfrm>
            <a:off x="9362106" y="415299"/>
            <a:ext cx="6054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OK</a:t>
            </a:r>
            <a:endParaRPr lang="en-GB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CF5F3-9826-8A80-5EED-74A96C42A46E}"/>
              </a:ext>
            </a:extLst>
          </p:cNvPr>
          <p:cNvSpPr txBox="1"/>
          <p:nvPr/>
        </p:nvSpPr>
        <p:spPr>
          <a:xfrm>
            <a:off x="178670" y="6248084"/>
            <a:ext cx="170719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REVIEWER</a:t>
            </a:r>
          </a:p>
        </p:txBody>
      </p:sp>
    </p:spTree>
    <p:extLst>
      <p:ext uri="{BB962C8B-B14F-4D97-AF65-F5344CB8AC3E}">
        <p14:creationId xmlns:p14="http://schemas.microsoft.com/office/powerpoint/2010/main" val="355795215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D951D0EF-BD50-6A4D-74D8-2E4BC0DEF66B}"/>
              </a:ext>
            </a:extLst>
          </p:cNvPr>
          <p:cNvSpPr/>
          <p:nvPr/>
        </p:nvSpPr>
        <p:spPr>
          <a:xfrm>
            <a:off x="6625463" y="3726986"/>
            <a:ext cx="159723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EA5AD9-03C1-A956-8EC0-E99DFF80E721}"/>
              </a:ext>
            </a:extLst>
          </p:cNvPr>
          <p:cNvSpPr/>
          <p:nvPr/>
        </p:nvSpPr>
        <p:spPr>
          <a:xfrm>
            <a:off x="2745902" y="3254173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Advertiser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833497-B4F8-8633-5FD6-BC940A3CD569}"/>
              </a:ext>
            </a:extLst>
          </p:cNvPr>
          <p:cNvSpPr/>
          <p:nvPr/>
        </p:nvSpPr>
        <p:spPr>
          <a:xfrm>
            <a:off x="282229" y="3726986"/>
            <a:ext cx="133414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D60F8-6288-9DA1-99B0-501CD9431A15}"/>
              </a:ext>
            </a:extLst>
          </p:cNvPr>
          <p:cNvSpPr/>
          <p:nvPr/>
        </p:nvSpPr>
        <p:spPr>
          <a:xfrm>
            <a:off x="282227" y="3254173"/>
            <a:ext cx="1334146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Seller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372D8C-92F8-250A-1276-D3D19463AD5B}"/>
              </a:ext>
            </a:extLst>
          </p:cNvPr>
          <p:cNvSpPr/>
          <p:nvPr/>
        </p:nvSpPr>
        <p:spPr>
          <a:xfrm>
            <a:off x="2745899" y="3726986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C2E7A-2446-41DD-3AAE-9123C93AD95E}"/>
              </a:ext>
            </a:extLst>
          </p:cNvPr>
          <p:cNvSpPr/>
          <p:nvPr/>
        </p:nvSpPr>
        <p:spPr>
          <a:xfrm>
            <a:off x="203773" y="2890741"/>
            <a:ext cx="1481277" cy="130349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A969CE-7D56-900A-1E68-588D11F406FE}"/>
              </a:ext>
            </a:extLst>
          </p:cNvPr>
          <p:cNvSpPr/>
          <p:nvPr/>
        </p:nvSpPr>
        <p:spPr>
          <a:xfrm>
            <a:off x="2745902" y="41906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FAFFF3-1D1D-FB73-B78B-605CE33254ED}"/>
              </a:ext>
            </a:extLst>
          </p:cNvPr>
          <p:cNvSpPr/>
          <p:nvPr/>
        </p:nvSpPr>
        <p:spPr>
          <a:xfrm>
            <a:off x="2745898" y="46583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87186-E7C6-E1D9-86B5-18F8F0201601}"/>
              </a:ext>
            </a:extLst>
          </p:cNvPr>
          <p:cNvSpPr/>
          <p:nvPr/>
        </p:nvSpPr>
        <p:spPr>
          <a:xfrm>
            <a:off x="10108125" y="3254173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Host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F53AFB-FF8B-AB33-623C-865793CF0ACB}"/>
              </a:ext>
            </a:extLst>
          </p:cNvPr>
          <p:cNvSpPr/>
          <p:nvPr/>
        </p:nvSpPr>
        <p:spPr>
          <a:xfrm>
            <a:off x="10106664" y="3726986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539C04-88B0-E456-2CF6-0C9FE3578B15}"/>
              </a:ext>
            </a:extLst>
          </p:cNvPr>
          <p:cNvSpPr/>
          <p:nvPr/>
        </p:nvSpPr>
        <p:spPr>
          <a:xfrm>
            <a:off x="10031551" y="2889672"/>
            <a:ext cx="1828801" cy="130098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A93E05-F44F-923E-EF43-D293496D9A31}"/>
              </a:ext>
            </a:extLst>
          </p:cNvPr>
          <p:cNvSpPr/>
          <p:nvPr/>
        </p:nvSpPr>
        <p:spPr>
          <a:xfrm>
            <a:off x="2671808" y="2893707"/>
            <a:ext cx="1982110" cy="221556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advertisers</a:t>
            </a: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DF7714FC-069A-4A33-B802-D197FFA5F20B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>
            <a:off x="1616374" y="3923186"/>
            <a:ext cx="1129525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AB694B1-BC08-6E9C-0B45-12BAADB1D403}"/>
              </a:ext>
            </a:extLst>
          </p:cNvPr>
          <p:cNvSpPr/>
          <p:nvPr/>
        </p:nvSpPr>
        <p:spPr>
          <a:xfrm>
            <a:off x="6616960" y="3255483"/>
            <a:ext cx="1605738" cy="39109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Curator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26FB43-55FA-4B7C-928D-AE9A94AFEE30}"/>
              </a:ext>
            </a:extLst>
          </p:cNvPr>
          <p:cNvSpPr/>
          <p:nvPr/>
        </p:nvSpPr>
        <p:spPr>
          <a:xfrm>
            <a:off x="10273104" y="1173037"/>
            <a:ext cx="136145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Broker</a:t>
            </a:r>
          </a:p>
        </p:txBody>
      </p:sp>
      <p:cxnSp>
        <p:nvCxnSpPr>
          <p:cNvPr id="8" name="Straight Arrow Connector 12">
            <a:extLst>
              <a:ext uri="{FF2B5EF4-FFF2-40B4-BE49-F238E27FC236}">
                <a16:creationId xmlns:a16="http://schemas.microsoft.com/office/drawing/2014/main" id="{8210C39D-025B-B488-8DCA-563EADC9BE40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1713868" y="3354820"/>
            <a:ext cx="267469" cy="1796600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D0EB77B4-D8FE-DABB-3F76-E98C76A236D7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1616373" y="3450373"/>
            <a:ext cx="1129529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1B0A4189-5100-1C6D-25F2-2536A66758A8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2643219" y="5211950"/>
            <a:ext cx="444435" cy="239072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28ED1674-A973-8A3F-076E-9F6A55D8B9EB}"/>
              </a:ext>
            </a:extLst>
          </p:cNvPr>
          <p:cNvSpPr/>
          <p:nvPr/>
        </p:nvSpPr>
        <p:spPr>
          <a:xfrm>
            <a:off x="2984972" y="5357504"/>
            <a:ext cx="1376334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8B651ACD-E6BA-283B-82BE-1BFE1365A74C}"/>
              </a:ext>
            </a:extLst>
          </p:cNvPr>
          <p:cNvCxnSpPr>
            <a:cxnSpLocks/>
            <a:stCxn id="36" idx="1"/>
            <a:endCxn id="2" idx="3"/>
          </p:cNvCxnSpPr>
          <p:nvPr/>
        </p:nvCxnSpPr>
        <p:spPr>
          <a:xfrm flipH="1" flipV="1">
            <a:off x="4591705" y="3450373"/>
            <a:ext cx="2025255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4ABAA82-B89D-6C65-75A0-BE85BC3C4655}"/>
              </a:ext>
            </a:extLst>
          </p:cNvPr>
          <p:cNvSpPr txBox="1"/>
          <p:nvPr/>
        </p:nvSpPr>
        <p:spPr>
          <a:xfrm>
            <a:off x="4413923" y="2248039"/>
            <a:ext cx="2024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possible actions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2410C726-407D-2E14-C578-EB8AFF4FD11F}"/>
              </a:ext>
            </a:extLst>
          </p:cNvPr>
          <p:cNvCxnSpPr>
            <a:cxnSpLocks/>
            <a:stCxn id="44" idx="3"/>
            <a:endCxn id="3" idx="3"/>
          </p:cNvCxnSpPr>
          <p:nvPr/>
        </p:nvCxnSpPr>
        <p:spPr>
          <a:xfrm>
            <a:off x="11634559" y="1369237"/>
            <a:ext cx="161645" cy="2081136"/>
          </a:xfrm>
          <a:prstGeom prst="bentConnector3">
            <a:avLst>
              <a:gd name="adj1" fmla="val 241421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6236B3AD-F4B0-D646-C424-35E87CB2CB8B}"/>
              </a:ext>
            </a:extLst>
          </p:cNvPr>
          <p:cNvSpPr>
            <a:spLocks noChangeAspect="1"/>
          </p:cNvSpPr>
          <p:nvPr/>
        </p:nvSpPr>
        <p:spPr>
          <a:xfrm>
            <a:off x="11627734" y="1731889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3621BB5F-9F51-E810-FF03-D040B3A36EDD}"/>
              </a:ext>
            </a:extLst>
          </p:cNvPr>
          <p:cNvCxnSpPr>
            <a:cxnSpLocks/>
            <a:stCxn id="3" idx="1"/>
            <a:endCxn id="36" idx="3"/>
          </p:cNvCxnSpPr>
          <p:nvPr/>
        </p:nvCxnSpPr>
        <p:spPr>
          <a:xfrm flipH="1">
            <a:off x="8222698" y="3450373"/>
            <a:ext cx="1885427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71E1B9D-6560-AAEF-FC4E-8D16C1B4FF88}"/>
              </a:ext>
            </a:extLst>
          </p:cNvPr>
          <p:cNvSpPr txBox="1"/>
          <p:nvPr/>
        </p:nvSpPr>
        <p:spPr>
          <a:xfrm>
            <a:off x="8631772" y="3552283"/>
            <a:ext cx="139874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summary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3BD305C9-AC34-4FB3-5D70-15D8AED6599C}"/>
              </a:ext>
            </a:extLst>
          </p:cNvPr>
          <p:cNvSpPr>
            <a:spLocks noChangeAspect="1"/>
          </p:cNvSpPr>
          <p:nvPr/>
        </p:nvSpPr>
        <p:spPr>
          <a:xfrm>
            <a:off x="8386049" y="35796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4056ACEE-187E-361A-B05D-0CFB4DC9DB86}"/>
              </a:ext>
            </a:extLst>
          </p:cNvPr>
          <p:cNvSpPr>
            <a:spLocks noChangeAspect="1"/>
          </p:cNvSpPr>
          <p:nvPr/>
        </p:nvSpPr>
        <p:spPr>
          <a:xfrm>
            <a:off x="4155067" y="2292617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7FB5CF-BD6F-D771-E8BD-32EFBDEC9F8A}"/>
              </a:ext>
            </a:extLst>
          </p:cNvPr>
          <p:cNvGrpSpPr/>
          <p:nvPr/>
        </p:nvGrpSpPr>
        <p:grpSpPr>
          <a:xfrm>
            <a:off x="622767" y="5331486"/>
            <a:ext cx="2024040" cy="338554"/>
            <a:chOff x="4925946" y="985951"/>
            <a:chExt cx="2024040" cy="338554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A2371D8-3DFB-F7BD-C006-C657F887E832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next best actions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4BEF1163-2EAF-4076-C48F-7FBCB26EB8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0011" y="1038369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11C0F2F1-876D-5F9E-B2F8-BECB954D53AF}"/>
              </a:ext>
            </a:extLst>
          </p:cNvPr>
          <p:cNvSpPr txBox="1"/>
          <p:nvPr/>
        </p:nvSpPr>
        <p:spPr>
          <a:xfrm>
            <a:off x="7780371" y="2471573"/>
            <a:ext cx="142821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navigate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F9F4329D-594F-DB9E-73A0-BB60C54C8C5B}"/>
              </a:ext>
            </a:extLst>
          </p:cNvPr>
          <p:cNvSpPr>
            <a:spLocks noChangeAspect="1"/>
          </p:cNvSpPr>
          <p:nvPr/>
        </p:nvSpPr>
        <p:spPr>
          <a:xfrm>
            <a:off x="7521616" y="252266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5720" rIns="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AFBB2D8-3F78-5437-5719-0BD4BC7845B3}"/>
              </a:ext>
            </a:extLst>
          </p:cNvPr>
          <p:cNvSpPr txBox="1"/>
          <p:nvPr/>
        </p:nvSpPr>
        <p:spPr>
          <a:xfrm>
            <a:off x="2015939" y="3547880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debit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3E0F3F6-85C7-4990-28BD-A262321DB965}"/>
              </a:ext>
            </a:extLst>
          </p:cNvPr>
          <p:cNvSpPr txBox="1"/>
          <p:nvPr/>
        </p:nvSpPr>
        <p:spPr>
          <a:xfrm>
            <a:off x="844812" y="4380356"/>
            <a:ext cx="154389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270C571-D44B-0ACF-FA29-3DF53D87B540}"/>
              </a:ext>
            </a:extLst>
          </p:cNvPr>
          <p:cNvSpPr txBox="1"/>
          <p:nvPr/>
        </p:nvSpPr>
        <p:spPr>
          <a:xfrm>
            <a:off x="2020967" y="3031497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ads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EDF7847-C0CC-E4B8-F745-7EA9235E4154}"/>
              </a:ext>
            </a:extLst>
          </p:cNvPr>
          <p:cNvSpPr/>
          <p:nvPr/>
        </p:nvSpPr>
        <p:spPr>
          <a:xfrm>
            <a:off x="6555510" y="2888031"/>
            <a:ext cx="1719072" cy="130098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curator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DB2386D-738F-3429-4C82-34851A698F7D}"/>
              </a:ext>
            </a:extLst>
          </p:cNvPr>
          <p:cNvSpPr txBox="1"/>
          <p:nvPr/>
        </p:nvSpPr>
        <p:spPr>
          <a:xfrm>
            <a:off x="10782721" y="2040580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</a:t>
            </a: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14B245F5-943B-ECFD-C09C-34C924F16B0F}"/>
              </a:ext>
            </a:extLst>
          </p:cNvPr>
          <p:cNvCxnSpPr>
            <a:cxnSpLocks/>
            <a:stCxn id="16" idx="3"/>
            <a:endCxn id="7" idx="2"/>
          </p:cNvCxnSpPr>
          <p:nvPr/>
        </p:nvCxnSpPr>
        <p:spPr>
          <a:xfrm flipV="1">
            <a:off x="4591701" y="4119386"/>
            <a:ext cx="6359003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">
            <a:extLst>
              <a:ext uri="{FF2B5EF4-FFF2-40B4-BE49-F238E27FC236}">
                <a16:creationId xmlns:a16="http://schemas.microsoft.com/office/drawing/2014/main" id="{F5B2F34D-B642-6E09-D1E1-A10F95BCE4F2}"/>
              </a:ext>
            </a:extLst>
          </p:cNvPr>
          <p:cNvCxnSpPr>
            <a:cxnSpLocks/>
            <a:stCxn id="16" idx="3"/>
            <a:endCxn id="131" idx="2"/>
          </p:cNvCxnSpPr>
          <p:nvPr/>
        </p:nvCxnSpPr>
        <p:spPr>
          <a:xfrm flipV="1">
            <a:off x="4591701" y="4119386"/>
            <a:ext cx="2832380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7966628B-E064-0E60-9C5D-11E148162F3E}"/>
              </a:ext>
            </a:extLst>
          </p:cNvPr>
          <p:cNvSpPr txBox="1"/>
          <p:nvPr/>
        </p:nvSpPr>
        <p:spPr>
          <a:xfrm>
            <a:off x="10956189" y="4250971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cxnSp>
        <p:nvCxnSpPr>
          <p:cNvPr id="215" name="Straight Arrow Connector 12">
            <a:extLst>
              <a:ext uri="{FF2B5EF4-FFF2-40B4-BE49-F238E27FC236}">
                <a16:creationId xmlns:a16="http://schemas.microsoft.com/office/drawing/2014/main" id="{D8877A8C-22E9-1F89-98E5-E3153E273ADB}"/>
              </a:ext>
            </a:extLst>
          </p:cNvPr>
          <p:cNvCxnSpPr>
            <a:cxnSpLocks/>
            <a:stCxn id="250" idx="0"/>
            <a:endCxn id="252" idx="0"/>
          </p:cNvCxnSpPr>
          <p:nvPr/>
        </p:nvCxnSpPr>
        <p:spPr>
          <a:xfrm rot="5400000" flipH="1" flipV="1">
            <a:off x="5548616" y="1497263"/>
            <a:ext cx="23577" cy="2788669"/>
          </a:xfrm>
          <a:prstGeom prst="bentConnector3">
            <a:avLst>
              <a:gd name="adj1" fmla="val 1069589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C9317102-C781-F51B-DC81-CAD5DAEBAF4F}"/>
              </a:ext>
            </a:extLst>
          </p:cNvPr>
          <p:cNvSpPr txBox="1"/>
          <p:nvPr/>
        </p:nvSpPr>
        <p:spPr>
          <a:xfrm>
            <a:off x="7433334" y="4250971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2B85175-50A9-7138-3733-B150DFECD21E}"/>
              </a:ext>
            </a:extLst>
          </p:cNvPr>
          <p:cNvSpPr txBox="1"/>
          <p:nvPr/>
        </p:nvSpPr>
        <p:spPr>
          <a:xfrm>
            <a:off x="4999474" y="3509325"/>
            <a:ext cx="142821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anonymized</a:t>
            </a: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43D516DF-F869-142E-E063-42DECB2E747F}"/>
              </a:ext>
            </a:extLst>
          </p:cNvPr>
          <p:cNvSpPr>
            <a:spLocks noChangeAspect="1"/>
          </p:cNvSpPr>
          <p:nvPr/>
        </p:nvSpPr>
        <p:spPr>
          <a:xfrm>
            <a:off x="4750892" y="3553903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51944D05-0291-6625-A0AE-E79E4FB858D5}"/>
              </a:ext>
            </a:extLst>
          </p:cNvPr>
          <p:cNvSpPr>
            <a:spLocks noChangeAspect="1"/>
          </p:cNvSpPr>
          <p:nvPr/>
        </p:nvSpPr>
        <p:spPr>
          <a:xfrm>
            <a:off x="1781153" y="3088051"/>
            <a:ext cx="273600" cy="2679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52CB9F89-459D-7E9C-B9D8-8EF710ED9EEA}"/>
              </a:ext>
            </a:extLst>
          </p:cNvPr>
          <p:cNvSpPr>
            <a:spLocks noChangeAspect="1"/>
          </p:cNvSpPr>
          <p:nvPr/>
        </p:nvSpPr>
        <p:spPr>
          <a:xfrm>
            <a:off x="1777487" y="3587050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929FFF3B-A4A6-7009-6128-1E76BACA7336}"/>
              </a:ext>
            </a:extLst>
          </p:cNvPr>
          <p:cNvSpPr>
            <a:spLocks noChangeAspect="1"/>
          </p:cNvSpPr>
          <p:nvPr/>
        </p:nvSpPr>
        <p:spPr>
          <a:xfrm>
            <a:off x="581182" y="4423721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DF1154D1-A002-BE06-0823-103198225B37}"/>
              </a:ext>
            </a:extLst>
          </p:cNvPr>
          <p:cNvSpPr>
            <a:spLocks noChangeAspect="1"/>
          </p:cNvSpPr>
          <p:nvPr/>
        </p:nvSpPr>
        <p:spPr>
          <a:xfrm>
            <a:off x="7039335" y="430082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AFEBFDAA-EF02-BA1D-924E-6E1775227D37}"/>
              </a:ext>
            </a:extLst>
          </p:cNvPr>
          <p:cNvSpPr>
            <a:spLocks noChangeAspect="1"/>
          </p:cNvSpPr>
          <p:nvPr/>
        </p:nvSpPr>
        <p:spPr>
          <a:xfrm>
            <a:off x="10558593" y="430082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4A5D078-548A-0E7F-BA30-36CE92CEC35B}"/>
              </a:ext>
            </a:extLst>
          </p:cNvPr>
          <p:cNvSpPr/>
          <p:nvPr/>
        </p:nvSpPr>
        <p:spPr>
          <a:xfrm>
            <a:off x="3073473" y="199945"/>
            <a:ext cx="1203491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cxnSp>
        <p:nvCxnSpPr>
          <p:cNvPr id="242" name="Straight Arrow Connector 12">
            <a:extLst>
              <a:ext uri="{FF2B5EF4-FFF2-40B4-BE49-F238E27FC236}">
                <a16:creationId xmlns:a16="http://schemas.microsoft.com/office/drawing/2014/main" id="{FBD6E426-EA0A-1032-5662-160CDFA36A7B}"/>
              </a:ext>
            </a:extLst>
          </p:cNvPr>
          <p:cNvCxnSpPr>
            <a:cxnSpLocks/>
            <a:stCxn id="44" idx="0"/>
            <a:endCxn id="241" idx="3"/>
          </p:cNvCxnSpPr>
          <p:nvPr/>
        </p:nvCxnSpPr>
        <p:spPr>
          <a:xfrm rot="16200000" flipV="1">
            <a:off x="7226952" y="-2553843"/>
            <a:ext cx="776892" cy="6676868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B1126B8-C805-E7CC-346D-519E33649A2E}"/>
              </a:ext>
            </a:extLst>
          </p:cNvPr>
          <p:cNvGrpSpPr/>
          <p:nvPr/>
        </p:nvGrpSpPr>
        <p:grpSpPr>
          <a:xfrm>
            <a:off x="9789675" y="456784"/>
            <a:ext cx="1388515" cy="338554"/>
            <a:chOff x="9740247" y="1519486"/>
            <a:chExt cx="1388515" cy="338554"/>
          </a:xfrm>
        </p:grpSpPr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688D44E8-9EC5-E965-AF5D-49045C1967E9}"/>
                </a:ext>
              </a:extLst>
            </p:cNvPr>
            <p:cNvSpPr txBox="1"/>
            <p:nvPr/>
          </p:nvSpPr>
          <p:spPr>
            <a:xfrm>
              <a:off x="9988830" y="1519486"/>
              <a:ext cx="1139932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new bill</a:t>
              </a:r>
            </a:p>
          </p:txBody>
        </p:sp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91DC9B6F-3741-BD51-CFB1-9857CDE4A6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0247" y="1564064"/>
              <a:ext cx="273600" cy="2679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5ABDE1C8-C1E6-47CF-9879-9F0CD9B5EE0B}"/>
              </a:ext>
            </a:extLst>
          </p:cNvPr>
          <p:cNvSpPr txBox="1"/>
          <p:nvPr/>
        </p:nvSpPr>
        <p:spPr>
          <a:xfrm>
            <a:off x="4044242" y="2903385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A7EBBEC1-EC0C-611D-848C-67B5B9956F83}"/>
              </a:ext>
            </a:extLst>
          </p:cNvPr>
          <p:cNvSpPr txBox="1"/>
          <p:nvPr/>
        </p:nvSpPr>
        <p:spPr>
          <a:xfrm>
            <a:off x="6832911" y="2879808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262" name="Straight Arrow Connector 12">
            <a:extLst>
              <a:ext uri="{FF2B5EF4-FFF2-40B4-BE49-F238E27FC236}">
                <a16:creationId xmlns:a16="http://schemas.microsoft.com/office/drawing/2014/main" id="{9773F4DF-96C8-C748-2432-77C208E3D278}"/>
              </a:ext>
            </a:extLst>
          </p:cNvPr>
          <p:cNvCxnSpPr>
            <a:cxnSpLocks/>
            <a:stCxn id="265" idx="3"/>
            <a:endCxn id="241" idx="1"/>
          </p:cNvCxnSpPr>
          <p:nvPr/>
        </p:nvCxnSpPr>
        <p:spPr>
          <a:xfrm>
            <a:off x="1471449" y="395919"/>
            <a:ext cx="1602024" cy="226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Arrow Connector 12">
            <a:extLst>
              <a:ext uri="{FF2B5EF4-FFF2-40B4-BE49-F238E27FC236}">
                <a16:creationId xmlns:a16="http://schemas.microsoft.com/office/drawing/2014/main" id="{DD544852-0996-2EE6-638C-3A5E6617FC15}"/>
              </a:ext>
            </a:extLst>
          </p:cNvPr>
          <p:cNvCxnSpPr>
            <a:cxnSpLocks/>
            <a:stCxn id="23" idx="0"/>
            <a:endCxn id="44" idx="2"/>
          </p:cNvCxnSpPr>
          <p:nvPr/>
        </p:nvCxnSpPr>
        <p:spPr>
          <a:xfrm flipV="1">
            <a:off x="10945952" y="1565437"/>
            <a:ext cx="7880" cy="132423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5" name="Rounded Rectangle 274">
            <a:extLst>
              <a:ext uri="{FF2B5EF4-FFF2-40B4-BE49-F238E27FC236}">
                <a16:creationId xmlns:a16="http://schemas.microsoft.com/office/drawing/2014/main" id="{359F0404-575A-7336-1759-383938DAE998}"/>
              </a:ext>
            </a:extLst>
          </p:cNvPr>
          <p:cNvSpPr>
            <a:spLocks noChangeAspect="1"/>
          </p:cNvSpPr>
          <p:nvPr/>
        </p:nvSpPr>
        <p:spPr>
          <a:xfrm>
            <a:off x="10555626" y="2273730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7D776B1B-A879-8B79-57CF-0DD0B6B97217}"/>
              </a:ext>
            </a:extLst>
          </p:cNvPr>
          <p:cNvSpPr txBox="1"/>
          <p:nvPr/>
        </p:nvSpPr>
        <p:spPr>
          <a:xfrm>
            <a:off x="9710613" y="2549234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91250EF5-B461-C7BC-99ED-97DFECC241CB}"/>
              </a:ext>
            </a:extLst>
          </p:cNvPr>
          <p:cNvSpPr txBox="1"/>
          <p:nvPr/>
        </p:nvSpPr>
        <p:spPr>
          <a:xfrm>
            <a:off x="1503719" y="425943"/>
            <a:ext cx="1410543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 items: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summary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analysis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options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actions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locators</a:t>
            </a:r>
          </a:p>
        </p:txBody>
      </p:sp>
      <p:cxnSp>
        <p:nvCxnSpPr>
          <p:cNvPr id="278" name="Straight Arrow Connector 12">
            <a:extLst>
              <a:ext uri="{FF2B5EF4-FFF2-40B4-BE49-F238E27FC236}">
                <a16:creationId xmlns:a16="http://schemas.microsoft.com/office/drawing/2014/main" id="{7F7DE762-3DB4-D1DD-3346-9E824A876D48}"/>
              </a:ext>
            </a:extLst>
          </p:cNvPr>
          <p:cNvCxnSpPr>
            <a:cxnSpLocks/>
            <a:stCxn id="241" idx="2"/>
          </p:cNvCxnSpPr>
          <p:nvPr/>
        </p:nvCxnSpPr>
        <p:spPr>
          <a:xfrm flipH="1">
            <a:off x="3673139" y="592345"/>
            <a:ext cx="2080" cy="2301362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2464F95F-FCAE-BDBF-7EEA-671831D1C7A0}"/>
              </a:ext>
            </a:extLst>
          </p:cNvPr>
          <p:cNvSpPr txBox="1"/>
          <p:nvPr/>
        </p:nvSpPr>
        <p:spPr>
          <a:xfrm>
            <a:off x="4017585" y="647682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debit</a:t>
            </a:r>
          </a:p>
        </p:txBody>
      </p:sp>
      <p:sp>
        <p:nvSpPr>
          <p:cNvPr id="284" name="Rounded Rectangle 283">
            <a:extLst>
              <a:ext uri="{FF2B5EF4-FFF2-40B4-BE49-F238E27FC236}">
                <a16:creationId xmlns:a16="http://schemas.microsoft.com/office/drawing/2014/main" id="{E20611D2-EBDA-88E8-F888-2A3AA388A950}"/>
              </a:ext>
            </a:extLst>
          </p:cNvPr>
          <p:cNvSpPr>
            <a:spLocks noChangeAspect="1"/>
          </p:cNvSpPr>
          <p:nvPr/>
        </p:nvSpPr>
        <p:spPr>
          <a:xfrm>
            <a:off x="3779133" y="686852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7D61648F-9B37-3ADE-B012-1C094C836F6E}"/>
              </a:ext>
            </a:extLst>
          </p:cNvPr>
          <p:cNvSpPr txBox="1"/>
          <p:nvPr/>
        </p:nvSpPr>
        <p:spPr>
          <a:xfrm>
            <a:off x="178670" y="6248084"/>
            <a:ext cx="206306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ADVERTISER</a:t>
            </a: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4E01D56F-A5E4-99AF-1F21-3DC40E91722D}"/>
              </a:ext>
            </a:extLst>
          </p:cNvPr>
          <p:cNvGrpSpPr/>
          <p:nvPr/>
        </p:nvGrpSpPr>
        <p:grpSpPr>
          <a:xfrm>
            <a:off x="224094" y="198367"/>
            <a:ext cx="1260278" cy="1788478"/>
            <a:chOff x="212807" y="198367"/>
            <a:chExt cx="1260278" cy="1788478"/>
          </a:xfrm>
        </p:grpSpPr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BEF8EB00-532B-1194-0CC4-A090DBDDAD58}"/>
                </a:ext>
              </a:extLst>
            </p:cNvPr>
            <p:cNvGrpSpPr/>
            <p:nvPr/>
          </p:nvGrpSpPr>
          <p:grpSpPr>
            <a:xfrm>
              <a:off x="212807" y="198367"/>
              <a:ext cx="1260278" cy="1788478"/>
              <a:chOff x="212807" y="198367"/>
              <a:chExt cx="1260278" cy="1788478"/>
            </a:xfrm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82ED4E00-4FE4-3E4C-436D-1477D3C1B3A5}"/>
                  </a:ext>
                </a:extLst>
              </p:cNvPr>
              <p:cNvGrpSpPr/>
              <p:nvPr/>
            </p:nvGrpSpPr>
            <p:grpSpPr>
              <a:xfrm>
                <a:off x="212807" y="198367"/>
                <a:ext cx="1260278" cy="1788478"/>
                <a:chOff x="2671809" y="1261069"/>
                <a:chExt cx="1260278" cy="1788478"/>
              </a:xfrm>
            </p:grpSpPr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4DAB9B28-0EC0-F979-097C-89C78DEAEA13}"/>
                    </a:ext>
                  </a:extLst>
                </p:cNvPr>
                <p:cNvSpPr/>
                <p:nvPr/>
              </p:nvSpPr>
              <p:spPr>
                <a:xfrm>
                  <a:off x="2752625" y="1619505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🤗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3E3438A7-4C7D-D528-4FE5-747B349B5329}"/>
                    </a:ext>
                  </a:extLst>
                </p:cNvPr>
                <p:cNvSpPr/>
                <p:nvPr/>
              </p:nvSpPr>
              <p:spPr>
                <a:xfrm>
                  <a:off x="2752625" y="2107314"/>
                  <a:ext cx="501299" cy="39109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🧢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3D762A75-4535-28E8-C610-3A9B7AE8AF57}"/>
                    </a:ext>
                  </a:extLst>
                </p:cNvPr>
                <p:cNvSpPr/>
                <p:nvPr/>
              </p:nvSpPr>
              <p:spPr>
                <a:xfrm>
                  <a:off x="3345195" y="2106577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👀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F0069B9C-1982-49BF-6AF7-BEBD976B400B}"/>
                    </a:ext>
                  </a:extLst>
                </p:cNvPr>
                <p:cNvSpPr/>
                <p:nvPr/>
              </p:nvSpPr>
              <p:spPr>
                <a:xfrm>
                  <a:off x="2671809" y="1261069"/>
                  <a:ext cx="1260278" cy="1788478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 rIns="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4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🤝 </a:t>
                  </a:r>
                  <a:r>
                    <a:rPr lang="en-US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auditing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E5F6EB05-2C6E-010F-D0E1-BB1767460A3F}"/>
                    </a:ext>
                  </a:extLst>
                </p:cNvPr>
                <p:cNvSpPr txBox="1"/>
                <p:nvPr/>
              </p:nvSpPr>
              <p:spPr>
                <a:xfrm>
                  <a:off x="3675508" y="1273955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44BD8099-AF61-3B63-A09E-3DA5ECDC682E}"/>
                  </a:ext>
                </a:extLst>
              </p:cNvPr>
              <p:cNvSpPr/>
              <p:nvPr/>
            </p:nvSpPr>
            <p:spPr>
              <a:xfrm>
                <a:off x="293516" y="1518998"/>
                <a:ext cx="501300" cy="3924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2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r>
                  <a:rPr lang="en-GB" sz="2800" baseline="-90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0C5BAC15-2EB4-A29F-C59F-BB0B24CAC2A3}"/>
                </a:ext>
              </a:extLst>
            </p:cNvPr>
            <p:cNvSpPr/>
            <p:nvPr/>
          </p:nvSpPr>
          <p:spPr>
            <a:xfrm>
              <a:off x="888559" y="556803"/>
              <a:ext cx="501299" cy="3924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F07B9A42-DF65-33B7-266B-B9CC4840AC13}"/>
              </a:ext>
            </a:extLst>
          </p:cNvPr>
          <p:cNvSpPr txBox="1"/>
          <p:nvPr/>
        </p:nvSpPr>
        <p:spPr>
          <a:xfrm>
            <a:off x="4999474" y="3853638"/>
            <a:ext cx="162495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sorted actions</a:t>
            </a:r>
          </a:p>
        </p:txBody>
      </p:sp>
      <p:sp>
        <p:nvSpPr>
          <p:cNvPr id="292" name="Rounded Rectangle 291">
            <a:extLst>
              <a:ext uri="{FF2B5EF4-FFF2-40B4-BE49-F238E27FC236}">
                <a16:creationId xmlns:a16="http://schemas.microsoft.com/office/drawing/2014/main" id="{34D5CD0B-33AB-C4D3-241E-89CE2B1987CA}"/>
              </a:ext>
            </a:extLst>
          </p:cNvPr>
          <p:cNvSpPr>
            <a:spLocks noChangeAspect="1"/>
          </p:cNvSpPr>
          <p:nvPr/>
        </p:nvSpPr>
        <p:spPr>
          <a:xfrm>
            <a:off x="4750892" y="38982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CD9C174C-7C63-E71D-6A5A-8CB109CA301A}"/>
              </a:ext>
            </a:extLst>
          </p:cNvPr>
          <p:cNvCxnSpPr>
            <a:cxnSpLocks/>
            <a:endCxn id="71" idx="3"/>
          </p:cNvCxnSpPr>
          <p:nvPr/>
        </p:nvCxnSpPr>
        <p:spPr>
          <a:xfrm rot="5400000">
            <a:off x="4253205" y="5224634"/>
            <a:ext cx="437171" cy="220968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headEnd type="triangle" w="lg" len="lg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6DC1ACE-FA07-06E2-2087-F52F4563DF6D}"/>
              </a:ext>
            </a:extLst>
          </p:cNvPr>
          <p:cNvGrpSpPr/>
          <p:nvPr/>
        </p:nvGrpSpPr>
        <p:grpSpPr>
          <a:xfrm>
            <a:off x="4750892" y="5331477"/>
            <a:ext cx="2282795" cy="338554"/>
            <a:chOff x="4667191" y="985951"/>
            <a:chExt cx="2282795" cy="3385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6D5DD63-F25E-8973-D746-41D68AD421E4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selected action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397C581E-B34F-A18D-462A-1629061685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67191" y="1026770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16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47768</TotalTime>
  <Words>204</Words>
  <Application>Microsoft Macintosh PowerPoint</Application>
  <PresentationFormat>Widescreen</PresentationFormat>
  <Paragraphs>125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155</cp:revision>
  <dcterms:created xsi:type="dcterms:W3CDTF">2022-10-07T16:14:37Z</dcterms:created>
  <dcterms:modified xsi:type="dcterms:W3CDTF">2025-04-22T20:19:07Z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2025-04-22T20:19:07Z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95b68642-ed85-41cb-99aa-3b883b9396ca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