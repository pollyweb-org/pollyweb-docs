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827" r:id="rId2"/>
    <p:sldId id="1728" r:id="rId3"/>
    <p:sldId id="1733" r:id="rId4"/>
    <p:sldId id="1856" r:id="rId5"/>
    <p:sldId id="1747" r:id="rId6"/>
    <p:sldId id="1730" r:id="rId7"/>
    <p:sldId id="1734" r:id="rId8"/>
    <p:sldId id="1857" r:id="rId9"/>
    <p:sldId id="1710" r:id="rId10"/>
  </p:sldIdLst>
  <p:sldSz cx="12192000" cy="6858000"/>
  <p:notesSz cx="6858000" cy="9144000"/>
  <p:embeddedFontLst>
    <p:embeddedFont>
      <p:font typeface="Amazon Ember" panose="020B0603020204020204" pitchFamily="34" charset="0"/>
      <p:regular r:id="rId13"/>
      <p:bold r:id="rId14"/>
      <p:italic r:id="rId15"/>
      <p:boldItalic r:id="rId16"/>
    </p:embeddedFont>
    <p:embeddedFont>
      <p:font typeface="Amazon Ember Display" panose="020B0603020204020204" pitchFamily="34" charset="0"/>
      <p:regular r:id="rId17"/>
      <p:bold r:id="rId18"/>
      <p:italic r:id="rId19"/>
      <p:boldItalic r:id="rId20"/>
    </p:embeddedFont>
    <p:embeddedFont>
      <p:font typeface="Segoe UI" panose="020B0502040204020203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4C3050E7-71FD-354D-B394-185F1158456F}">
          <p14:sldIdLst>
            <p14:sldId id="1827"/>
            <p14:sldId id="1728"/>
            <p14:sldId id="1733"/>
            <p14:sldId id="1856"/>
            <p14:sldId id="1747"/>
            <p14:sldId id="1730"/>
            <p14:sldId id="1734"/>
            <p14:sldId id="1857"/>
            <p14:sldId id="171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916D-A8A3-89D2-7DA2-88A40ADE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E1305-9BC4-640D-71AE-B62E6A5F0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668E1-E372-3750-216D-76859B9CD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F609356-661C-E79E-354B-FBC535FBF8E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9DE86-16B7-6122-3597-63D967D8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5AE1EC-CE59-B0C0-6BF9-8E8ECEC6113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8EE88-0D6C-6CBB-4D71-222C193780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9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1AA11-B49B-58D7-F24C-8D034E6A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D268E-35AA-D358-CEB3-C0D56131F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BB731-457C-EC27-5E55-3A59EC7CA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87FF71F-5B37-9215-2BB3-C35D6C335F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A4BDE-394D-F9BA-774B-0512E1EB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936F4C-7F79-1D56-FFCC-54BD68EED84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A0D34-6EE1-6324-D359-8B0368D706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26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3FF9-E1CC-5CC8-6D43-71F2D032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42720-9D3C-8A5E-BD39-CC07C1516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A6C29-9930-4FFD-21D5-96B7AD333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37A1E94-E6DF-D35F-381C-F77C9B8630F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A0190-D747-5628-53B4-D3B5FF3B6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7D41EF-49B2-F34F-DA63-21EA88E34AE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BC99A-FA64-8FFF-1109-3D4C2D2E7E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71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34809-AE9C-DB15-2823-E8BE78D0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803C4-DC42-414B-7234-7986DBA27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44003-C3D2-433D-5712-168F2959E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9FF775A-5DAA-CF1D-3908-6AACA1F3F69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E3D8-1530-7842-5FE1-80543AAE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172E2C-1E12-F282-8D0B-178439BA29F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96FA9-0E3F-444D-05DF-1C4F0D97B8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0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879E-19D4-56AD-46E1-1D856C85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B0B8C-FD12-ECEB-C374-78DD1D399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79E49-040D-F84C-EA48-D03D7AC8A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F267A52-DF5D-3C0F-BEC1-E8398402710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58AFB-EF8D-2341-7143-0DF9A082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891B2B-197F-F2BE-1D5D-E0718BFADE6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9:24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6D369-D759-F441-DCAE-9367C90CF9F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23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81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371C-3E91-748E-D9DF-F69A074B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D2EC0-B109-68AC-5A13-62D000FF1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1BC15-E008-C873-8CB8-83F8EE2FE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4CE0B82-56AE-5E54-4AD3-2217C05A6E3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548C6-07C9-B98D-1F10-CC2DFBF4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BF789E-015E-E762-BD34-47B21EFE309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9:24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A2202-F088-CA2C-68E1-920BDFFDE8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048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8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13.png"/><Relationship Id="rId1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5AF2-8B85-3DDA-F710-B6AB3257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8BB01-5CF5-698A-377B-4CDC294623CF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🆔 User Identity</a:t>
            </a:r>
          </a:p>
        </p:txBody>
      </p:sp>
    </p:spTree>
    <p:extLst>
      <p:ext uri="{BB962C8B-B14F-4D97-AF65-F5344CB8AC3E}">
        <p14:creationId xmlns:p14="http://schemas.microsoft.com/office/powerpoint/2010/main" val="190863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1D25-AF9A-EF7A-9A47-E778197ED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3CEE49C-FCF9-441F-4069-080B0D0772B1}"/>
              </a:ext>
            </a:extLst>
          </p:cNvPr>
          <p:cNvSpPr/>
          <p:nvPr/>
        </p:nvSpPr>
        <p:spPr>
          <a:xfrm>
            <a:off x="7667925" y="219456"/>
            <a:ext cx="3752931" cy="290779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B7A827-32F1-4BB5-132C-6686F88812DC}"/>
              </a:ext>
            </a:extLst>
          </p:cNvPr>
          <p:cNvSpPr/>
          <p:nvPr/>
        </p:nvSpPr>
        <p:spPr>
          <a:xfrm>
            <a:off x="1178113" y="219456"/>
            <a:ext cx="1102049" cy="290779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1EAD247-FE67-20DF-BC1E-77BD8F8F1A1C}"/>
              </a:ext>
            </a:extLst>
          </p:cNvPr>
          <p:cNvGrpSpPr/>
          <p:nvPr/>
        </p:nvGrpSpPr>
        <p:grpSpPr>
          <a:xfrm>
            <a:off x="700603" y="376154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00B7210-3E38-179C-45C1-A4772BE94208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28C3304-C28F-3C55-2542-01EB5E35DD44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80DE575-C96B-4982-F4DD-AE5416C987BF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8AE6227-7889-1755-62FC-795A4D6D087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79B010-5B57-9A73-9B03-39B4B45761FC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16EEC96-608E-B790-957A-26FB3B0B72DB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7E6B1F-AD27-025C-EE87-9399F92FFD47}"/>
              </a:ext>
            </a:extLst>
          </p:cNvPr>
          <p:cNvGrpSpPr/>
          <p:nvPr/>
        </p:nvGrpSpPr>
        <p:grpSpPr>
          <a:xfrm>
            <a:off x="7857315" y="389013"/>
            <a:ext cx="1937537" cy="1038741"/>
            <a:chOff x="7507403" y="1006813"/>
            <a:chExt cx="691415" cy="103874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BBE3DF4-7980-7875-32F4-335CCDEADE65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214B43F-8674-EB23-0CC3-83439E98F315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163EF4E-3E78-C7F2-48DC-AC3A2657DCBB}"/>
              </a:ext>
            </a:extLst>
          </p:cNvPr>
          <p:cNvSpPr txBox="1"/>
          <p:nvPr/>
        </p:nvSpPr>
        <p:spPr>
          <a:xfrm>
            <a:off x="1278781" y="1400713"/>
            <a:ext cx="10051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endParaRPr lang="en-GB" sz="8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8BE409-3258-086C-9E45-8291F19C73FC}"/>
              </a:ext>
            </a:extLst>
          </p:cNvPr>
          <p:cNvCxnSpPr>
            <a:cxnSpLocks/>
            <a:stCxn id="71" idx="1"/>
            <a:endCxn id="16" idx="1"/>
          </p:cNvCxnSpPr>
          <p:nvPr/>
        </p:nvCxnSpPr>
        <p:spPr>
          <a:xfrm>
            <a:off x="2265439" y="2656505"/>
            <a:ext cx="5589157" cy="498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C495211-90AE-CA87-A6A8-1E1BA2F46AAA}"/>
              </a:ext>
            </a:extLst>
          </p:cNvPr>
          <p:cNvSpPr txBox="1"/>
          <p:nvPr/>
        </p:nvSpPr>
        <p:spPr>
          <a:xfrm flipH="1">
            <a:off x="1990471" y="1679540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15A2F6-DF5E-48CE-6134-89FD43ED1B3A}"/>
              </a:ext>
            </a:extLst>
          </p:cNvPr>
          <p:cNvSpPr txBox="1"/>
          <p:nvPr/>
        </p:nvSpPr>
        <p:spPr>
          <a:xfrm flipH="1">
            <a:off x="1591032" y="2655753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9FC903-EB60-CFA3-B101-5B9E038364F6}"/>
              </a:ext>
            </a:extLst>
          </p:cNvPr>
          <p:cNvSpPr txBox="1">
            <a:spLocks/>
          </p:cNvSpPr>
          <p:nvPr/>
        </p:nvSpPr>
        <p:spPr>
          <a:xfrm>
            <a:off x="1254180" y="2550366"/>
            <a:ext cx="96200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C20A121-8C23-6947-5748-6FB30033AE34}"/>
              </a:ext>
            </a:extLst>
          </p:cNvPr>
          <p:cNvGrpSpPr/>
          <p:nvPr/>
        </p:nvGrpSpPr>
        <p:grpSpPr>
          <a:xfrm>
            <a:off x="2410327" y="2750421"/>
            <a:ext cx="2899348" cy="400110"/>
            <a:chOff x="3467656" y="74201"/>
            <a:chExt cx="2899348" cy="400110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83CB648-C372-56FC-5B9E-1FFB86B49FDD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" name="Content Placeholder 2">
              <a:extLst>
                <a:ext uri="{FF2B5EF4-FFF2-40B4-BE49-F238E27FC236}">
                  <a16:creationId xmlns:a16="http://schemas.microsoft.com/office/drawing/2014/main" id="{50FB5FA9-99CC-B05F-F970-CB8DEEFF9F42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palm scan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F46BAEC-8681-F2C7-D86D-C1C47558F049}"/>
              </a:ext>
            </a:extLst>
          </p:cNvPr>
          <p:cNvSpPr txBox="1"/>
          <p:nvPr/>
        </p:nvSpPr>
        <p:spPr>
          <a:xfrm>
            <a:off x="10037376" y="2023706"/>
            <a:ext cx="11167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👮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99F7D9-07CF-7D96-531A-6D52DDBB67A5}"/>
              </a:ext>
            </a:extLst>
          </p:cNvPr>
          <p:cNvSpPr txBox="1"/>
          <p:nvPr/>
        </p:nvSpPr>
        <p:spPr>
          <a:xfrm flipH="1">
            <a:off x="1996285" y="1734212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F88ECEBF-DDA9-D445-0D25-5AFC0DFC1234}"/>
              </a:ext>
            </a:extLst>
          </p:cNvPr>
          <p:cNvSpPr txBox="1">
            <a:spLocks/>
          </p:cNvSpPr>
          <p:nvPr/>
        </p:nvSpPr>
        <p:spPr>
          <a:xfrm>
            <a:off x="9923693" y="560343"/>
            <a:ext cx="1344082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biometric center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51887C4-F4BD-BF19-A7E2-1C6A632B84B5}"/>
              </a:ext>
            </a:extLst>
          </p:cNvPr>
          <p:cNvGrpSpPr/>
          <p:nvPr/>
        </p:nvGrpSpPr>
        <p:grpSpPr>
          <a:xfrm>
            <a:off x="2836423" y="351760"/>
            <a:ext cx="2899348" cy="400110"/>
            <a:chOff x="3467656" y="56783"/>
            <a:chExt cx="2899348" cy="40011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2DF5F07E-FA25-D939-6ECC-02ACA64C3363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Content Placeholder 2">
              <a:extLst>
                <a:ext uri="{FF2B5EF4-FFF2-40B4-BE49-F238E27FC236}">
                  <a16:creationId xmlns:a16="http://schemas.microsoft.com/office/drawing/2014/main" id="{0B808FFE-B0D0-3BC5-4443-3E38024BFC56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56783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bind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4FF45D-C10A-91DD-1B0A-4B740F7CD809}"/>
              </a:ext>
            </a:extLst>
          </p:cNvPr>
          <p:cNvSpPr txBox="1"/>
          <p:nvPr/>
        </p:nvSpPr>
        <p:spPr>
          <a:xfrm>
            <a:off x="178670" y="6248084"/>
            <a:ext cx="369492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Registration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B5166C-A071-5E2B-A512-468F46C14D5C}"/>
              </a:ext>
            </a:extLst>
          </p:cNvPr>
          <p:cNvSpPr/>
          <p:nvPr/>
        </p:nvSpPr>
        <p:spPr>
          <a:xfrm>
            <a:off x="7854595" y="1633146"/>
            <a:ext cx="1940257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📷 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Camera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71C30-5258-86C6-81AB-A5D3A32401B9}"/>
              </a:ext>
            </a:extLst>
          </p:cNvPr>
          <p:cNvSpPr/>
          <p:nvPr/>
        </p:nvSpPr>
        <p:spPr>
          <a:xfrm>
            <a:off x="7854596" y="2380399"/>
            <a:ext cx="1940257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🖐️ 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Palmist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F2DAB-51FD-6272-3665-EBB7DE40B128}"/>
              </a:ext>
            </a:extLst>
          </p:cNvPr>
          <p:cNvSpPr txBox="1"/>
          <p:nvPr/>
        </p:nvSpPr>
        <p:spPr>
          <a:xfrm>
            <a:off x="790260" y="523046"/>
            <a:ext cx="486918" cy="5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🤵</a:t>
            </a:r>
            <a:endParaRPr lang="en-GB" sz="36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7388FA-01CC-4468-F877-A152582851B9}"/>
              </a:ext>
            </a:extLst>
          </p:cNvPr>
          <p:cNvCxnSpPr>
            <a:cxnSpLocks/>
            <a:stCxn id="52" idx="1"/>
            <a:endCxn id="15" idx="1"/>
          </p:cNvCxnSpPr>
          <p:nvPr/>
        </p:nvCxnSpPr>
        <p:spPr>
          <a:xfrm flipV="1">
            <a:off x="2268255" y="1914238"/>
            <a:ext cx="5586340" cy="46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7D3FE5-80FB-0DE5-82B2-348E206A4D16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689294" y="908384"/>
            <a:ext cx="5168021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30B64F3-A070-490E-CC22-39BE1E4ABEB8}"/>
              </a:ext>
            </a:extLst>
          </p:cNvPr>
          <p:cNvGrpSpPr/>
          <p:nvPr/>
        </p:nvGrpSpPr>
        <p:grpSpPr>
          <a:xfrm>
            <a:off x="2405050" y="2016203"/>
            <a:ext cx="2899348" cy="400110"/>
            <a:chOff x="3467656" y="74201"/>
            <a:chExt cx="2899348" cy="400110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83B4412F-0D3A-644F-4724-6C53C08554FD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9" name="Content Placeholder 2">
              <a:extLst>
                <a:ext uri="{FF2B5EF4-FFF2-40B4-BE49-F238E27FC236}">
                  <a16:creationId xmlns:a16="http://schemas.microsoft.com/office/drawing/2014/main" id="{98181E6A-77A4-2C0B-720E-5CBA566BFCCB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face scan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944AC3E-F790-8331-E69A-4F1FDC94241F}"/>
              </a:ext>
            </a:extLst>
          </p:cNvPr>
          <p:cNvGrpSpPr/>
          <p:nvPr/>
        </p:nvGrpSpPr>
        <p:grpSpPr>
          <a:xfrm>
            <a:off x="7943440" y="3321901"/>
            <a:ext cx="2899348" cy="420628"/>
            <a:chOff x="3467656" y="74201"/>
            <a:chExt cx="2899348" cy="420628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498152BF-8DD1-6CF0-AEFD-769E7334422A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8" name="Content Placeholder 2">
              <a:extLst>
                <a:ext uri="{FF2B5EF4-FFF2-40B4-BE49-F238E27FC236}">
                  <a16:creationId xmlns:a16="http://schemas.microsoft.com/office/drawing/2014/main" id="{D2FBE71F-4A64-0DB3-F886-1C49BECE8D0F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206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passport check </a:t>
              </a: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🛂</a:t>
              </a:r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CCDC8CF-EF5A-581D-1198-195392B36446}"/>
              </a:ext>
            </a:extLst>
          </p:cNvPr>
          <p:cNvCxnSpPr>
            <a:cxnSpLocks/>
            <a:stCxn id="8" idx="2"/>
            <a:endCxn id="65" idx="2"/>
          </p:cNvCxnSpPr>
          <p:nvPr/>
        </p:nvCxnSpPr>
        <p:spPr>
          <a:xfrm rot="5400000" flipH="1" flipV="1">
            <a:off x="6189360" y="-1340470"/>
            <a:ext cx="7494" cy="8927939"/>
          </a:xfrm>
          <a:prstGeom prst="bentConnector3">
            <a:avLst>
              <a:gd name="adj1" fmla="val -988348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0F89276-3F5F-F5AB-2BFF-47785524F26A}"/>
              </a:ext>
            </a:extLst>
          </p:cNvPr>
          <p:cNvSpPr txBox="1"/>
          <p:nvPr/>
        </p:nvSpPr>
        <p:spPr>
          <a:xfrm>
            <a:off x="10504791" y="2750421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B38627-9428-045A-0399-8D90AA706164}"/>
              </a:ext>
            </a:extLst>
          </p:cNvPr>
          <p:cNvSpPr txBox="1"/>
          <p:nvPr/>
        </p:nvSpPr>
        <p:spPr>
          <a:xfrm flipH="1">
            <a:off x="1993469" y="2471839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13889796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D3A1-7AF9-2BCE-3C4B-02538DBE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CE7A6BC-2105-22E5-E9BA-7DD7ACCEB223}"/>
              </a:ext>
            </a:extLst>
          </p:cNvPr>
          <p:cNvGrpSpPr/>
          <p:nvPr/>
        </p:nvGrpSpPr>
        <p:grpSpPr>
          <a:xfrm>
            <a:off x="9276417" y="2510482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5F571D3-3B58-7AFF-AF27-D2B823407A63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36CD4FD-D97F-F093-3436-248E46241830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10BB01-3431-65DF-36F0-F5B43E80DD59}"/>
              </a:ext>
            </a:extLst>
          </p:cNvPr>
          <p:cNvSpPr/>
          <p:nvPr/>
        </p:nvSpPr>
        <p:spPr>
          <a:xfrm>
            <a:off x="8304502" y="256195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AD461-DF26-3748-8C59-6B7EF06A4C39}"/>
              </a:ext>
            </a:extLst>
          </p:cNvPr>
          <p:cNvSpPr txBox="1"/>
          <p:nvPr/>
        </p:nvSpPr>
        <p:spPr>
          <a:xfrm>
            <a:off x="178670" y="6248084"/>
            <a:ext cx="528189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Online authentication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812CAB-CECE-77D8-B0CC-A5D99855AFEE}"/>
              </a:ext>
            </a:extLst>
          </p:cNvPr>
          <p:cNvSpPr/>
          <p:nvPr/>
        </p:nvSpPr>
        <p:spPr>
          <a:xfrm>
            <a:off x="1996500" y="260145"/>
            <a:ext cx="2723546" cy="512175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9A72F0-5E2F-CD88-9CF3-B55D0079300E}"/>
              </a:ext>
            </a:extLst>
          </p:cNvPr>
          <p:cNvSpPr/>
          <p:nvPr/>
        </p:nvSpPr>
        <p:spPr>
          <a:xfrm>
            <a:off x="2167127" y="832242"/>
            <a:ext cx="2381612" cy="3635255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E7A9CC-7A58-265A-09BE-2E67B88FF348}"/>
              </a:ext>
            </a:extLst>
          </p:cNvPr>
          <p:cNvSpPr/>
          <p:nvPr/>
        </p:nvSpPr>
        <p:spPr>
          <a:xfrm>
            <a:off x="2354486" y="3434197"/>
            <a:ext cx="2006894" cy="83174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Web 2.0   </a:t>
            </a:r>
            <a:b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     web page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E5023B-98A0-9490-0DCD-578B3254E858}"/>
              </a:ext>
            </a:extLst>
          </p:cNvPr>
          <p:cNvSpPr txBox="1"/>
          <p:nvPr/>
        </p:nvSpPr>
        <p:spPr>
          <a:xfrm>
            <a:off x="9131533" y="323561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BB8CC9-E807-D0B4-FC12-9479CE8469C8}"/>
              </a:ext>
            </a:extLst>
          </p:cNvPr>
          <p:cNvSpPr txBox="1"/>
          <p:nvPr/>
        </p:nvSpPr>
        <p:spPr>
          <a:xfrm>
            <a:off x="2010062" y="515904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D2FA03-A715-A6B1-A6AC-13336D91DC92}"/>
              </a:ext>
            </a:extLst>
          </p:cNvPr>
          <p:cNvSpPr txBox="1"/>
          <p:nvPr/>
        </p:nvSpPr>
        <p:spPr>
          <a:xfrm>
            <a:off x="2213418" y="876648"/>
            <a:ext cx="2175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Wallet app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BC97C1-DD37-40EA-ABF8-5F41CB5F9AE0}"/>
              </a:ext>
            </a:extLst>
          </p:cNvPr>
          <p:cNvSpPr txBox="1"/>
          <p:nvPr/>
        </p:nvSpPr>
        <p:spPr>
          <a:xfrm>
            <a:off x="2109241" y="326171"/>
            <a:ext cx="2166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Device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262F294-363D-40B3-F9D7-F92B85A2A89F}"/>
              </a:ext>
            </a:extLst>
          </p:cNvPr>
          <p:cNvGrpSpPr/>
          <p:nvPr/>
        </p:nvGrpSpPr>
        <p:grpSpPr>
          <a:xfrm>
            <a:off x="318379" y="2310329"/>
            <a:ext cx="1067191" cy="1890637"/>
            <a:chOff x="300057" y="798157"/>
            <a:chExt cx="1067191" cy="189063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F31EED-081A-5038-2F5A-71FE649E054A}"/>
                </a:ext>
              </a:extLst>
            </p:cNvPr>
            <p:cNvSpPr txBox="1"/>
            <p:nvPr/>
          </p:nvSpPr>
          <p:spPr>
            <a:xfrm>
              <a:off x="362082" y="79815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75" name="Content Placeholder 2">
              <a:extLst>
                <a:ext uri="{FF2B5EF4-FFF2-40B4-BE49-F238E27FC236}">
                  <a16:creationId xmlns:a16="http://schemas.microsoft.com/office/drawing/2014/main" id="{A161904B-A67B-7DA4-7C79-7567CB67A405}"/>
                </a:ext>
              </a:extLst>
            </p:cNvPr>
            <p:cNvSpPr txBox="1">
              <a:spLocks/>
            </p:cNvSpPr>
            <p:nvPr/>
          </p:nvSpPr>
          <p:spPr>
            <a:xfrm>
              <a:off x="300057" y="1980908"/>
              <a:ext cx="105820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human</a:t>
              </a: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BD2188EE-8D6B-4CDB-4E97-6F55C567EBC7}"/>
              </a:ext>
            </a:extLst>
          </p:cNvPr>
          <p:cNvSpPr/>
          <p:nvPr/>
        </p:nvSpPr>
        <p:spPr>
          <a:xfrm>
            <a:off x="2354487" y="2753573"/>
            <a:ext cx="2006893" cy="562183"/>
          </a:xfrm>
          <a:prstGeom prst="rect">
            <a:avLst/>
          </a:prstGeom>
          <a:solidFill>
            <a:schemeClr val="bg1"/>
          </a:solidFill>
          <a:ln w="28575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📷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Camera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96F2633-9736-4F9F-D817-A2C9FB8AE153}"/>
              </a:ext>
            </a:extLst>
          </p:cNvPr>
          <p:cNvSpPr/>
          <p:nvPr/>
        </p:nvSpPr>
        <p:spPr>
          <a:xfrm>
            <a:off x="2357484" y="2057652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Chat</a:t>
            </a:r>
          </a:p>
        </p:txBody>
      </p: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5BFBD109-B6C4-E07D-DCB3-B0BA7F7F20E0}"/>
              </a:ext>
            </a:extLst>
          </p:cNvPr>
          <p:cNvCxnSpPr>
            <a:cxnSpLocks/>
            <a:stCxn id="77" idx="3"/>
            <a:endCxn id="22" idx="1"/>
          </p:cNvCxnSpPr>
          <p:nvPr/>
        </p:nvCxnSpPr>
        <p:spPr>
          <a:xfrm>
            <a:off x="4364379" y="2338744"/>
            <a:ext cx="4912038" cy="692563"/>
          </a:xfrm>
          <a:prstGeom prst="bentConnector3">
            <a:avLst>
              <a:gd name="adj1" fmla="val 77835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A0D55046-9861-EA72-3B58-3F25C6C36BB7}"/>
              </a:ext>
            </a:extLst>
          </p:cNvPr>
          <p:cNvCxnSpPr>
            <a:cxnSpLocks/>
            <a:stCxn id="62" idx="3"/>
            <a:endCxn id="22" idx="1"/>
          </p:cNvCxnSpPr>
          <p:nvPr/>
        </p:nvCxnSpPr>
        <p:spPr>
          <a:xfrm flipV="1">
            <a:off x="4361380" y="3031307"/>
            <a:ext cx="4915037" cy="818761"/>
          </a:xfrm>
          <a:prstGeom prst="bentConnector3">
            <a:avLst>
              <a:gd name="adj1" fmla="val 77818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0C67852C-FE54-B00A-55A1-CC541A1B1FB1}"/>
              </a:ext>
            </a:extLst>
          </p:cNvPr>
          <p:cNvCxnSpPr>
            <a:cxnSpLocks/>
            <a:stCxn id="76" idx="3"/>
            <a:endCxn id="22" idx="1"/>
          </p:cNvCxnSpPr>
          <p:nvPr/>
        </p:nvCxnSpPr>
        <p:spPr>
          <a:xfrm flipV="1">
            <a:off x="4361380" y="3031307"/>
            <a:ext cx="4915037" cy="3358"/>
          </a:xfrm>
          <a:prstGeom prst="straightConnector1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3215DC07-43BD-BEAD-83ED-74EDD8D13C87}"/>
              </a:ext>
            </a:extLst>
          </p:cNvPr>
          <p:cNvSpPr txBox="1">
            <a:spLocks/>
          </p:cNvSpPr>
          <p:nvPr/>
        </p:nvSpPr>
        <p:spPr>
          <a:xfrm>
            <a:off x="4736099" y="2626943"/>
            <a:ext cx="218110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face recording</a:t>
            </a:r>
          </a:p>
        </p:txBody>
      </p: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5A4ED148-1DA1-6A65-8FF3-DCCA2C479C3F}"/>
              </a:ext>
            </a:extLst>
          </p:cNvPr>
          <p:cNvSpPr txBox="1">
            <a:spLocks/>
          </p:cNvSpPr>
          <p:nvPr/>
        </p:nvSpPr>
        <p:spPr>
          <a:xfrm>
            <a:off x="4748461" y="3416087"/>
            <a:ext cx="314150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face liveness checks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5ED19360-7751-6688-CE40-86452272342D}"/>
              </a:ext>
            </a:extLst>
          </p:cNvPr>
          <p:cNvCxnSpPr>
            <a:cxnSpLocks/>
            <a:stCxn id="22" idx="0"/>
            <a:endCxn id="190" idx="3"/>
          </p:cNvCxnSpPr>
          <p:nvPr/>
        </p:nvCxnSpPr>
        <p:spPr>
          <a:xfrm rot="16200000" flipV="1">
            <a:off x="6887608" y="-872673"/>
            <a:ext cx="864376" cy="5901934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0E08BD35-D9B2-7400-BC36-074AACED9985}"/>
              </a:ext>
            </a:extLst>
          </p:cNvPr>
          <p:cNvSpPr txBox="1">
            <a:spLocks/>
          </p:cNvSpPr>
          <p:nvPr/>
        </p:nvSpPr>
        <p:spPr>
          <a:xfrm>
            <a:off x="4744805" y="1940061"/>
            <a:ext cx="299711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security questions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B8F67AA-F8C5-34A6-E91B-2884779E6F3D}"/>
              </a:ext>
            </a:extLst>
          </p:cNvPr>
          <p:cNvSpPr/>
          <p:nvPr/>
        </p:nvSpPr>
        <p:spPr>
          <a:xfrm>
            <a:off x="2167127" y="4630371"/>
            <a:ext cx="2381611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📶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SIM card</a:t>
            </a:r>
          </a:p>
        </p:txBody>
      </p:sp>
      <p:cxnSp>
        <p:nvCxnSpPr>
          <p:cNvPr id="130" name="Straight Arrow Connector 12">
            <a:extLst>
              <a:ext uri="{FF2B5EF4-FFF2-40B4-BE49-F238E27FC236}">
                <a16:creationId xmlns:a16="http://schemas.microsoft.com/office/drawing/2014/main" id="{0665134A-2850-CEC8-FAC7-3D7EB44CD86C}"/>
              </a:ext>
            </a:extLst>
          </p:cNvPr>
          <p:cNvCxnSpPr>
            <a:cxnSpLocks/>
            <a:stCxn id="129" idx="3"/>
            <a:endCxn id="22" idx="1"/>
          </p:cNvCxnSpPr>
          <p:nvPr/>
        </p:nvCxnSpPr>
        <p:spPr>
          <a:xfrm flipV="1">
            <a:off x="4548738" y="3031307"/>
            <a:ext cx="4727679" cy="1880156"/>
          </a:xfrm>
          <a:prstGeom prst="bentConnector3">
            <a:avLst>
              <a:gd name="adj1" fmla="val 77078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Content Placeholder 2">
            <a:extLst>
              <a:ext uri="{FF2B5EF4-FFF2-40B4-BE49-F238E27FC236}">
                <a16:creationId xmlns:a16="http://schemas.microsoft.com/office/drawing/2014/main" id="{847F628D-EF47-D5D7-BC58-A1ED3D92A513}"/>
              </a:ext>
            </a:extLst>
          </p:cNvPr>
          <p:cNvSpPr txBox="1">
            <a:spLocks/>
          </p:cNvSpPr>
          <p:nvPr/>
        </p:nvSpPr>
        <p:spPr>
          <a:xfrm>
            <a:off x="4744804" y="4501067"/>
            <a:ext cx="314516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one-time-password (OTP)</a:t>
            </a:r>
          </a:p>
        </p:txBody>
      </p:sp>
      <p:cxnSp>
        <p:nvCxnSpPr>
          <p:cNvPr id="144" name="Straight Arrow Connector 12">
            <a:extLst>
              <a:ext uri="{FF2B5EF4-FFF2-40B4-BE49-F238E27FC236}">
                <a16:creationId xmlns:a16="http://schemas.microsoft.com/office/drawing/2014/main" id="{89329A42-C035-88FE-5BFD-57E843D561B9}"/>
              </a:ext>
            </a:extLst>
          </p:cNvPr>
          <p:cNvCxnSpPr>
            <a:cxnSpLocks/>
            <a:stCxn id="74" idx="3"/>
            <a:endCxn id="76" idx="1"/>
          </p:cNvCxnSpPr>
          <p:nvPr/>
        </p:nvCxnSpPr>
        <p:spPr>
          <a:xfrm>
            <a:off x="1385570" y="3033604"/>
            <a:ext cx="968917" cy="1061"/>
          </a:xfrm>
          <a:prstGeom prst="straightConnector1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2">
            <a:extLst>
              <a:ext uri="{FF2B5EF4-FFF2-40B4-BE49-F238E27FC236}">
                <a16:creationId xmlns:a16="http://schemas.microsoft.com/office/drawing/2014/main" id="{AD734CAE-8256-09CB-7BC1-25AD38B9E4EE}"/>
              </a:ext>
            </a:extLst>
          </p:cNvPr>
          <p:cNvCxnSpPr>
            <a:cxnSpLocks/>
            <a:stCxn id="77" idx="1"/>
            <a:endCxn id="152" idx="0"/>
          </p:cNvCxnSpPr>
          <p:nvPr/>
        </p:nvCxnSpPr>
        <p:spPr>
          <a:xfrm rot="10800000" flipV="1">
            <a:off x="816226" y="2338744"/>
            <a:ext cx="1541259" cy="288200"/>
          </a:xfrm>
          <a:prstGeom prst="bentConnector2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80C5A436-89FC-1E26-EC66-E3DF2DE0DBFB}"/>
              </a:ext>
            </a:extLst>
          </p:cNvPr>
          <p:cNvSpPr txBox="1"/>
          <p:nvPr/>
        </p:nvSpPr>
        <p:spPr>
          <a:xfrm>
            <a:off x="638337" y="2626944"/>
            <a:ext cx="355775" cy="128504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US" dirty="0"/>
              <a:t>   </a:t>
            </a:r>
          </a:p>
        </p:txBody>
      </p:sp>
      <p:cxnSp>
        <p:nvCxnSpPr>
          <p:cNvPr id="160" name="Straight Arrow Connector 12">
            <a:extLst>
              <a:ext uri="{FF2B5EF4-FFF2-40B4-BE49-F238E27FC236}">
                <a16:creationId xmlns:a16="http://schemas.microsoft.com/office/drawing/2014/main" id="{94EE6F46-11D1-3DFE-283B-ED7287A34EA9}"/>
              </a:ext>
            </a:extLst>
          </p:cNvPr>
          <p:cNvCxnSpPr>
            <a:cxnSpLocks/>
            <a:stCxn id="152" idx="2"/>
            <a:endCxn id="129" idx="1"/>
          </p:cNvCxnSpPr>
          <p:nvPr/>
        </p:nvCxnSpPr>
        <p:spPr>
          <a:xfrm rot="16200000" flipH="1">
            <a:off x="991940" y="3736275"/>
            <a:ext cx="999473" cy="1350902"/>
          </a:xfrm>
          <a:prstGeom prst="bentConnector2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5ACC5681-83C3-2E65-8B3B-FB2D1A904575}"/>
              </a:ext>
            </a:extLst>
          </p:cNvPr>
          <p:cNvSpPr txBox="1">
            <a:spLocks/>
          </p:cNvSpPr>
          <p:nvPr/>
        </p:nvSpPr>
        <p:spPr>
          <a:xfrm>
            <a:off x="6388007" y="1247301"/>
            <a:ext cx="400468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location, device configuration</a:t>
            </a: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DEB951F3-E8C2-35E0-CDD9-912D33BA1B09}"/>
              </a:ext>
            </a:extLst>
          </p:cNvPr>
          <p:cNvSpPr/>
          <p:nvPr/>
        </p:nvSpPr>
        <p:spPr>
          <a:xfrm>
            <a:off x="10416648" y="137217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2AB1324-FB85-08EF-6A49-803140747ADD}"/>
              </a:ext>
            </a:extLst>
          </p:cNvPr>
          <p:cNvSpPr txBox="1"/>
          <p:nvPr/>
        </p:nvSpPr>
        <p:spPr>
          <a:xfrm>
            <a:off x="4117724" y="158466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AD8E5081-544C-F636-CFEF-77CF523F9E44}"/>
              </a:ext>
            </a:extLst>
          </p:cNvPr>
          <p:cNvSpPr/>
          <p:nvPr/>
        </p:nvSpPr>
        <p:spPr>
          <a:xfrm>
            <a:off x="2361934" y="1365014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Private key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3158E5A-DEF9-0D78-CD0A-07D3880EBB55}"/>
              </a:ext>
            </a:extLst>
          </p:cNvPr>
          <p:cNvSpPr txBox="1"/>
          <p:nvPr/>
        </p:nvSpPr>
        <p:spPr>
          <a:xfrm>
            <a:off x="6541507" y="1172181"/>
            <a:ext cx="554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🔐</a:t>
            </a:r>
          </a:p>
        </p:txBody>
      </p:sp>
    </p:spTree>
    <p:extLst>
      <p:ext uri="{BB962C8B-B14F-4D97-AF65-F5344CB8AC3E}">
        <p14:creationId xmlns:p14="http://schemas.microsoft.com/office/powerpoint/2010/main" val="392431548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Straight Arrow Connector 12">
            <a:extLst>
              <a:ext uri="{FF2B5EF4-FFF2-40B4-BE49-F238E27FC236}">
                <a16:creationId xmlns:a16="http://schemas.microsoft.com/office/drawing/2014/main" id="{AA296FD4-A1C0-4F41-EF65-428DF69FE47F}"/>
              </a:ext>
            </a:extLst>
          </p:cNvPr>
          <p:cNvCxnSpPr>
            <a:cxnSpLocks/>
            <a:stCxn id="166" idx="3"/>
            <a:endCxn id="122" idx="0"/>
          </p:cNvCxnSpPr>
          <p:nvPr/>
        </p:nvCxnSpPr>
        <p:spPr>
          <a:xfrm>
            <a:off x="9061236" y="2025014"/>
            <a:ext cx="784812" cy="493879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5D5BB6D-E046-DD11-2F3D-F9DE3EF1908D}"/>
              </a:ext>
            </a:extLst>
          </p:cNvPr>
          <p:cNvGrpSpPr/>
          <p:nvPr/>
        </p:nvGrpSpPr>
        <p:grpSpPr>
          <a:xfrm>
            <a:off x="609435" y="1670871"/>
            <a:ext cx="10521626" cy="3346033"/>
            <a:chOff x="609435" y="1670871"/>
            <a:chExt cx="10521626" cy="334603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0F99C44-4AB9-214F-B2D9-F2119FD0293C}"/>
                </a:ext>
              </a:extLst>
            </p:cNvPr>
            <p:cNvSpPr/>
            <p:nvPr/>
          </p:nvSpPr>
          <p:spPr>
            <a:xfrm>
              <a:off x="616698" y="1678410"/>
              <a:ext cx="10514363" cy="3338494"/>
            </a:xfrm>
            <a:prstGeom prst="rect">
              <a:avLst/>
            </a:prstGeom>
            <a:noFill/>
            <a:ln w="15875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59025E2C-1025-C851-5566-85741A7B5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9435" y="1670871"/>
              <a:ext cx="381000" cy="381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9A79B3C-84D6-4EDC-0A65-4AE32348DE68}"/>
              </a:ext>
            </a:extLst>
          </p:cNvPr>
          <p:cNvGrpSpPr/>
          <p:nvPr/>
        </p:nvGrpSpPr>
        <p:grpSpPr>
          <a:xfrm>
            <a:off x="3099260" y="3700740"/>
            <a:ext cx="1487959" cy="518854"/>
            <a:chOff x="6399967" y="2708142"/>
            <a:chExt cx="1487959" cy="51885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AFD203-0F18-C29D-E03C-AA907D9A1BF6}"/>
                </a:ext>
              </a:extLst>
            </p:cNvPr>
            <p:cNvSpPr/>
            <p:nvPr/>
          </p:nvSpPr>
          <p:spPr>
            <a:xfrm>
              <a:off x="6399967" y="2708142"/>
              <a:ext cx="1487959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11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2198F59F-7B9D-5167-2C59-FC6A668938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6481393" y="27825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3E7AA745-D3CE-BD24-906C-B6A5ADE8F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8655" y="2734229"/>
              <a:ext cx="10011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selfie image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920069-6354-52D1-929B-7222D84ECAC3}"/>
              </a:ext>
            </a:extLst>
          </p:cNvPr>
          <p:cNvGrpSpPr/>
          <p:nvPr/>
        </p:nvGrpSpPr>
        <p:grpSpPr>
          <a:xfrm>
            <a:off x="3000382" y="1893520"/>
            <a:ext cx="1846152" cy="518854"/>
            <a:chOff x="1693356" y="2362146"/>
            <a:chExt cx="1846152" cy="51885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849A7FE-3E9C-F0E5-671E-BEB52D149D91}"/>
                </a:ext>
              </a:extLst>
            </p:cNvPr>
            <p:cNvGrpSpPr/>
            <p:nvPr/>
          </p:nvGrpSpPr>
          <p:grpSpPr>
            <a:xfrm>
              <a:off x="1693356" y="2362146"/>
              <a:ext cx="1846152" cy="518854"/>
              <a:chOff x="6399967" y="2708142"/>
              <a:chExt cx="1846152" cy="51885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EF107B8-036E-870D-3498-33827547DAD7}"/>
                  </a:ext>
                </a:extLst>
              </p:cNvPr>
              <p:cNvSpPr/>
              <p:nvPr/>
            </p:nvSpPr>
            <p:spPr>
              <a:xfrm>
                <a:off x="6399967" y="2708142"/>
                <a:ext cx="1753716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" name="TextBox 9">
                <a:extLst>
                  <a:ext uri="{FF2B5EF4-FFF2-40B4-BE49-F238E27FC236}">
                    <a16:creationId xmlns:a16="http://schemas.microsoft.com/office/drawing/2014/main" id="{79997B00-824E-78F1-5900-FAF4611E5C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8655" y="2742618"/>
                <a:ext cx="13974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Amplify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face scan iframe</a:t>
                </a:r>
              </a:p>
            </p:txBody>
          </p:sp>
        </p:grpSp>
        <p:pic>
          <p:nvPicPr>
            <p:cNvPr id="21" name="Graphic 10" descr="AWS Amplify service icon.">
              <a:extLst>
                <a:ext uri="{FF2B5EF4-FFF2-40B4-BE49-F238E27FC236}">
                  <a16:creationId xmlns:a16="http://schemas.microsoft.com/office/drawing/2014/main" id="{03186D86-341E-8B6D-136A-07153A2ACA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1778414" y="2444081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526B3-A26E-BFC8-2158-5456B41BF968}"/>
              </a:ext>
            </a:extLst>
          </p:cNvPr>
          <p:cNvSpPr/>
          <p:nvPr/>
        </p:nvSpPr>
        <p:spPr>
          <a:xfrm>
            <a:off x="861188" y="2645509"/>
            <a:ext cx="1609665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D9153E-53A8-01A8-277C-527953A7EBDD}"/>
              </a:ext>
            </a:extLst>
          </p:cNvPr>
          <p:cNvGrpSpPr/>
          <p:nvPr/>
        </p:nvGrpSpPr>
        <p:grpSpPr>
          <a:xfrm>
            <a:off x="852799" y="3121529"/>
            <a:ext cx="1628404" cy="518854"/>
            <a:chOff x="6890274" y="2476895"/>
            <a:chExt cx="1628404" cy="51885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60F8422-55F0-3D47-E829-135D824E2DA6}"/>
                </a:ext>
              </a:extLst>
            </p:cNvPr>
            <p:cNvSpPr/>
            <p:nvPr/>
          </p:nvSpPr>
          <p:spPr>
            <a:xfrm>
              <a:off x="6890274" y="2476895"/>
              <a:ext cx="1628404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28" name="Graphic 10" descr="AWS Lambda service icon.">
              <a:extLst>
                <a:ext uri="{FF2B5EF4-FFF2-40B4-BE49-F238E27FC236}">
                  <a16:creationId xmlns:a16="http://schemas.microsoft.com/office/drawing/2014/main" id="{483248B4-B50C-6AEB-FA9B-7CA1A0006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6973299" y="25563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E6671D-D075-13D3-A63C-7435FD4A51C4}"/>
                </a:ext>
              </a:extLst>
            </p:cNvPr>
            <p:cNvSpPr txBox="1"/>
            <p:nvPr/>
          </p:nvSpPr>
          <p:spPr>
            <a:xfrm>
              <a:off x="7333298" y="2504354"/>
              <a:ext cx="117503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selfie handlers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D8EC9B9-4F0F-B561-70DD-7BB3282E513E}"/>
              </a:ext>
            </a:extLst>
          </p:cNvPr>
          <p:cNvGrpSpPr/>
          <p:nvPr/>
        </p:nvGrpSpPr>
        <p:grpSpPr>
          <a:xfrm>
            <a:off x="852799" y="3700740"/>
            <a:ext cx="1629738" cy="518854"/>
            <a:chOff x="2908099" y="3408978"/>
            <a:chExt cx="1629738" cy="51885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98DA53B-A322-9B5B-9DB1-896C4F2CCA36}"/>
                </a:ext>
              </a:extLst>
            </p:cNvPr>
            <p:cNvGrpSpPr/>
            <p:nvPr/>
          </p:nvGrpSpPr>
          <p:grpSpPr>
            <a:xfrm>
              <a:off x="2908099" y="3408978"/>
              <a:ext cx="1629738" cy="518854"/>
              <a:chOff x="6890274" y="2476895"/>
              <a:chExt cx="1629738" cy="518854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B07D0E9-204C-E9E0-9027-55824730BA50}"/>
                  </a:ext>
                </a:extLst>
              </p:cNvPr>
              <p:cNvSpPr/>
              <p:nvPr/>
            </p:nvSpPr>
            <p:spPr>
              <a:xfrm>
                <a:off x="6890274" y="2476895"/>
                <a:ext cx="1629738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220A1E-4C2E-A80B-8905-C20470D8F2EA}"/>
                  </a:ext>
                </a:extLst>
              </p:cNvPr>
              <p:cNvSpPr txBox="1"/>
              <p:nvPr/>
            </p:nvSpPr>
            <p:spPr>
              <a:xfrm>
                <a:off x="7324908" y="2504354"/>
                <a:ext cx="11664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Rekognition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liveness check</a:t>
                </a:r>
              </a:p>
            </p:txBody>
          </p:sp>
        </p:grpSp>
        <p:pic>
          <p:nvPicPr>
            <p:cNvPr id="32" name="Graphic 18" descr="Amazon Rekognition service icon.">
              <a:extLst>
                <a:ext uri="{FF2B5EF4-FFF2-40B4-BE49-F238E27FC236}">
                  <a16:creationId xmlns:a16="http://schemas.microsoft.com/office/drawing/2014/main" id="{2D725366-A2C1-41AE-C83E-CE725A4838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2982733" y="3488405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5" name="Straight Arrow Connector 12">
            <a:extLst>
              <a:ext uri="{FF2B5EF4-FFF2-40B4-BE49-F238E27FC236}">
                <a16:creationId xmlns:a16="http://schemas.microsoft.com/office/drawing/2014/main" id="{EDB0FD50-3D57-62FE-59DB-9B3D9646F594}"/>
              </a:ext>
            </a:extLst>
          </p:cNvPr>
          <p:cNvCxnSpPr>
            <a:cxnSpLocks/>
            <a:stCxn id="23" idx="0"/>
            <a:endCxn id="18" idx="1"/>
          </p:cNvCxnSpPr>
          <p:nvPr/>
        </p:nvCxnSpPr>
        <p:spPr>
          <a:xfrm rot="5400000" flipH="1" flipV="1">
            <a:off x="2086920" y="1732048"/>
            <a:ext cx="492562" cy="1334361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F40CD53-390C-94CC-6AE1-988FBFCFDF32}"/>
              </a:ext>
            </a:extLst>
          </p:cNvPr>
          <p:cNvGrpSpPr/>
          <p:nvPr/>
        </p:nvGrpSpPr>
        <p:grpSpPr>
          <a:xfrm>
            <a:off x="3099260" y="4293974"/>
            <a:ext cx="1487959" cy="518854"/>
            <a:chOff x="6399967" y="2708142"/>
            <a:chExt cx="1487959" cy="518854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6088994-EA86-7864-46C0-3B85E65EB96C}"/>
                </a:ext>
              </a:extLst>
            </p:cNvPr>
            <p:cNvSpPr/>
            <p:nvPr/>
          </p:nvSpPr>
          <p:spPr>
            <a:xfrm>
              <a:off x="6399967" y="2708142"/>
              <a:ext cx="1487959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50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BEF9192C-F888-7B61-99E4-10EDE6FFF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6481393" y="27825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TextBox 9">
              <a:extLst>
                <a:ext uri="{FF2B5EF4-FFF2-40B4-BE49-F238E27FC236}">
                  <a16:creationId xmlns:a16="http://schemas.microsoft.com/office/drawing/2014/main" id="{61F63272-6F23-B0BD-1E4E-A965D9201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8655" y="2734229"/>
              <a:ext cx="10268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legal photos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F1FBA296-3640-0F63-058F-87891EB38ED7}"/>
              </a:ext>
            </a:extLst>
          </p:cNvPr>
          <p:cNvSpPr/>
          <p:nvPr/>
        </p:nvSpPr>
        <p:spPr>
          <a:xfrm>
            <a:off x="5202726" y="2645509"/>
            <a:ext cx="2025331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0D347D8-D47E-6875-E951-8416B31392A5}"/>
              </a:ext>
            </a:extLst>
          </p:cNvPr>
          <p:cNvGrpSpPr/>
          <p:nvPr/>
        </p:nvGrpSpPr>
        <p:grpSpPr>
          <a:xfrm>
            <a:off x="5194336" y="3699457"/>
            <a:ext cx="2047671" cy="518855"/>
            <a:chOff x="6266182" y="3407695"/>
            <a:chExt cx="2047671" cy="51885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28FF436-FA95-22F1-E7E4-58C8BBDA5378}"/>
                </a:ext>
              </a:extLst>
            </p:cNvPr>
            <p:cNvGrpSpPr/>
            <p:nvPr/>
          </p:nvGrpSpPr>
          <p:grpSpPr>
            <a:xfrm>
              <a:off x="6266182" y="3407695"/>
              <a:ext cx="2047671" cy="518855"/>
              <a:chOff x="6890273" y="2475612"/>
              <a:chExt cx="2047671" cy="518855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71D81F0-7947-A65D-F9A8-5CA4A7836099}"/>
                  </a:ext>
                </a:extLst>
              </p:cNvPr>
              <p:cNvSpPr/>
              <p:nvPr/>
            </p:nvSpPr>
            <p:spPr>
              <a:xfrm>
                <a:off x="6890273" y="2475612"/>
                <a:ext cx="2047671" cy="518855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D6FD816-B9B0-B925-A26B-A53384A0DBF7}"/>
                  </a:ext>
                </a:extLst>
              </p:cNvPr>
              <p:cNvSpPr txBox="1"/>
              <p:nvPr/>
            </p:nvSpPr>
            <p:spPr>
              <a:xfrm>
                <a:off x="7324908" y="2504354"/>
                <a:ext cx="16130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Rekognition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face comparison</a:t>
                </a:r>
              </a:p>
            </p:txBody>
          </p:sp>
        </p:grpSp>
        <p:pic>
          <p:nvPicPr>
            <p:cNvPr id="60" name="Graphic 18" descr="Amazon Rekognition service icon.">
              <a:extLst>
                <a:ext uri="{FF2B5EF4-FFF2-40B4-BE49-F238E27FC236}">
                  <a16:creationId xmlns:a16="http://schemas.microsoft.com/office/drawing/2014/main" id="{8C32E397-A264-52CD-25C3-E2DEA812F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6340817" y="3488405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1" name="Straight Arrow Connector 12">
            <a:extLst>
              <a:ext uri="{FF2B5EF4-FFF2-40B4-BE49-F238E27FC236}">
                <a16:creationId xmlns:a16="http://schemas.microsoft.com/office/drawing/2014/main" id="{FA0B988A-C39C-9633-5CAC-195EA0FF6132}"/>
              </a:ext>
            </a:extLst>
          </p:cNvPr>
          <p:cNvCxnSpPr>
            <a:cxnSpLocks/>
            <a:stCxn id="52" idx="0"/>
            <a:endCxn id="18" idx="3"/>
          </p:cNvCxnSpPr>
          <p:nvPr/>
        </p:nvCxnSpPr>
        <p:spPr>
          <a:xfrm rot="16200000" flipV="1">
            <a:off x="5238464" y="1668581"/>
            <a:ext cx="492562" cy="146129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12">
            <a:extLst>
              <a:ext uri="{FF2B5EF4-FFF2-40B4-BE49-F238E27FC236}">
                <a16:creationId xmlns:a16="http://schemas.microsoft.com/office/drawing/2014/main" id="{810EA2BB-8693-0BDE-F4A4-0AFB35D72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4825" y="1867559"/>
            <a:ext cx="9080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take selfie</a:t>
            </a:r>
          </a:p>
        </p:txBody>
      </p:sp>
      <p:sp>
        <p:nvSpPr>
          <p:cNvPr id="67" name="TextBox 12">
            <a:extLst>
              <a:ext uri="{FF2B5EF4-FFF2-40B4-BE49-F238E27FC236}">
                <a16:creationId xmlns:a16="http://schemas.microsoft.com/office/drawing/2014/main" id="{311E0C0C-FBAC-6959-4613-CBAF43369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86" y="1877047"/>
            <a:ext cx="1212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selfie taken</a:t>
            </a:r>
          </a:p>
        </p:txBody>
      </p: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65A8D71E-5374-CFD0-E186-224285BD4EDB}"/>
              </a:ext>
            </a:extLst>
          </p:cNvPr>
          <p:cNvCxnSpPr>
            <a:cxnSpLocks/>
            <a:stCxn id="10" idx="3"/>
            <a:endCxn id="58" idx="1"/>
          </p:cNvCxnSpPr>
          <p:nvPr/>
        </p:nvCxnSpPr>
        <p:spPr>
          <a:xfrm flipV="1">
            <a:off x="4587219" y="3958885"/>
            <a:ext cx="607117" cy="1282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DC4B158-5AA4-3090-2DBC-4D9957A191BD}"/>
              </a:ext>
            </a:extLst>
          </p:cNvPr>
          <p:cNvGrpSpPr/>
          <p:nvPr/>
        </p:nvGrpSpPr>
        <p:grpSpPr>
          <a:xfrm>
            <a:off x="5194336" y="3121877"/>
            <a:ext cx="2165185" cy="518854"/>
            <a:chOff x="4537167" y="5246272"/>
            <a:chExt cx="2165185" cy="51885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467EFC2-3BFE-2F71-B5F2-C374C8DD9129}"/>
                </a:ext>
              </a:extLst>
            </p:cNvPr>
            <p:cNvGrpSpPr/>
            <p:nvPr/>
          </p:nvGrpSpPr>
          <p:grpSpPr>
            <a:xfrm>
              <a:off x="4537167" y="5246272"/>
              <a:ext cx="2165185" cy="518854"/>
              <a:chOff x="6440267" y="2476895"/>
              <a:chExt cx="2165185" cy="518854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70663C72-FE22-15EF-74A5-917C73429138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75" name="Graphic 10" descr="AWS Lambda service icon.">
                <a:extLst>
                  <a:ext uri="{FF2B5EF4-FFF2-40B4-BE49-F238E27FC236}">
                    <a16:creationId xmlns:a16="http://schemas.microsoft.com/office/drawing/2014/main" id="{E19E369B-713C-51D3-E161-4BAB492EB4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4F97CDF-B716-F0CD-D545-9133ECA397FF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2892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comparison</a:t>
                </a:r>
              </a:p>
            </p:txBody>
          </p:sp>
        </p:grpSp>
        <p:pic>
          <p:nvPicPr>
            <p:cNvPr id="73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BC25C611-974B-F74E-250B-C7E1BD45B5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9432EE9-5F9C-E853-BE07-3F54A5F43E5C}"/>
              </a:ext>
            </a:extLst>
          </p:cNvPr>
          <p:cNvGrpSpPr/>
          <p:nvPr/>
        </p:nvGrpSpPr>
        <p:grpSpPr>
          <a:xfrm>
            <a:off x="3099261" y="3119979"/>
            <a:ext cx="1487958" cy="518400"/>
            <a:chOff x="612367" y="4202686"/>
            <a:chExt cx="1487958" cy="51840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147E577-FF81-FC9C-8833-9525606F4C49}"/>
                </a:ext>
              </a:extLst>
            </p:cNvPr>
            <p:cNvGrpSpPr/>
            <p:nvPr/>
          </p:nvGrpSpPr>
          <p:grpSpPr>
            <a:xfrm>
              <a:off x="612367" y="4202686"/>
              <a:ext cx="1487958" cy="518400"/>
              <a:chOff x="6838093" y="3987527"/>
              <a:chExt cx="1487958" cy="518400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07DAB63-75D8-B4ED-9394-2B600581CCB2}"/>
                  </a:ext>
                </a:extLst>
              </p:cNvPr>
              <p:cNvSpPr/>
              <p:nvPr/>
            </p:nvSpPr>
            <p:spPr>
              <a:xfrm>
                <a:off x="6838093" y="3987527"/>
                <a:ext cx="1487958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3" name="TextBox 11">
                <a:extLst>
                  <a:ext uri="{FF2B5EF4-FFF2-40B4-BE49-F238E27FC236}">
                    <a16:creationId xmlns:a16="http://schemas.microsoft.com/office/drawing/2014/main" id="{EF7173B1-1FC6-73DD-CEDB-9B4A4ECDAA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5030" y="4022422"/>
                <a:ext cx="106860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liveness rate</a:t>
                </a:r>
                <a:endPara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81" name="Graphic 23" descr="Amazon DynamoDB service icon.">
              <a:extLst>
                <a:ext uri="{FF2B5EF4-FFF2-40B4-BE49-F238E27FC236}">
                  <a16:creationId xmlns:a16="http://schemas.microsoft.com/office/drawing/2014/main" id="{927EE24D-A0EF-DD5A-AEBF-BD1E67C06D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>
              <a:off x="688948" y="4288038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89" name="Straight Arrow Connector 12">
            <a:extLst>
              <a:ext uri="{FF2B5EF4-FFF2-40B4-BE49-F238E27FC236}">
                <a16:creationId xmlns:a16="http://schemas.microsoft.com/office/drawing/2014/main" id="{B1419576-5C53-313E-63DA-C59B79DB12FB}"/>
              </a:ext>
            </a:extLst>
          </p:cNvPr>
          <p:cNvCxnSpPr>
            <a:cxnSpLocks/>
            <a:stCxn id="82" idx="1"/>
            <a:endCxn id="27" idx="3"/>
          </p:cNvCxnSpPr>
          <p:nvPr/>
        </p:nvCxnSpPr>
        <p:spPr>
          <a:xfrm flipH="1">
            <a:off x="2481203" y="3379179"/>
            <a:ext cx="618058" cy="177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2">
            <a:extLst>
              <a:ext uri="{FF2B5EF4-FFF2-40B4-BE49-F238E27FC236}">
                <a16:creationId xmlns:a16="http://schemas.microsoft.com/office/drawing/2014/main" id="{90FEEA15-865B-FF50-ACA9-BC7222DAC4E6}"/>
              </a:ext>
            </a:extLst>
          </p:cNvPr>
          <p:cNvCxnSpPr>
            <a:cxnSpLocks/>
            <a:stCxn id="82" idx="3"/>
            <a:endCxn id="74" idx="1"/>
          </p:cNvCxnSpPr>
          <p:nvPr/>
        </p:nvCxnSpPr>
        <p:spPr>
          <a:xfrm>
            <a:off x="4587219" y="3379179"/>
            <a:ext cx="607117" cy="2125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12">
            <a:extLst>
              <a:ext uri="{FF2B5EF4-FFF2-40B4-BE49-F238E27FC236}">
                <a16:creationId xmlns:a16="http://schemas.microsoft.com/office/drawing/2014/main" id="{74928B3B-E569-9C58-2489-FCE273E11245}"/>
              </a:ext>
            </a:extLst>
          </p:cNvPr>
          <p:cNvCxnSpPr>
            <a:cxnSpLocks/>
            <a:stCxn id="10" idx="1"/>
            <a:endCxn id="35" idx="3"/>
          </p:cNvCxnSpPr>
          <p:nvPr/>
        </p:nvCxnSpPr>
        <p:spPr>
          <a:xfrm flipH="1">
            <a:off x="2482537" y="3960167"/>
            <a:ext cx="616723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12">
            <a:extLst>
              <a:ext uri="{FF2B5EF4-FFF2-40B4-BE49-F238E27FC236}">
                <a16:creationId xmlns:a16="http://schemas.microsoft.com/office/drawing/2014/main" id="{2193A2EA-3D1F-F302-AB27-2656B66F67A3}"/>
              </a:ext>
            </a:extLst>
          </p:cNvPr>
          <p:cNvCxnSpPr>
            <a:cxnSpLocks/>
            <a:stCxn id="49" idx="3"/>
            <a:endCxn id="58" idx="1"/>
          </p:cNvCxnSpPr>
          <p:nvPr/>
        </p:nvCxnSpPr>
        <p:spPr>
          <a:xfrm flipV="1">
            <a:off x="4587219" y="3958885"/>
            <a:ext cx="607117" cy="594516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2">
            <a:extLst>
              <a:ext uri="{FF2B5EF4-FFF2-40B4-BE49-F238E27FC236}">
                <a16:creationId xmlns:a16="http://schemas.microsoft.com/office/drawing/2014/main" id="{05BB7B12-B91D-95A6-46FE-9D61F424A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863" y="3082069"/>
            <a:ext cx="6356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write</a:t>
            </a:r>
          </a:p>
        </p:txBody>
      </p:sp>
      <p:sp>
        <p:nvSpPr>
          <p:cNvPr id="114" name="TextBox 12">
            <a:extLst>
              <a:ext uri="{FF2B5EF4-FFF2-40B4-BE49-F238E27FC236}">
                <a16:creationId xmlns:a16="http://schemas.microsoft.com/office/drawing/2014/main" id="{B88D70A6-6428-38C5-F5F6-B8BC90FE2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508" y="3667455"/>
            <a:ext cx="6409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write</a:t>
            </a:r>
          </a:p>
        </p:txBody>
      </p:sp>
      <p:sp>
        <p:nvSpPr>
          <p:cNvPr id="115" name="TextBox 12">
            <a:extLst>
              <a:ext uri="{FF2B5EF4-FFF2-40B4-BE49-F238E27FC236}">
                <a16:creationId xmlns:a16="http://schemas.microsoft.com/office/drawing/2014/main" id="{83180B7C-32C8-1F31-8A09-B04B6F329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4788" y="3085015"/>
            <a:ext cx="51075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read</a:t>
            </a:r>
          </a:p>
        </p:txBody>
      </p:sp>
      <p:sp>
        <p:nvSpPr>
          <p:cNvPr id="116" name="TextBox 12">
            <a:extLst>
              <a:ext uri="{FF2B5EF4-FFF2-40B4-BE49-F238E27FC236}">
                <a16:creationId xmlns:a16="http://schemas.microsoft.com/office/drawing/2014/main" id="{D6E9CE38-AD04-B43A-49A0-1C01BEEFF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4788" y="3667455"/>
            <a:ext cx="51075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read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ED8C865-C51A-09C2-CC83-52EE89654967}"/>
              </a:ext>
            </a:extLst>
          </p:cNvPr>
          <p:cNvSpPr/>
          <p:nvPr/>
        </p:nvSpPr>
        <p:spPr>
          <a:xfrm>
            <a:off x="9094310" y="5363207"/>
            <a:ext cx="1498732" cy="43200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Domain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C58A5C2-1A48-E6A2-3568-5D80C4184E05}"/>
              </a:ext>
            </a:extLst>
          </p:cNvPr>
          <p:cNvGrpSpPr/>
          <p:nvPr/>
        </p:nvGrpSpPr>
        <p:grpSpPr>
          <a:xfrm>
            <a:off x="8819632" y="2518893"/>
            <a:ext cx="2059693" cy="518854"/>
            <a:chOff x="4537167" y="5246272"/>
            <a:chExt cx="2059693" cy="518854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DAC1D60B-EEC1-4EC0-6527-F9B9BFF4BD2B}"/>
                </a:ext>
              </a:extLst>
            </p:cNvPr>
            <p:cNvGrpSpPr/>
            <p:nvPr/>
          </p:nvGrpSpPr>
          <p:grpSpPr>
            <a:xfrm>
              <a:off x="4537167" y="5246272"/>
              <a:ext cx="2059693" cy="518854"/>
              <a:chOff x="6440267" y="2476895"/>
              <a:chExt cx="2059693" cy="518854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64A66AEF-990D-C1FC-57D1-F91644FADF4E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23" name="Graphic 10" descr="AWS Lambda service icon.">
                <a:extLst>
                  <a:ext uri="{FF2B5EF4-FFF2-40B4-BE49-F238E27FC236}">
                    <a16:creationId xmlns:a16="http://schemas.microsoft.com/office/drawing/2014/main" id="{3428B49D-6FAD-0D52-7217-2F2C0C3D83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D5775755-77E2-0DC1-D61F-EDBEC0FCBF43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1837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authenticator</a:t>
                </a:r>
              </a:p>
            </p:txBody>
          </p:sp>
        </p:grpSp>
        <p:pic>
          <p:nvPicPr>
            <p:cNvPr id="121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6AC9F4AE-3DF3-1085-8D59-CE88416109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25" name="Straight Arrow Connector 12">
            <a:extLst>
              <a:ext uri="{FF2B5EF4-FFF2-40B4-BE49-F238E27FC236}">
                <a16:creationId xmlns:a16="http://schemas.microsoft.com/office/drawing/2014/main" id="{E2C72EB0-6862-3EC9-1779-C96B5FA43D69}"/>
              </a:ext>
            </a:extLst>
          </p:cNvPr>
          <p:cNvCxnSpPr>
            <a:cxnSpLocks/>
            <a:stCxn id="118" idx="2"/>
            <a:endCxn id="117" idx="0"/>
          </p:cNvCxnSpPr>
          <p:nvPr/>
        </p:nvCxnSpPr>
        <p:spPr>
          <a:xfrm>
            <a:off x="9841814" y="4720462"/>
            <a:ext cx="1862" cy="642745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">
            <a:extLst>
              <a:ext uri="{FF2B5EF4-FFF2-40B4-BE49-F238E27FC236}">
                <a16:creationId xmlns:a16="http://schemas.microsoft.com/office/drawing/2014/main" id="{E221652D-BFDD-6CB6-7155-E89A222FC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1488" y="5055549"/>
            <a:ext cx="18359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verify locator</a:t>
            </a:r>
          </a:p>
        </p:txBody>
      </p:sp>
      <p:cxnSp>
        <p:nvCxnSpPr>
          <p:cNvPr id="144" name="Straight Arrow Connector 12">
            <a:extLst>
              <a:ext uri="{FF2B5EF4-FFF2-40B4-BE49-F238E27FC236}">
                <a16:creationId xmlns:a16="http://schemas.microsoft.com/office/drawing/2014/main" id="{EDE339D2-6F98-F75F-5043-B6F6B87B62D1}"/>
              </a:ext>
            </a:extLst>
          </p:cNvPr>
          <p:cNvCxnSpPr>
            <a:cxnSpLocks/>
            <a:stCxn id="18" idx="0"/>
            <a:endCxn id="138" idx="1"/>
          </p:cNvCxnSpPr>
          <p:nvPr/>
        </p:nvCxnSpPr>
        <p:spPr>
          <a:xfrm rot="5400000" flipH="1" flipV="1">
            <a:off x="5042921" y="-316725"/>
            <a:ext cx="1044564" cy="337592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DE0555A6-757A-427B-F0FE-FC86AFEBE2AF}"/>
              </a:ext>
            </a:extLst>
          </p:cNvPr>
          <p:cNvGrpSpPr/>
          <p:nvPr/>
        </p:nvGrpSpPr>
        <p:grpSpPr>
          <a:xfrm>
            <a:off x="8829148" y="4326575"/>
            <a:ext cx="2025331" cy="393887"/>
            <a:chOff x="9740920" y="2785016"/>
            <a:chExt cx="2025331" cy="393887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4871AAE4-D933-7DF0-4F86-0A7E1ED70628}"/>
                </a:ext>
              </a:extLst>
            </p:cNvPr>
            <p:cNvGrpSpPr/>
            <p:nvPr/>
          </p:nvGrpSpPr>
          <p:grpSpPr>
            <a:xfrm>
              <a:off x="9740920" y="2785016"/>
              <a:ext cx="2025331" cy="393887"/>
              <a:chOff x="9740920" y="2785016"/>
              <a:chExt cx="2025331" cy="39388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48C6A5FD-7CBB-8A94-908B-B61705500B9E}"/>
                  </a:ext>
                </a:extLst>
              </p:cNvPr>
              <p:cNvSpPr/>
              <p:nvPr/>
            </p:nvSpPr>
            <p:spPr>
              <a:xfrm>
                <a:off x="9740920" y="2785016"/>
                <a:ext cx="2025331" cy="393887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 algn="ctr"/>
                <a:r>
                  <a:rPr lang="en-GB" sz="2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📨</a:t>
                </a:r>
                <a:r>
                  <a:rPr lang="en-GB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GB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Inbox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2DAF5BA-4764-0515-AA67-8F9A64623025}"/>
                  </a:ext>
                </a:extLst>
              </p:cNvPr>
              <p:cNvSpPr txBox="1"/>
              <p:nvPr/>
            </p:nvSpPr>
            <p:spPr>
              <a:xfrm>
                <a:off x="11081341" y="2797293"/>
                <a:ext cx="30457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 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4D0E602-0C2D-A3F7-D3BE-E36D3F2E0E67}"/>
                </a:ext>
              </a:extLst>
            </p:cNvPr>
            <p:cNvSpPr txBox="1"/>
            <p:nvPr/>
          </p:nvSpPr>
          <p:spPr>
            <a:xfrm>
              <a:off x="9841541" y="2785016"/>
              <a:ext cx="304571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sp>
        <p:nvSpPr>
          <p:cNvPr id="159" name="TextBox 12">
            <a:extLst>
              <a:ext uri="{FF2B5EF4-FFF2-40B4-BE49-F238E27FC236}">
                <a16:creationId xmlns:a16="http://schemas.microsoft.com/office/drawing/2014/main" id="{8F973F61-87E4-ADE5-41D7-2CD98A778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3311" y="2035458"/>
            <a:ext cx="689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open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pop-up</a:t>
            </a:r>
          </a:p>
        </p:txBody>
      </p:sp>
      <p:sp>
        <p:nvSpPr>
          <p:cNvPr id="160" name="TextBox 12">
            <a:extLst>
              <a:ext uri="{FF2B5EF4-FFF2-40B4-BE49-F238E27FC236}">
                <a16:creationId xmlns:a16="http://schemas.microsoft.com/office/drawing/2014/main" id="{9FAF90C0-21EB-7206-A966-0FBD07DD1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8678" y="860581"/>
            <a:ext cx="18470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embedded web-browser</a:t>
            </a:r>
          </a:p>
        </p:txBody>
      </p:sp>
      <p:cxnSp>
        <p:nvCxnSpPr>
          <p:cNvPr id="161" name="Straight Arrow Connector 12">
            <a:extLst>
              <a:ext uri="{FF2B5EF4-FFF2-40B4-BE49-F238E27FC236}">
                <a16:creationId xmlns:a16="http://schemas.microsoft.com/office/drawing/2014/main" id="{09A19195-2FE8-3EB4-080E-C7B495D769B4}"/>
              </a:ext>
            </a:extLst>
          </p:cNvPr>
          <p:cNvCxnSpPr>
            <a:cxnSpLocks/>
            <a:endCxn id="74" idx="3"/>
          </p:cNvCxnSpPr>
          <p:nvPr/>
        </p:nvCxnSpPr>
        <p:spPr>
          <a:xfrm rot="5400000">
            <a:off x="7001699" y="2505095"/>
            <a:ext cx="1121679" cy="630739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45B670A-A63E-6AD8-BC06-3B12917BA579}"/>
              </a:ext>
            </a:extLst>
          </p:cNvPr>
          <p:cNvSpPr/>
          <p:nvPr/>
        </p:nvSpPr>
        <p:spPr>
          <a:xfrm>
            <a:off x="7256798" y="1828814"/>
            <a:ext cx="1804438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async 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3" name="TextBox 12">
            <a:extLst>
              <a:ext uri="{FF2B5EF4-FFF2-40B4-BE49-F238E27FC236}">
                <a16:creationId xmlns:a16="http://schemas.microsoft.com/office/drawing/2014/main" id="{2815F84C-B326-17BD-0CAD-938220C0F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7908" y="2369644"/>
            <a:ext cx="689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close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pop-up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09273BB-D5ED-7A1C-6373-C72034669C18}"/>
              </a:ext>
            </a:extLst>
          </p:cNvPr>
          <p:cNvGrpSpPr/>
          <p:nvPr/>
        </p:nvGrpSpPr>
        <p:grpSpPr>
          <a:xfrm>
            <a:off x="7253167" y="273555"/>
            <a:ext cx="1811700" cy="1210630"/>
            <a:chOff x="7807083" y="414230"/>
            <a:chExt cx="1811700" cy="1210630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30DF3495-7A17-A3CC-753B-6C66F64B33F9}"/>
                </a:ext>
              </a:extLst>
            </p:cNvPr>
            <p:cNvGrpSpPr/>
            <p:nvPr/>
          </p:nvGrpSpPr>
          <p:grpSpPr>
            <a:xfrm>
              <a:off x="7807083" y="414230"/>
              <a:ext cx="1811700" cy="1210630"/>
              <a:chOff x="4967945" y="4882765"/>
              <a:chExt cx="1811700" cy="1210630"/>
            </a:xfrm>
          </p:grpSpPr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09F41831-BC8C-12B0-6BC3-CE9594720BD4}"/>
                  </a:ext>
                </a:extLst>
              </p:cNvPr>
              <p:cNvGrpSpPr/>
              <p:nvPr/>
            </p:nvGrpSpPr>
            <p:grpSpPr>
              <a:xfrm>
                <a:off x="4967945" y="4882765"/>
                <a:ext cx="1811700" cy="1150802"/>
                <a:chOff x="4777000" y="3370563"/>
                <a:chExt cx="1811700" cy="1150802"/>
              </a:xfrm>
            </p:grpSpPr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58D05612-1FAD-D8FE-20F3-6C71F4B2D7A9}"/>
                    </a:ext>
                  </a:extLst>
                </p:cNvPr>
                <p:cNvGrpSpPr/>
                <p:nvPr/>
              </p:nvGrpSpPr>
              <p:grpSpPr>
                <a:xfrm>
                  <a:off x="4777000" y="3370563"/>
                  <a:ext cx="1811700" cy="1150802"/>
                  <a:chOff x="6148335" y="213635"/>
                  <a:chExt cx="1811700" cy="1150802"/>
                </a:xfrm>
              </p:grpSpPr>
              <p:sp>
                <p:nvSpPr>
                  <p:cNvPr id="137" name="Rectangle 136">
                    <a:extLst>
                      <a:ext uri="{FF2B5EF4-FFF2-40B4-BE49-F238E27FC236}">
                        <a16:creationId xmlns:a16="http://schemas.microsoft.com/office/drawing/2014/main" id="{8D74284C-6C2C-4EBE-C2B2-C6DBC9382E72}"/>
                      </a:ext>
                    </a:extLst>
                  </p:cNvPr>
                  <p:cNvSpPr/>
                  <p:nvPr/>
                </p:nvSpPr>
                <p:spPr>
                  <a:xfrm>
                    <a:off x="6227765" y="299050"/>
                    <a:ext cx="1660304" cy="440358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 w="28575">
                    <a:solidFill>
                      <a:schemeClr val="tx1">
                        <a:lumMod val="5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anchor="ctr"/>
                  <a:lstStyle/>
                  <a:p>
                    <a:r>
                      <a:rPr lang="en-GB" sz="2800" baseline="-9000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</a:rPr>
                      <a:t>🧑‍🦰</a:t>
                    </a:r>
                    <a:r>
                      <a:rPr lang="en-GB" sz="2000" dirty="0">
                        <a:solidFill>
                          <a:sysClr val="windowText" lastClr="000000"/>
                        </a:solidFill>
                        <a:latin typeface="+mj-lt"/>
                        <a:cs typeface="Arial" panose="020B0604020202020204" pitchFamily="34" charset="0"/>
                      </a:rPr>
                      <a:t> Wallet</a:t>
                    </a:r>
                  </a:p>
                </p:txBody>
              </p:sp>
              <p:sp>
                <p:nvSpPr>
                  <p:cNvPr id="138" name="Rectangle 137">
                    <a:extLst>
                      <a:ext uri="{FF2B5EF4-FFF2-40B4-BE49-F238E27FC236}">
                        <a16:creationId xmlns:a16="http://schemas.microsoft.com/office/drawing/2014/main" id="{05A57C9E-2978-3C47-CC6F-0AC52B711EB6}"/>
                      </a:ext>
                    </a:extLst>
                  </p:cNvPr>
                  <p:cNvSpPr/>
                  <p:nvPr/>
                </p:nvSpPr>
                <p:spPr>
                  <a:xfrm>
                    <a:off x="6148335" y="213635"/>
                    <a:ext cx="1811700" cy="1150802"/>
                  </a:xfrm>
                  <a:prstGeom prst="rect">
                    <a:avLst/>
                  </a:prstGeom>
                  <a:noFill/>
                  <a:ln w="12700">
                    <a:solidFill>
                      <a:srgbClr val="5A6B86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tIns="36000"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endParaRPr>
                  </a:p>
                </p:txBody>
              </p:sp>
            </p:grp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03065D0-BA1F-F64D-A53B-AD8CB0C730ED}"/>
                    </a:ext>
                  </a:extLst>
                </p:cNvPr>
                <p:cNvSpPr/>
                <p:nvPr/>
              </p:nvSpPr>
              <p:spPr>
                <a:xfrm>
                  <a:off x="5455359" y="3993509"/>
                  <a:ext cx="481855" cy="440358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2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📣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C21E45AB-13BB-BFB5-68EA-2B014FF7C09F}"/>
                    </a:ext>
                  </a:extLst>
                </p:cNvPr>
                <p:cNvSpPr/>
                <p:nvPr/>
              </p:nvSpPr>
              <p:spPr>
                <a:xfrm>
                  <a:off x="6034879" y="3993509"/>
                  <a:ext cx="481855" cy="432398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2800" baseline="-10000" dirty="0"/>
                    <a:t>📱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4C96F39B-62BA-C6F6-3044-AB7F95C99FB3}"/>
                    </a:ext>
                  </a:extLst>
                </p:cNvPr>
                <p:cNvSpPr/>
                <p:nvPr/>
              </p:nvSpPr>
              <p:spPr>
                <a:xfrm>
                  <a:off x="4868158" y="3993509"/>
                  <a:ext cx="481855" cy="440358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 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68D44B2-F69C-13D5-5E80-0A35A2015CAA}"/>
                  </a:ext>
                </a:extLst>
              </p:cNvPr>
              <p:cNvSpPr txBox="1"/>
              <p:nvPr/>
            </p:nvSpPr>
            <p:spPr>
              <a:xfrm>
                <a:off x="5034467" y="5385509"/>
                <a:ext cx="50268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0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000" dirty="0"/>
              </a:p>
            </p:txBody>
          </p:sp>
        </p:grp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387510A-6213-7FA7-FFDA-3B0421817B7C}"/>
                </a:ext>
              </a:extLst>
            </p:cNvPr>
            <p:cNvSpPr txBox="1"/>
            <p:nvPr/>
          </p:nvSpPr>
          <p:spPr>
            <a:xfrm>
              <a:off x="8310941" y="1187990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0AA7124-8263-09BD-CAC7-139D9DBD727D}"/>
                </a:ext>
              </a:extLst>
            </p:cNvPr>
            <p:cNvSpPr txBox="1"/>
            <p:nvPr/>
          </p:nvSpPr>
          <p:spPr>
            <a:xfrm>
              <a:off x="8853595" y="1195700"/>
              <a:ext cx="304571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sp>
        <p:nvSpPr>
          <p:cNvPr id="186" name="TextBox 12">
            <a:extLst>
              <a:ext uri="{FF2B5EF4-FFF2-40B4-BE49-F238E27FC236}">
                <a16:creationId xmlns:a16="http://schemas.microsoft.com/office/drawing/2014/main" id="{A75739B2-8E1B-DCC1-A0C9-4E9B0BC3D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3165" y="860581"/>
            <a:ext cx="19364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identifier locator</a:t>
            </a:r>
          </a:p>
        </p:txBody>
      </p:sp>
      <p:cxnSp>
        <p:nvCxnSpPr>
          <p:cNvPr id="187" name="Straight Arrow Connector 12">
            <a:extLst>
              <a:ext uri="{FF2B5EF4-FFF2-40B4-BE49-F238E27FC236}">
                <a16:creationId xmlns:a16="http://schemas.microsoft.com/office/drawing/2014/main" id="{B72F65A7-A16B-A0B1-02DC-4A9F5BAE22DE}"/>
              </a:ext>
            </a:extLst>
          </p:cNvPr>
          <p:cNvCxnSpPr>
            <a:cxnSpLocks/>
            <a:stCxn id="117" idx="3"/>
            <a:endCxn id="138" idx="3"/>
          </p:cNvCxnSpPr>
          <p:nvPr/>
        </p:nvCxnSpPr>
        <p:spPr>
          <a:xfrm flipH="1" flipV="1">
            <a:off x="9064867" y="848956"/>
            <a:ext cx="1528175" cy="4730251"/>
          </a:xfrm>
          <a:prstGeom prst="bentConnector3">
            <a:avLst>
              <a:gd name="adj1" fmla="val -69042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44293C0-ED48-3634-25FF-A19DEC0BBF0F}"/>
              </a:ext>
            </a:extLst>
          </p:cNvPr>
          <p:cNvGrpSpPr/>
          <p:nvPr/>
        </p:nvGrpSpPr>
        <p:grpSpPr>
          <a:xfrm>
            <a:off x="8819632" y="3121756"/>
            <a:ext cx="2047670" cy="518400"/>
            <a:chOff x="612367" y="4202686"/>
            <a:chExt cx="2047670" cy="518400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661A10E-E89B-A68A-CBB7-D0D412FEDA80}"/>
                </a:ext>
              </a:extLst>
            </p:cNvPr>
            <p:cNvGrpSpPr/>
            <p:nvPr/>
          </p:nvGrpSpPr>
          <p:grpSpPr>
            <a:xfrm>
              <a:off x="612367" y="4202686"/>
              <a:ext cx="2047670" cy="518400"/>
              <a:chOff x="6838093" y="3987527"/>
              <a:chExt cx="2047670" cy="518400"/>
            </a:xfrm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11C96899-9410-18E2-D4B5-3928836DFC84}"/>
                  </a:ext>
                </a:extLst>
              </p:cNvPr>
              <p:cNvSpPr/>
              <p:nvPr/>
            </p:nvSpPr>
            <p:spPr>
              <a:xfrm>
                <a:off x="6838093" y="3987527"/>
                <a:ext cx="204767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3" name="TextBox 11">
                <a:extLst>
                  <a:ext uri="{FF2B5EF4-FFF2-40B4-BE49-F238E27FC236}">
                    <a16:creationId xmlns:a16="http://schemas.microsoft.com/office/drawing/2014/main" id="{1A7419FC-B729-902E-06AE-6BD52AA488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5030" y="4022422"/>
                <a:ext cx="161303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verification requests</a:t>
                </a:r>
                <a:endPara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21" name="Graphic 23" descr="Amazon DynamoDB service icon.">
              <a:extLst>
                <a:ext uri="{FF2B5EF4-FFF2-40B4-BE49-F238E27FC236}">
                  <a16:creationId xmlns:a16="http://schemas.microsoft.com/office/drawing/2014/main" id="{69AE3D90-D1E9-3D0A-A726-52CD831D20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>
              <a:off x="688948" y="4288038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6" name="Rectangle 235">
            <a:extLst>
              <a:ext uri="{FF2B5EF4-FFF2-40B4-BE49-F238E27FC236}">
                <a16:creationId xmlns:a16="http://schemas.microsoft.com/office/drawing/2014/main" id="{82B631B5-8393-1CA9-AE9B-21ACA4211F91}"/>
              </a:ext>
            </a:extLst>
          </p:cNvPr>
          <p:cNvSpPr/>
          <p:nvPr/>
        </p:nvSpPr>
        <p:spPr>
          <a:xfrm>
            <a:off x="7398024" y="4337185"/>
            <a:ext cx="961659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37" name="Straight Arrow Connector 12">
            <a:extLst>
              <a:ext uri="{FF2B5EF4-FFF2-40B4-BE49-F238E27FC236}">
                <a16:creationId xmlns:a16="http://schemas.microsoft.com/office/drawing/2014/main" id="{444AD470-DF91-EF2B-C392-65FCECD19179}"/>
              </a:ext>
            </a:extLst>
          </p:cNvPr>
          <p:cNvCxnSpPr>
            <a:cxnSpLocks/>
            <a:stCxn id="236" idx="0"/>
            <a:endCxn id="74" idx="3"/>
          </p:cNvCxnSpPr>
          <p:nvPr/>
        </p:nvCxnSpPr>
        <p:spPr>
          <a:xfrm rot="16200000" flipV="1">
            <a:off x="7085071" y="3543402"/>
            <a:ext cx="955881" cy="63168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12">
            <a:extLst>
              <a:ext uri="{FF2B5EF4-FFF2-40B4-BE49-F238E27FC236}">
                <a16:creationId xmlns:a16="http://schemas.microsoft.com/office/drawing/2014/main" id="{CA2BD5D5-DCCD-924D-C843-89A00DFAF9AD}"/>
              </a:ext>
            </a:extLst>
          </p:cNvPr>
          <p:cNvCxnSpPr>
            <a:cxnSpLocks/>
            <a:stCxn id="117" idx="1"/>
            <a:endCxn id="236" idx="2"/>
          </p:cNvCxnSpPr>
          <p:nvPr/>
        </p:nvCxnSpPr>
        <p:spPr>
          <a:xfrm rot="10800000">
            <a:off x="7878854" y="4729585"/>
            <a:ext cx="1215456" cy="84962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12">
            <a:extLst>
              <a:ext uri="{FF2B5EF4-FFF2-40B4-BE49-F238E27FC236}">
                <a16:creationId xmlns:a16="http://schemas.microsoft.com/office/drawing/2014/main" id="{CFA65239-ED90-7B51-DF54-4296F71D7AB4}"/>
              </a:ext>
            </a:extLst>
          </p:cNvPr>
          <p:cNvCxnSpPr>
            <a:cxnSpLocks/>
            <a:stCxn id="222" idx="1"/>
            <a:endCxn id="74" idx="3"/>
          </p:cNvCxnSpPr>
          <p:nvPr/>
        </p:nvCxnSpPr>
        <p:spPr>
          <a:xfrm flipH="1">
            <a:off x="7247168" y="3380956"/>
            <a:ext cx="1572464" cy="34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12">
            <a:extLst>
              <a:ext uri="{FF2B5EF4-FFF2-40B4-BE49-F238E27FC236}">
                <a16:creationId xmlns:a16="http://schemas.microsoft.com/office/drawing/2014/main" id="{33FDCC21-3ACC-E41A-CB95-76B2891D656A}"/>
              </a:ext>
            </a:extLst>
          </p:cNvPr>
          <p:cNvCxnSpPr>
            <a:cxnSpLocks/>
            <a:stCxn id="138" idx="2"/>
            <a:endCxn id="166" idx="0"/>
          </p:cNvCxnSpPr>
          <p:nvPr/>
        </p:nvCxnSpPr>
        <p:spPr>
          <a:xfrm>
            <a:off x="8159017" y="1424357"/>
            <a:ext cx="0" cy="40445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12">
            <a:extLst>
              <a:ext uri="{FF2B5EF4-FFF2-40B4-BE49-F238E27FC236}">
                <a16:creationId xmlns:a16="http://schemas.microsoft.com/office/drawing/2014/main" id="{D7A3E0B9-37A5-44F5-225F-BE22E0670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0458" y="3744411"/>
            <a:ext cx="689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locator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verified</a:t>
            </a:r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DF539158-DACB-D15E-5B0D-E25498386046}"/>
              </a:ext>
            </a:extLst>
          </p:cNvPr>
          <p:cNvGrpSpPr/>
          <p:nvPr/>
        </p:nvGrpSpPr>
        <p:grpSpPr>
          <a:xfrm>
            <a:off x="8822213" y="3722873"/>
            <a:ext cx="2047670" cy="518400"/>
            <a:chOff x="612367" y="4202686"/>
            <a:chExt cx="2047670" cy="518400"/>
          </a:xfrm>
        </p:grpSpPr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01287AF2-37C3-FD43-F0A9-28A5EC6AA506}"/>
                </a:ext>
              </a:extLst>
            </p:cNvPr>
            <p:cNvGrpSpPr/>
            <p:nvPr/>
          </p:nvGrpSpPr>
          <p:grpSpPr>
            <a:xfrm>
              <a:off x="612367" y="4202686"/>
              <a:ext cx="2047670" cy="518400"/>
              <a:chOff x="6838093" y="3987527"/>
              <a:chExt cx="2047670" cy="518400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9D5B09D0-3E3C-F46F-F993-538D8A939DE6}"/>
                  </a:ext>
                </a:extLst>
              </p:cNvPr>
              <p:cNvSpPr/>
              <p:nvPr/>
            </p:nvSpPr>
            <p:spPr>
              <a:xfrm>
                <a:off x="6838093" y="3987527"/>
                <a:ext cx="204767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9" name="TextBox 11">
                <a:extLst>
                  <a:ext uri="{FF2B5EF4-FFF2-40B4-BE49-F238E27FC236}">
                    <a16:creationId xmlns:a16="http://schemas.microsoft.com/office/drawing/2014/main" id="{807F5E5B-F29D-10D0-FDB4-B1B2C16A1F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5030" y="4022422"/>
                <a:ext cx="160654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identity locators</a:t>
                </a:r>
                <a:endPara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77" name="Graphic 23" descr="Amazon DynamoDB service icon.">
              <a:extLst>
                <a:ext uri="{FF2B5EF4-FFF2-40B4-BE49-F238E27FC236}">
                  <a16:creationId xmlns:a16="http://schemas.microsoft.com/office/drawing/2014/main" id="{BFDA914E-0130-42C3-7E39-31196FD9D0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>
              <a:off x="688948" y="4288038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1" name="TextBox 12">
            <a:extLst>
              <a:ext uri="{FF2B5EF4-FFF2-40B4-BE49-F238E27FC236}">
                <a16:creationId xmlns:a16="http://schemas.microsoft.com/office/drawing/2014/main" id="{F44DE67E-91E0-53E4-9067-33F0BA800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7381" y="3099249"/>
            <a:ext cx="6890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read</a:t>
            </a:r>
          </a:p>
        </p:txBody>
      </p:sp>
      <p:sp>
        <p:nvSpPr>
          <p:cNvPr id="282" name="Rounded Rectangle 281">
            <a:extLst>
              <a:ext uri="{FF2B5EF4-FFF2-40B4-BE49-F238E27FC236}">
                <a16:creationId xmlns:a16="http://schemas.microsoft.com/office/drawing/2014/main" id="{A71B6D62-531C-57AE-6803-E624E56D4733}"/>
              </a:ext>
            </a:extLst>
          </p:cNvPr>
          <p:cNvSpPr>
            <a:spLocks noChangeAspect="1"/>
          </p:cNvSpPr>
          <p:nvPr/>
        </p:nvSpPr>
        <p:spPr>
          <a:xfrm>
            <a:off x="9144297" y="488910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3" name="Rounded Rectangle 282">
            <a:extLst>
              <a:ext uri="{FF2B5EF4-FFF2-40B4-BE49-F238E27FC236}">
                <a16:creationId xmlns:a16="http://schemas.microsoft.com/office/drawing/2014/main" id="{A2CB038B-0F23-9F20-06F3-2303C41E6507}"/>
              </a:ext>
            </a:extLst>
          </p:cNvPr>
          <p:cNvSpPr>
            <a:spLocks noChangeAspect="1"/>
          </p:cNvSpPr>
          <p:nvPr/>
        </p:nvSpPr>
        <p:spPr>
          <a:xfrm>
            <a:off x="9434118" y="4956436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4" name="Rounded Rectangle 283">
            <a:extLst>
              <a:ext uri="{FF2B5EF4-FFF2-40B4-BE49-F238E27FC236}">
                <a16:creationId xmlns:a16="http://schemas.microsoft.com/office/drawing/2014/main" id="{D219900F-F435-B615-53DA-D1980BC399A6}"/>
              </a:ext>
            </a:extLst>
          </p:cNvPr>
          <p:cNvSpPr>
            <a:spLocks noChangeAspect="1"/>
          </p:cNvSpPr>
          <p:nvPr/>
        </p:nvSpPr>
        <p:spPr>
          <a:xfrm>
            <a:off x="9472766" y="2103097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5" name="Rounded Rectangle 284">
            <a:extLst>
              <a:ext uri="{FF2B5EF4-FFF2-40B4-BE49-F238E27FC236}">
                <a16:creationId xmlns:a16="http://schemas.microsoft.com/office/drawing/2014/main" id="{2E7490D1-F5C8-EADE-C1AB-38EDCF2CE663}"/>
              </a:ext>
            </a:extLst>
          </p:cNvPr>
          <p:cNvSpPr>
            <a:spLocks noChangeAspect="1"/>
          </p:cNvSpPr>
          <p:nvPr/>
        </p:nvSpPr>
        <p:spPr>
          <a:xfrm>
            <a:off x="6879537" y="465474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6" name="Rounded Rectangle 285">
            <a:extLst>
              <a:ext uri="{FF2B5EF4-FFF2-40B4-BE49-F238E27FC236}">
                <a16:creationId xmlns:a16="http://schemas.microsoft.com/office/drawing/2014/main" id="{222C0029-2496-399B-79D6-ABCCD26ED590}"/>
              </a:ext>
            </a:extLst>
          </p:cNvPr>
          <p:cNvSpPr>
            <a:spLocks noChangeAspect="1"/>
          </p:cNvSpPr>
          <p:nvPr/>
        </p:nvSpPr>
        <p:spPr>
          <a:xfrm>
            <a:off x="2639822" y="2226811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7" name="Rounded Rectangle 286">
            <a:extLst>
              <a:ext uri="{FF2B5EF4-FFF2-40B4-BE49-F238E27FC236}">
                <a16:creationId xmlns:a16="http://schemas.microsoft.com/office/drawing/2014/main" id="{D17CA7B8-E3E1-146D-1F9D-815A6F57861E}"/>
              </a:ext>
            </a:extLst>
          </p:cNvPr>
          <p:cNvSpPr>
            <a:spLocks noChangeAspect="1"/>
          </p:cNvSpPr>
          <p:nvPr/>
        </p:nvSpPr>
        <p:spPr>
          <a:xfrm>
            <a:off x="4824436" y="2242613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3" name="Rounded Rectangle 292">
            <a:extLst>
              <a:ext uri="{FF2B5EF4-FFF2-40B4-BE49-F238E27FC236}">
                <a16:creationId xmlns:a16="http://schemas.microsoft.com/office/drawing/2014/main" id="{477F2BBD-1DE2-E1E2-E5D4-2AD5BDFB96BB}"/>
              </a:ext>
            </a:extLst>
          </p:cNvPr>
          <p:cNvSpPr>
            <a:spLocks noChangeAspect="1"/>
          </p:cNvSpPr>
          <p:nvPr/>
        </p:nvSpPr>
        <p:spPr>
          <a:xfrm>
            <a:off x="7324598" y="3011411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AE4DFBA1-8E30-1786-8168-04455F6A2FA3}"/>
              </a:ext>
            </a:extLst>
          </p:cNvPr>
          <p:cNvSpPr txBox="1"/>
          <p:nvPr/>
        </p:nvSpPr>
        <p:spPr>
          <a:xfrm>
            <a:off x="178670" y="6248084"/>
            <a:ext cx="664444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Online authentication on AWS</a:t>
            </a:r>
          </a:p>
        </p:txBody>
      </p:sp>
    </p:spTree>
    <p:extLst>
      <p:ext uri="{BB962C8B-B14F-4D97-AF65-F5344CB8AC3E}">
        <p14:creationId xmlns:p14="http://schemas.microsoft.com/office/powerpoint/2010/main" val="25944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423B-1176-0518-C9B4-FC6ACF5E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75E28-4527-6471-64C7-248A2E3D82FA}"/>
              </a:ext>
            </a:extLst>
          </p:cNvPr>
          <p:cNvSpPr/>
          <p:nvPr/>
        </p:nvSpPr>
        <p:spPr>
          <a:xfrm>
            <a:off x="2917313" y="917515"/>
            <a:ext cx="3741183" cy="318948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36891D-D061-00A2-1D54-F4F5D8A2C3EE}"/>
              </a:ext>
            </a:extLst>
          </p:cNvPr>
          <p:cNvGrpSpPr/>
          <p:nvPr/>
        </p:nvGrpSpPr>
        <p:grpSpPr>
          <a:xfrm>
            <a:off x="1288378" y="3556941"/>
            <a:ext cx="1516164" cy="400110"/>
            <a:chOff x="1343468" y="3166631"/>
            <a:chExt cx="1516164" cy="400110"/>
          </a:xfrm>
        </p:grpSpPr>
        <p:sp>
          <p:nvSpPr>
            <p:cNvPr id="71" name="Content Placeholder 2">
              <a:extLst>
                <a:ext uri="{FF2B5EF4-FFF2-40B4-BE49-F238E27FC236}">
                  <a16:creationId xmlns:a16="http://schemas.microsoft.com/office/drawing/2014/main" id="{430457B9-8FCE-AAAD-2B82-41B0C9A62397}"/>
                </a:ext>
              </a:extLst>
            </p:cNvPr>
            <p:cNvSpPr txBox="1">
              <a:spLocks/>
            </p:cNvSpPr>
            <p:nvPr/>
          </p:nvSpPr>
          <p:spPr>
            <a:xfrm>
              <a:off x="1741093" y="3166631"/>
              <a:ext cx="111853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</a:t>
              </a:r>
              <a:endParaRPr lang="en-GB" sz="1400" dirty="0"/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B1D8C7D6-2D07-1F47-140C-DA3A03CB2BBE}"/>
                </a:ext>
              </a:extLst>
            </p:cNvPr>
            <p:cNvSpPr/>
            <p:nvPr/>
          </p:nvSpPr>
          <p:spPr>
            <a:xfrm>
              <a:off x="1343468" y="318622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859C5AD-8194-49B5-0651-5DD1C9B14F05}"/>
              </a:ext>
            </a:extLst>
          </p:cNvPr>
          <p:cNvGrpSpPr/>
          <p:nvPr/>
        </p:nvGrpSpPr>
        <p:grpSpPr>
          <a:xfrm>
            <a:off x="504406" y="1306944"/>
            <a:ext cx="1579029" cy="1033331"/>
            <a:chOff x="6139542" y="968452"/>
            <a:chExt cx="1579029" cy="1033331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108AA88-B4D3-8AF7-D995-1319C64CEE81}"/>
                </a:ext>
              </a:extLst>
            </p:cNvPr>
            <p:cNvSpPr/>
            <p:nvPr/>
          </p:nvSpPr>
          <p:spPr>
            <a:xfrm>
              <a:off x="6139542" y="968452"/>
              <a:ext cx="1579029" cy="103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5FB7D3A-B27D-75DD-6B28-5689EF1F2ADA}"/>
                </a:ext>
              </a:extLst>
            </p:cNvPr>
            <p:cNvSpPr/>
            <p:nvPr/>
          </p:nvSpPr>
          <p:spPr>
            <a:xfrm>
              <a:off x="6236557" y="1351846"/>
              <a:ext cx="13931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4BBAD5-9274-0FA9-C6F0-22594C97B664}"/>
              </a:ext>
            </a:extLst>
          </p:cNvPr>
          <p:cNvGrpSpPr/>
          <p:nvPr/>
        </p:nvGrpSpPr>
        <p:grpSpPr>
          <a:xfrm>
            <a:off x="9018818" y="1302786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971DB39-58F4-BCCF-99AC-87B8F7D3794E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66CA8-635F-278C-C54A-96780D14F306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71053A78-8485-0E80-A9E1-FCBDB9C9FE44}"/>
              </a:ext>
            </a:extLst>
          </p:cNvPr>
          <p:cNvCxnSpPr>
            <a:cxnSpLocks/>
            <a:stCxn id="24" idx="1"/>
            <a:endCxn id="154" idx="2"/>
          </p:cNvCxnSpPr>
          <p:nvPr/>
        </p:nvCxnSpPr>
        <p:spPr>
          <a:xfrm rot="10800000">
            <a:off x="1293921" y="2340275"/>
            <a:ext cx="2127414" cy="10559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2">
            <a:extLst>
              <a:ext uri="{FF2B5EF4-FFF2-40B4-BE49-F238E27FC236}">
                <a16:creationId xmlns:a16="http://schemas.microsoft.com/office/drawing/2014/main" id="{8E9BF248-37FC-01D6-A498-57C6468D1F02}"/>
              </a:ext>
            </a:extLst>
          </p:cNvPr>
          <p:cNvCxnSpPr>
            <a:cxnSpLocks/>
            <a:stCxn id="22" idx="2"/>
            <a:endCxn id="24" idx="3"/>
          </p:cNvCxnSpPr>
          <p:nvPr/>
        </p:nvCxnSpPr>
        <p:spPr>
          <a:xfrm rot="5400000">
            <a:off x="6931441" y="314482"/>
            <a:ext cx="1051770" cy="511167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B16289E5-B8D0-7071-CA81-D3275419814A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 flipV="1">
            <a:off x="6369619" y="1823611"/>
            <a:ext cx="2649199" cy="3796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B13C5483-ED1A-1277-AF65-B8C18A333329}"/>
              </a:ext>
            </a:extLst>
          </p:cNvPr>
          <p:cNvCxnSpPr>
            <a:cxnSpLocks/>
            <a:stCxn id="154" idx="0"/>
            <a:endCxn id="22" idx="0"/>
          </p:cNvCxnSpPr>
          <p:nvPr/>
        </p:nvCxnSpPr>
        <p:spPr>
          <a:xfrm rot="5400000" flipH="1" flipV="1">
            <a:off x="5651463" y="-3054756"/>
            <a:ext cx="4158" cy="8719243"/>
          </a:xfrm>
          <a:prstGeom prst="bentConnector3">
            <a:avLst>
              <a:gd name="adj1" fmla="val 23590741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D820672-2483-DEF2-7734-345B939DAACB}"/>
              </a:ext>
            </a:extLst>
          </p:cNvPr>
          <p:cNvGrpSpPr/>
          <p:nvPr/>
        </p:nvGrpSpPr>
        <p:grpSpPr>
          <a:xfrm>
            <a:off x="3129835" y="1142392"/>
            <a:ext cx="1988691" cy="1316816"/>
            <a:chOff x="4768207" y="3215212"/>
            <a:chExt cx="1988691" cy="131681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FD3B2D3F-B8C8-CA69-79E8-77504C2986F1}"/>
                </a:ext>
              </a:extLst>
            </p:cNvPr>
            <p:cNvGrpSpPr/>
            <p:nvPr/>
          </p:nvGrpSpPr>
          <p:grpSpPr>
            <a:xfrm>
              <a:off x="4768207" y="3215212"/>
              <a:ext cx="1988691" cy="1316816"/>
              <a:chOff x="6139542" y="58284"/>
              <a:chExt cx="1988691" cy="1316816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BF125C6A-91EF-71A5-E311-0F1B86857EB5}"/>
                  </a:ext>
                </a:extLst>
              </p:cNvPr>
              <p:cNvSpPr/>
              <p:nvPr/>
            </p:nvSpPr>
            <p:spPr>
              <a:xfrm>
                <a:off x="6236556" y="149580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2A5DAFBB-ABB3-9054-AF12-9140F7638174}"/>
                  </a:ext>
                </a:extLst>
              </p:cNvPr>
              <p:cNvSpPr/>
              <p:nvPr/>
            </p:nvSpPr>
            <p:spPr>
              <a:xfrm>
                <a:off x="6139542" y="58284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8335B74-15C1-54E2-65BF-938BF7FC1B0E}"/>
                </a:ext>
              </a:extLst>
            </p:cNvPr>
            <p:cNvSpPr/>
            <p:nvPr/>
          </p:nvSpPr>
          <p:spPr>
            <a:xfrm>
              <a:off x="5501604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43787CE-B354-E1E8-761B-57BD5F235CA0}"/>
                </a:ext>
              </a:extLst>
            </p:cNvPr>
            <p:cNvSpPr/>
            <p:nvPr/>
          </p:nvSpPr>
          <p:spPr>
            <a:xfrm>
              <a:off x="6133877" y="395181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0DC89D5-3D14-F646-DAB4-D57F0A456EAA}"/>
                </a:ext>
              </a:extLst>
            </p:cNvPr>
            <p:cNvSpPr/>
            <p:nvPr/>
          </p:nvSpPr>
          <p:spPr>
            <a:xfrm>
              <a:off x="4861649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5C7A80-2554-7A19-7C8B-FEFD515FEE1B}"/>
              </a:ext>
            </a:extLst>
          </p:cNvPr>
          <p:cNvGrpSpPr/>
          <p:nvPr/>
        </p:nvGrpSpPr>
        <p:grpSpPr>
          <a:xfrm>
            <a:off x="8672097" y="431608"/>
            <a:ext cx="1339239" cy="400110"/>
            <a:chOff x="9494075" y="473986"/>
            <a:chExt cx="1339239" cy="400110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CBB5B3A1-EE87-6B82-FB10-91956F75E05A}"/>
                </a:ext>
              </a:extLst>
            </p:cNvPr>
            <p:cNvSpPr/>
            <p:nvPr/>
          </p:nvSpPr>
          <p:spPr>
            <a:xfrm>
              <a:off x="9494075" y="50611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2" name="Content Placeholder 2">
              <a:extLst>
                <a:ext uri="{FF2B5EF4-FFF2-40B4-BE49-F238E27FC236}">
                  <a16:creationId xmlns:a16="http://schemas.microsoft.com/office/drawing/2014/main" id="{E1D9349F-DB54-E30E-8330-11E9BC73CCB7}"/>
                </a:ext>
              </a:extLst>
            </p:cNvPr>
            <p:cNvSpPr txBox="1">
              <a:spLocks/>
            </p:cNvSpPr>
            <p:nvPr/>
          </p:nvSpPr>
          <p:spPr>
            <a:xfrm>
              <a:off x="9854075" y="473986"/>
              <a:ext cx="97923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signed</a:t>
              </a:r>
              <a:endParaRPr lang="en-GB" sz="18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209B1-71E4-26A7-CA09-7F2AC667C1E2}"/>
              </a:ext>
            </a:extLst>
          </p:cNvPr>
          <p:cNvGrpSpPr/>
          <p:nvPr/>
        </p:nvGrpSpPr>
        <p:grpSpPr>
          <a:xfrm>
            <a:off x="6822393" y="3549706"/>
            <a:ext cx="2357637" cy="400110"/>
            <a:chOff x="6911877" y="3778325"/>
            <a:chExt cx="2357637" cy="400110"/>
          </a:xfrm>
        </p:grpSpPr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1D7CF252-5FA0-799A-53C2-8875507FE73F}"/>
                </a:ext>
              </a:extLst>
            </p:cNvPr>
            <p:cNvSpPr/>
            <p:nvPr/>
          </p:nvSpPr>
          <p:spPr>
            <a:xfrm>
              <a:off x="6911877" y="3805157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B85085A8-D993-1833-09D5-E4631FC58ED2}"/>
                </a:ext>
              </a:extLst>
            </p:cNvPr>
            <p:cNvSpPr txBox="1">
              <a:spLocks/>
            </p:cNvSpPr>
            <p:nvPr/>
          </p:nvSpPr>
          <p:spPr>
            <a:xfrm>
              <a:off x="7280823" y="3778325"/>
              <a:ext cx="198869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accepted</a:t>
              </a:r>
              <a:endParaRPr lang="en-GB" sz="14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0903214-D9E1-BEF6-46EE-43392B01814B}"/>
              </a:ext>
            </a:extLst>
          </p:cNvPr>
          <p:cNvGrpSpPr/>
          <p:nvPr/>
        </p:nvGrpSpPr>
        <p:grpSpPr>
          <a:xfrm>
            <a:off x="5364453" y="1104132"/>
            <a:ext cx="1005166" cy="1516861"/>
            <a:chOff x="3200080" y="385707"/>
            <a:chExt cx="1005166" cy="15168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331A2A-C87E-13EC-1D2A-F96C68AF70DE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F1E96F-20BE-6C7F-F0F3-ABE27AC61A42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8CA60F-9872-E443-0AF0-63B4CD31AA74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91E0598B-3986-A59D-DB6D-741B318A034F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41979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F990FE-CD1E-B32B-7F97-0010890261DA}"/>
              </a:ext>
            </a:extLst>
          </p:cNvPr>
          <p:cNvGrpSpPr/>
          <p:nvPr/>
        </p:nvGrpSpPr>
        <p:grpSpPr>
          <a:xfrm>
            <a:off x="6752624" y="1290600"/>
            <a:ext cx="2649199" cy="997288"/>
            <a:chOff x="2636908" y="1617796"/>
            <a:chExt cx="2649199" cy="99728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92DD462-6601-8536-A66A-00F2DF8D366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0CF2AADE-8ED9-655E-4892-AA43097EC994}"/>
                </a:ext>
              </a:extLst>
            </p:cNvPr>
            <p:cNvSpPr txBox="1">
              <a:spLocks/>
            </p:cNvSpPr>
            <p:nvPr/>
          </p:nvSpPr>
          <p:spPr>
            <a:xfrm>
              <a:off x="2636908" y="2214974"/>
              <a:ext cx="2649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97A167-0E0E-8467-8D36-C50BCDB9016B}"/>
              </a:ext>
            </a:extLst>
          </p:cNvPr>
          <p:cNvGrpSpPr/>
          <p:nvPr/>
        </p:nvGrpSpPr>
        <p:grpSpPr>
          <a:xfrm>
            <a:off x="3421335" y="2867972"/>
            <a:ext cx="1480153" cy="1056466"/>
            <a:chOff x="4936463" y="1972060"/>
            <a:chExt cx="1345593" cy="72158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A221E0-DFFB-D1E8-A098-FBEDDC28DC1D}"/>
                </a:ext>
              </a:extLst>
            </p:cNvPr>
            <p:cNvSpPr/>
            <p:nvPr/>
          </p:nvSpPr>
          <p:spPr>
            <a:xfrm>
              <a:off x="4936463" y="1972060"/>
              <a:ext cx="1345593" cy="7215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B266C2-99BB-DBC2-7394-ABBAD642486E}"/>
                </a:ext>
              </a:extLst>
            </p:cNvPr>
            <p:cNvSpPr txBox="1"/>
            <p:nvPr/>
          </p:nvSpPr>
          <p:spPr>
            <a:xfrm>
              <a:off x="5005425" y="2036428"/>
              <a:ext cx="1206060" cy="6306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🤗  Locator</a:t>
              </a:r>
              <a:br>
                <a:rPr lang="en-GB" dirty="0"/>
              </a:br>
              <a:r>
                <a:rPr lang="en-GB" dirty="0"/>
                <a:t>🆔  PII </a:t>
              </a:r>
              <a:br>
                <a:rPr lang="en-GB" dirty="0"/>
              </a:br>
              <a:r>
                <a:rPr lang="en-GB" dirty="0"/>
                <a:t>📄  File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7727DCE-B80B-B59D-928A-F7354C435F8B}"/>
              </a:ext>
            </a:extLst>
          </p:cNvPr>
          <p:cNvGrpSpPr/>
          <p:nvPr/>
        </p:nvGrpSpPr>
        <p:grpSpPr>
          <a:xfrm>
            <a:off x="10196342" y="316451"/>
            <a:ext cx="1480152" cy="787681"/>
            <a:chOff x="7611437" y="809728"/>
            <a:chExt cx="1480152" cy="78768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172F60F-3950-05FE-28A2-ED4BFD4BF7B1}"/>
                </a:ext>
              </a:extLst>
            </p:cNvPr>
            <p:cNvGrpSpPr/>
            <p:nvPr/>
          </p:nvGrpSpPr>
          <p:grpSpPr>
            <a:xfrm>
              <a:off x="7611437" y="809728"/>
              <a:ext cx="1480152" cy="787681"/>
              <a:chOff x="4936463" y="1972060"/>
              <a:chExt cx="1345592" cy="787681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2CA4618-99F2-83E5-E519-2B670B416425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345592" cy="787681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4A432E-6284-8972-F967-244357F7563C}"/>
                  </a:ext>
                </a:extLst>
              </p:cNvPr>
              <p:cNvSpPr txBox="1"/>
              <p:nvPr/>
            </p:nvSpPr>
            <p:spPr>
              <a:xfrm>
                <a:off x="5007362" y="2066123"/>
                <a:ext cx="460578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/>
                  <a:t>🔆</a:t>
                </a:r>
                <a:r>
                  <a:rPr lang="en-GB" dirty="0"/>
                  <a:t> </a:t>
                </a:r>
                <a:br>
                  <a:rPr lang="en-GB" dirty="0"/>
                </a:br>
                <a:r>
                  <a:rPr lang="en-GB" sz="1600" dirty="0"/>
                  <a:t>{ } </a:t>
                </a:r>
                <a:endParaRPr lang="en-GB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D155FC-6DC3-50E9-D635-7C1F87E7A7C1}"/>
                </a:ext>
              </a:extLst>
            </p:cNvPr>
            <p:cNvSpPr txBox="1"/>
            <p:nvPr/>
          </p:nvSpPr>
          <p:spPr>
            <a:xfrm>
              <a:off x="8019454" y="866621"/>
              <a:ext cx="10721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Token </a:t>
              </a:r>
              <a:br>
                <a:rPr lang="en-GB" dirty="0"/>
              </a:br>
              <a:r>
                <a:rPr lang="en-GB" dirty="0"/>
                <a:t>Request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B560AD2-72D0-2887-291E-D44A8C3D0117}"/>
              </a:ext>
            </a:extLst>
          </p:cNvPr>
          <p:cNvGrpSpPr/>
          <p:nvPr/>
        </p:nvGrpSpPr>
        <p:grpSpPr>
          <a:xfrm>
            <a:off x="10196785" y="2517646"/>
            <a:ext cx="1738343" cy="990869"/>
            <a:chOff x="8831231" y="4455188"/>
            <a:chExt cx="1738343" cy="99086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88BFB41-7382-D731-DD96-2F6AE79283E2}"/>
                </a:ext>
              </a:extLst>
            </p:cNvPr>
            <p:cNvGrpSpPr/>
            <p:nvPr/>
          </p:nvGrpSpPr>
          <p:grpSpPr>
            <a:xfrm>
              <a:off x="8831231" y="4455188"/>
              <a:ext cx="1480153" cy="990869"/>
              <a:chOff x="4936463" y="1972060"/>
              <a:chExt cx="1345593" cy="990869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CB1EE8-4CE5-DBD5-E741-8D21B1A7B2A5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345593" cy="990869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65FBA4-93D2-CC94-4F1F-2F57A7B88710}"/>
                  </a:ext>
                </a:extLst>
              </p:cNvPr>
              <p:cNvSpPr txBox="1"/>
              <p:nvPr/>
            </p:nvSpPr>
            <p:spPr>
              <a:xfrm>
                <a:off x="5006229" y="2039599"/>
                <a:ext cx="45937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🤗 🆔</a:t>
                </a:r>
                <a:br>
                  <a:rPr lang="en-GB" dirty="0"/>
                </a:br>
                <a:r>
                  <a:rPr lang="en-GB" dirty="0"/>
                  <a:t>#️⃣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707795-C9AD-78B4-BD84-81803AC528BC}"/>
                </a:ext>
              </a:extLst>
            </p:cNvPr>
            <p:cNvSpPr txBox="1"/>
            <p:nvPr/>
          </p:nvSpPr>
          <p:spPr>
            <a:xfrm>
              <a:off x="9242907" y="4492812"/>
              <a:ext cx="132666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Locator </a:t>
              </a:r>
              <a:br>
                <a:rPr lang="en-GB" dirty="0"/>
              </a:br>
              <a:r>
                <a:rPr lang="en-GB" dirty="0"/>
                <a:t>PII</a:t>
              </a:r>
              <a:br>
                <a:rPr lang="en-GB" dirty="0"/>
              </a:br>
              <a:r>
                <a:rPr lang="en-GB" dirty="0"/>
                <a:t>Hash</a:t>
              </a:r>
            </a:p>
          </p:txBody>
        </p:sp>
      </p:grpSp>
      <p:cxnSp>
        <p:nvCxnSpPr>
          <p:cNvPr id="48" name="Straight Arrow Connector 12">
            <a:extLst>
              <a:ext uri="{FF2B5EF4-FFF2-40B4-BE49-F238E27FC236}">
                <a16:creationId xmlns:a16="http://schemas.microsoft.com/office/drawing/2014/main" id="{BDBBFCFE-5ED6-15FC-6935-1EA0C97E9214}"/>
              </a:ext>
            </a:extLst>
          </p:cNvPr>
          <p:cNvCxnSpPr>
            <a:cxnSpLocks/>
          </p:cNvCxnSpPr>
          <p:nvPr/>
        </p:nvCxnSpPr>
        <p:spPr>
          <a:xfrm flipH="1">
            <a:off x="2091353" y="1822716"/>
            <a:ext cx="1023633" cy="1244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A0D9E23-6164-F6D5-09B8-5B95EFAC76EC}"/>
              </a:ext>
            </a:extLst>
          </p:cNvPr>
          <p:cNvGrpSpPr/>
          <p:nvPr/>
        </p:nvGrpSpPr>
        <p:grpSpPr>
          <a:xfrm>
            <a:off x="2170254" y="1355816"/>
            <a:ext cx="877298" cy="937159"/>
            <a:chOff x="2461147" y="1650864"/>
            <a:chExt cx="877298" cy="937159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F3FCB42C-9BF1-8C01-119E-374D5A433DC3}"/>
                </a:ext>
              </a:extLst>
            </p:cNvPr>
            <p:cNvSpPr/>
            <p:nvPr/>
          </p:nvSpPr>
          <p:spPr>
            <a:xfrm>
              <a:off x="2646423" y="165086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" name="Content Placeholder 2">
              <a:extLst>
                <a:ext uri="{FF2B5EF4-FFF2-40B4-BE49-F238E27FC236}">
                  <a16:creationId xmlns:a16="http://schemas.microsoft.com/office/drawing/2014/main" id="{DE895FA7-2F7B-2EE7-804A-E6C44CEF5B2E}"/>
                </a:ext>
              </a:extLst>
            </p:cNvPr>
            <p:cNvSpPr txBox="1">
              <a:spLocks/>
            </p:cNvSpPr>
            <p:nvPr/>
          </p:nvSpPr>
          <p:spPr>
            <a:xfrm>
              <a:off x="2461147" y="2187913"/>
              <a:ext cx="87729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hello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25FAC5E-EE53-5658-86F9-71DCCEA8C088}"/>
              </a:ext>
            </a:extLst>
          </p:cNvPr>
          <p:cNvSpPr txBox="1"/>
          <p:nvPr/>
        </p:nvSpPr>
        <p:spPr>
          <a:xfrm>
            <a:off x="178670" y="6248084"/>
            <a:ext cx="390972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File signature</a:t>
            </a:r>
          </a:p>
        </p:txBody>
      </p:sp>
    </p:spTree>
    <p:extLst>
      <p:ext uri="{BB962C8B-B14F-4D97-AF65-F5344CB8AC3E}">
        <p14:creationId xmlns:p14="http://schemas.microsoft.com/office/powerpoint/2010/main" val="74875775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6F0A-827B-2CFC-83A1-AE39D21A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8EC5C1-74FF-59C4-82E1-B56BA64F2CAA}"/>
              </a:ext>
            </a:extLst>
          </p:cNvPr>
          <p:cNvSpPr/>
          <p:nvPr/>
        </p:nvSpPr>
        <p:spPr>
          <a:xfrm>
            <a:off x="3047963" y="1776471"/>
            <a:ext cx="3741183" cy="3083384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B1FADC-A205-473B-873E-0DBC5A2B8FC5}"/>
              </a:ext>
            </a:extLst>
          </p:cNvPr>
          <p:cNvGrpSpPr/>
          <p:nvPr/>
        </p:nvGrpSpPr>
        <p:grpSpPr>
          <a:xfrm>
            <a:off x="3285671" y="1998481"/>
            <a:ext cx="1988691" cy="1316816"/>
            <a:chOff x="7388710" y="3835400"/>
            <a:chExt cx="1988691" cy="131681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B92C0AB-8C71-AAE1-2C40-20B5983B330A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79F6E9-C1DC-45AF-6A7A-04676540D5A4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9960AA-FE3A-0CED-0284-13EA679D0F70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7B5E23-422B-7EBD-82F0-8E4D04E50509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66ED52-D9E0-5156-3F3E-2A6AB9483B9D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1C97BA-70A3-CE19-4367-125F3176031A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9423C-F4C8-1872-0D5E-7A3EB26867B2}"/>
              </a:ext>
            </a:extLst>
          </p:cNvPr>
          <p:cNvGrpSpPr/>
          <p:nvPr/>
        </p:nvGrpSpPr>
        <p:grpSpPr>
          <a:xfrm>
            <a:off x="5500092" y="1898458"/>
            <a:ext cx="1005166" cy="1516861"/>
            <a:chOff x="3200080" y="385707"/>
            <a:chExt cx="1005166" cy="151686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44B15C-A262-10C7-F9AF-312E64459177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5F3233-A1CF-4C0F-EB6F-E3622E2EE550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E82EE1-54C1-C814-1A83-2E9EE6CB801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D346B1AB-2665-3803-3B35-0E99269FBDE8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41979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F07390B-88E5-3D78-7283-1C1C4CFB14A9}"/>
              </a:ext>
            </a:extLst>
          </p:cNvPr>
          <p:cNvGrpSpPr/>
          <p:nvPr/>
        </p:nvGrpSpPr>
        <p:grpSpPr>
          <a:xfrm>
            <a:off x="6946878" y="298660"/>
            <a:ext cx="1937537" cy="1038741"/>
            <a:chOff x="7507403" y="1006813"/>
            <a:chExt cx="691415" cy="1038741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EEB4F0B-5CDD-430A-BDB8-49B6E4069A4B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B8C8854-47D5-4EF8-BB8E-AF6D4A9D79C6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860538D-A386-F034-1ED9-7CB5DE97BDCA}"/>
              </a:ext>
            </a:extLst>
          </p:cNvPr>
          <p:cNvGrpSpPr/>
          <p:nvPr/>
        </p:nvGrpSpPr>
        <p:grpSpPr>
          <a:xfrm>
            <a:off x="352176" y="2139306"/>
            <a:ext cx="1819564" cy="1038741"/>
            <a:chOff x="6082803" y="968452"/>
            <a:chExt cx="3545813" cy="1038741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FE1CC7F-0174-1B91-C2BC-B8F7D924DF2C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🎴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Issuer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F9E06E1-6A2B-A301-3AA1-3D00A91327F6}"/>
                </a:ext>
              </a:extLst>
            </p:cNvPr>
            <p:cNvSpPr/>
            <p:nvPr/>
          </p:nvSpPr>
          <p:spPr>
            <a:xfrm>
              <a:off x="6082803" y="968452"/>
              <a:ext cx="354581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426D56F-93B0-037C-A96C-CB8AE0A2FF5B}"/>
              </a:ext>
            </a:extLst>
          </p:cNvPr>
          <p:cNvGrpSpPr/>
          <p:nvPr/>
        </p:nvGrpSpPr>
        <p:grpSpPr>
          <a:xfrm>
            <a:off x="3423044" y="3567018"/>
            <a:ext cx="1675068" cy="1036198"/>
            <a:chOff x="4936462" y="1972060"/>
            <a:chExt cx="1675068" cy="1036198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5F5C72F-732D-6479-87D3-C481B4873E3A}"/>
                </a:ext>
              </a:extLst>
            </p:cNvPr>
            <p:cNvSpPr/>
            <p:nvPr/>
          </p:nvSpPr>
          <p:spPr>
            <a:xfrm>
              <a:off x="4936462" y="1972060"/>
              <a:ext cx="1633639" cy="10361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5E7CC52-9888-855A-199F-ADBA626D4E09}"/>
                </a:ext>
              </a:extLst>
            </p:cNvPr>
            <p:cNvSpPr txBox="1"/>
            <p:nvPr/>
          </p:nvSpPr>
          <p:spPr>
            <a:xfrm>
              <a:off x="5005425" y="2036428"/>
              <a:ext cx="160610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 Token</a:t>
              </a:r>
              <a:br>
                <a:rPr lang="en-GB" dirty="0"/>
              </a:br>
              <a:r>
                <a:rPr lang="en-GB" dirty="0"/>
                <a:t>🆔  Locator</a:t>
              </a:r>
            </a:p>
            <a:p>
              <a:r>
                <a:rPr lang="en-GB" dirty="0"/>
                <a:t>🔐  Signature</a:t>
              </a:r>
            </a:p>
          </p:txBody>
        </p:sp>
      </p:grpSp>
      <p:cxnSp>
        <p:nvCxnSpPr>
          <p:cNvPr id="99" name="Straight Arrow Connector 12">
            <a:extLst>
              <a:ext uri="{FF2B5EF4-FFF2-40B4-BE49-F238E27FC236}">
                <a16:creationId xmlns:a16="http://schemas.microsoft.com/office/drawing/2014/main" id="{5E6763FC-2F98-7D14-E457-1F0C36B32A9A}"/>
              </a:ext>
            </a:extLst>
          </p:cNvPr>
          <p:cNvCxnSpPr>
            <a:cxnSpLocks/>
            <a:stCxn id="95" idx="0"/>
            <a:endCxn id="92" idx="1"/>
          </p:cNvCxnSpPr>
          <p:nvPr/>
        </p:nvCxnSpPr>
        <p:spPr>
          <a:xfrm rot="5400000" flipH="1" flipV="1">
            <a:off x="3443781" y="-1363791"/>
            <a:ext cx="1321275" cy="5684920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69417EB9-DEB2-8B17-DDE5-17730EDE42D9}"/>
              </a:ext>
            </a:extLst>
          </p:cNvPr>
          <p:cNvCxnSpPr>
            <a:cxnSpLocks/>
            <a:stCxn id="95" idx="2"/>
            <a:endCxn id="97" idx="1"/>
          </p:cNvCxnSpPr>
          <p:nvPr/>
        </p:nvCxnSpPr>
        <p:spPr>
          <a:xfrm rot="16200000" flipH="1">
            <a:off x="1888966" y="2551039"/>
            <a:ext cx="907070" cy="2161086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517912B-4E33-B8EC-51A0-013C01737854}"/>
              </a:ext>
            </a:extLst>
          </p:cNvPr>
          <p:cNvGrpSpPr/>
          <p:nvPr/>
        </p:nvGrpSpPr>
        <p:grpSpPr>
          <a:xfrm>
            <a:off x="9585292" y="3573680"/>
            <a:ext cx="2290617" cy="1038741"/>
            <a:chOff x="6104397" y="5100898"/>
            <a:chExt cx="4057968" cy="103874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7755476-3F87-23EF-2CFE-0BE7B7FEC3D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BEFEA0E-9B2D-47AF-11EE-B0E78973B39D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C2103428-BCF9-4228-19F7-233085DBF868}"/>
              </a:ext>
            </a:extLst>
          </p:cNvPr>
          <p:cNvCxnSpPr>
            <a:cxnSpLocks/>
            <a:stCxn id="98" idx="3"/>
            <a:endCxn id="107" idx="1"/>
          </p:cNvCxnSpPr>
          <p:nvPr/>
        </p:nvCxnSpPr>
        <p:spPr>
          <a:xfrm>
            <a:off x="5098112" y="4093051"/>
            <a:ext cx="448718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2">
            <a:extLst>
              <a:ext uri="{FF2B5EF4-FFF2-40B4-BE49-F238E27FC236}">
                <a16:creationId xmlns:a16="http://schemas.microsoft.com/office/drawing/2014/main" id="{900B333A-C22C-D569-6934-7B0BC46D4911}"/>
              </a:ext>
            </a:extLst>
          </p:cNvPr>
          <p:cNvCxnSpPr>
            <a:cxnSpLocks/>
            <a:stCxn id="107" idx="0"/>
            <a:endCxn id="92" idx="3"/>
          </p:cNvCxnSpPr>
          <p:nvPr/>
        </p:nvCxnSpPr>
        <p:spPr>
          <a:xfrm rot="16200000" flipV="1">
            <a:off x="8429684" y="1272763"/>
            <a:ext cx="2755649" cy="184618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694BE29D-A1A1-D1ED-811A-EA63B37667DC}"/>
              </a:ext>
            </a:extLst>
          </p:cNvPr>
          <p:cNvCxnSpPr>
            <a:cxnSpLocks/>
            <a:stCxn id="92" idx="2"/>
            <a:endCxn id="16" idx="3"/>
          </p:cNvCxnSpPr>
          <p:nvPr/>
        </p:nvCxnSpPr>
        <p:spPr>
          <a:xfrm rot="5400000">
            <a:off x="6568287" y="1274373"/>
            <a:ext cx="1284332" cy="1410389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4146307-BAD7-720E-F617-7156926B99B6}"/>
              </a:ext>
            </a:extLst>
          </p:cNvPr>
          <p:cNvGrpSpPr/>
          <p:nvPr/>
        </p:nvGrpSpPr>
        <p:grpSpPr>
          <a:xfrm>
            <a:off x="6911304" y="4192592"/>
            <a:ext cx="2348683" cy="400110"/>
            <a:chOff x="2710967" y="1590353"/>
            <a:chExt cx="2348683" cy="400110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FDB4BAE3-B850-3C84-7F8F-DE8CEE20AE9A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566F05CF-601B-557A-4D6C-3DC4B11845EA}"/>
                </a:ext>
              </a:extLst>
            </p:cNvPr>
            <p:cNvSpPr txBox="1">
              <a:spLocks/>
            </p:cNvSpPr>
            <p:nvPr/>
          </p:nvSpPr>
          <p:spPr>
            <a:xfrm>
              <a:off x="3070967" y="1590353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share token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9FAC3A3-6B00-E3C6-264F-CD87C7CC405E}"/>
              </a:ext>
            </a:extLst>
          </p:cNvPr>
          <p:cNvGrpSpPr/>
          <p:nvPr/>
        </p:nvGrpSpPr>
        <p:grpSpPr>
          <a:xfrm>
            <a:off x="1234249" y="4199980"/>
            <a:ext cx="2485809" cy="707886"/>
            <a:chOff x="3467656" y="67025"/>
            <a:chExt cx="2485809" cy="707886"/>
          </a:xfrm>
        </p:grpSpPr>
        <p:sp>
          <p:nvSpPr>
            <p:cNvPr id="121" name="Rounded Rectangle 120">
              <a:extLst>
                <a:ext uri="{FF2B5EF4-FFF2-40B4-BE49-F238E27FC236}">
                  <a16:creationId xmlns:a16="http://schemas.microsoft.com/office/drawing/2014/main" id="{F2C5089F-32DA-8925-74ED-479309C900D3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22" name="Content Placeholder 2">
              <a:extLst>
                <a:ext uri="{FF2B5EF4-FFF2-40B4-BE49-F238E27FC236}">
                  <a16:creationId xmlns:a16="http://schemas.microsoft.com/office/drawing/2014/main" id="{60ABE826-FCD8-BF2A-5588-A1EAB0B6EF88}"/>
                </a:ext>
              </a:extLst>
            </p:cNvPr>
            <p:cNvSpPr txBox="1">
              <a:spLocks/>
            </p:cNvSpPr>
            <p:nvPr/>
          </p:nvSpPr>
          <p:spPr>
            <a:xfrm>
              <a:off x="3846127" y="67025"/>
              <a:ext cx="210733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issue 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7234FF8-D10E-CF1A-542D-D593D6A810C1}"/>
              </a:ext>
            </a:extLst>
          </p:cNvPr>
          <p:cNvGrpSpPr/>
          <p:nvPr/>
        </p:nvGrpSpPr>
        <p:grpSpPr>
          <a:xfrm>
            <a:off x="9077552" y="273592"/>
            <a:ext cx="2348682" cy="400110"/>
            <a:chOff x="2710967" y="1578040"/>
            <a:chExt cx="2348682" cy="400110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0C356B8-448A-C8E0-C0BA-FE1D47085E5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18C37E29-18D0-CE8D-921D-EC029F932A62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78040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 it the owner?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1293E1A-0249-69D0-00F0-23D1E0D6FC59}"/>
              </a:ext>
            </a:extLst>
          </p:cNvPr>
          <p:cNvGrpSpPr/>
          <p:nvPr/>
        </p:nvGrpSpPr>
        <p:grpSpPr>
          <a:xfrm>
            <a:off x="6832847" y="2112634"/>
            <a:ext cx="2947976" cy="997288"/>
            <a:chOff x="2636908" y="1617796"/>
            <a:chExt cx="2947976" cy="997288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4A2225BF-1A34-5311-4A19-4D814A1178D7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9" name="Content Placeholder 2">
              <a:extLst>
                <a:ext uri="{FF2B5EF4-FFF2-40B4-BE49-F238E27FC236}">
                  <a16:creationId xmlns:a16="http://schemas.microsoft.com/office/drawing/2014/main" id="{DF64D6C1-8F96-AA39-29A4-ABE60CDF0C2A}"/>
                </a:ext>
              </a:extLst>
            </p:cNvPr>
            <p:cNvSpPr txBox="1">
              <a:spLocks/>
            </p:cNvSpPr>
            <p:nvPr/>
          </p:nvSpPr>
          <p:spPr>
            <a:xfrm>
              <a:off x="2636908" y="2214974"/>
              <a:ext cx="294797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</p:grpSp>
      <p:cxnSp>
        <p:nvCxnSpPr>
          <p:cNvPr id="130" name="Straight Arrow Connector 12">
            <a:extLst>
              <a:ext uri="{FF2B5EF4-FFF2-40B4-BE49-F238E27FC236}">
                <a16:creationId xmlns:a16="http://schemas.microsoft.com/office/drawing/2014/main" id="{B9832401-BE12-6C75-EA55-BA3BC00BB6FB}"/>
              </a:ext>
            </a:extLst>
          </p:cNvPr>
          <p:cNvCxnSpPr>
            <a:cxnSpLocks/>
            <a:stCxn id="14" idx="1"/>
            <a:endCxn id="95" idx="3"/>
          </p:cNvCxnSpPr>
          <p:nvPr/>
        </p:nvCxnSpPr>
        <p:spPr>
          <a:xfrm flipH="1">
            <a:off x="2171740" y="2656889"/>
            <a:ext cx="1113931" cy="1788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3BF714C-1A0A-4DBF-8E84-AD130A0A906D}"/>
              </a:ext>
            </a:extLst>
          </p:cNvPr>
          <p:cNvGrpSpPr/>
          <p:nvPr/>
        </p:nvGrpSpPr>
        <p:grpSpPr>
          <a:xfrm>
            <a:off x="1249271" y="291710"/>
            <a:ext cx="4552299" cy="400110"/>
            <a:chOff x="2710967" y="1578040"/>
            <a:chExt cx="4552299" cy="400110"/>
          </a:xfrm>
        </p:grpSpPr>
        <p:sp>
          <p:nvSpPr>
            <p:cNvPr id="134" name="Rounded Rectangle 133">
              <a:extLst>
                <a:ext uri="{FF2B5EF4-FFF2-40B4-BE49-F238E27FC236}">
                  <a16:creationId xmlns:a16="http://schemas.microsoft.com/office/drawing/2014/main" id="{E055ADA3-4B14-57DD-B5C9-5463567C034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35" name="Content Placeholder 2">
              <a:extLst>
                <a:ext uri="{FF2B5EF4-FFF2-40B4-BE49-F238E27FC236}">
                  <a16:creationId xmlns:a16="http://schemas.microsoft.com/office/drawing/2014/main" id="{85760DC8-DEBB-501F-2165-6E60FA9A797E}"/>
                </a:ext>
              </a:extLst>
            </p:cNvPr>
            <p:cNvSpPr txBox="1">
              <a:spLocks/>
            </p:cNvSpPr>
            <p:nvPr/>
          </p:nvSpPr>
          <p:spPr>
            <a:xfrm>
              <a:off x="3070965" y="1578040"/>
              <a:ext cx="419230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generate a locator for the owner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7290AD6-C2D9-B1CE-A441-B9AA29D60463}"/>
              </a:ext>
            </a:extLst>
          </p:cNvPr>
          <p:cNvGrpSpPr/>
          <p:nvPr/>
        </p:nvGrpSpPr>
        <p:grpSpPr>
          <a:xfrm>
            <a:off x="2250641" y="2179333"/>
            <a:ext cx="877298" cy="937159"/>
            <a:chOff x="2461147" y="1650864"/>
            <a:chExt cx="877298" cy="937159"/>
          </a:xfrm>
        </p:grpSpPr>
        <p:sp>
          <p:nvSpPr>
            <p:cNvPr id="140" name="Rounded Rectangle 139">
              <a:extLst>
                <a:ext uri="{FF2B5EF4-FFF2-40B4-BE49-F238E27FC236}">
                  <a16:creationId xmlns:a16="http://schemas.microsoft.com/office/drawing/2014/main" id="{EA57BD3C-A5E2-32BE-CD48-369F2A558A3C}"/>
                </a:ext>
              </a:extLst>
            </p:cNvPr>
            <p:cNvSpPr/>
            <p:nvPr/>
          </p:nvSpPr>
          <p:spPr>
            <a:xfrm>
              <a:off x="2646423" y="1650864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1" name="Content Placeholder 2">
              <a:extLst>
                <a:ext uri="{FF2B5EF4-FFF2-40B4-BE49-F238E27FC236}">
                  <a16:creationId xmlns:a16="http://schemas.microsoft.com/office/drawing/2014/main" id="{33C99B4B-9F83-FD4E-FC98-42E5834E4D0C}"/>
                </a:ext>
              </a:extLst>
            </p:cNvPr>
            <p:cNvSpPr txBox="1">
              <a:spLocks/>
            </p:cNvSpPr>
            <p:nvPr/>
          </p:nvSpPr>
          <p:spPr>
            <a:xfrm>
              <a:off x="2461147" y="2187913"/>
              <a:ext cx="87729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hello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5B1EA04-2FBB-8A30-9C88-80DE84C169A3}"/>
              </a:ext>
            </a:extLst>
          </p:cNvPr>
          <p:cNvGrpSpPr/>
          <p:nvPr/>
        </p:nvGrpSpPr>
        <p:grpSpPr>
          <a:xfrm>
            <a:off x="10084390" y="871792"/>
            <a:ext cx="1292421" cy="523220"/>
            <a:chOff x="9671144" y="2247111"/>
            <a:chExt cx="1292421" cy="523220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3422AB84-E5F2-AB78-8D7F-8C9318B1F848}"/>
                </a:ext>
              </a:extLst>
            </p:cNvPr>
            <p:cNvGrpSpPr/>
            <p:nvPr/>
          </p:nvGrpSpPr>
          <p:grpSpPr>
            <a:xfrm>
              <a:off x="9671145" y="2314501"/>
              <a:ext cx="1292420" cy="418028"/>
              <a:chOff x="4936463" y="1972060"/>
              <a:chExt cx="1292420" cy="418028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74D50435-5E8C-75F2-A7B0-5A79EA2B4E99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292420" cy="4180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6DF9777-13B6-8B49-A641-547CD526D8C8}"/>
                  </a:ext>
                </a:extLst>
              </p:cNvPr>
              <p:cNvSpPr txBox="1"/>
              <p:nvPr/>
            </p:nvSpPr>
            <p:spPr>
              <a:xfrm>
                <a:off x="4998661" y="1996408"/>
                <a:ext cx="1230221" cy="36933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dirty="0"/>
                  <a:t>    Locator</a:t>
                </a: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9BBCBA2-0E2E-F5BE-0803-ECB0C970131A}"/>
                </a:ext>
              </a:extLst>
            </p:cNvPr>
            <p:cNvSpPr txBox="1"/>
            <p:nvPr/>
          </p:nvSpPr>
          <p:spPr>
            <a:xfrm>
              <a:off x="9671144" y="2247111"/>
              <a:ext cx="6798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endParaRPr lang="en-GB" sz="16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C83FCAB-1FB4-2B12-0177-506FFEA03380}"/>
              </a:ext>
            </a:extLst>
          </p:cNvPr>
          <p:cNvSpPr txBox="1"/>
          <p:nvPr/>
        </p:nvSpPr>
        <p:spPr>
          <a:xfrm>
            <a:off x="178670" y="6248084"/>
            <a:ext cx="540853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Identity-bound Tokens</a:t>
            </a:r>
          </a:p>
        </p:txBody>
      </p:sp>
    </p:spTree>
    <p:extLst>
      <p:ext uri="{BB962C8B-B14F-4D97-AF65-F5344CB8AC3E}">
        <p14:creationId xmlns:p14="http://schemas.microsoft.com/office/powerpoint/2010/main" val="308706183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0D2B-9B68-5421-5D7A-3612313B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55063-7179-40A2-E940-C8F65497CC3D}"/>
              </a:ext>
            </a:extLst>
          </p:cNvPr>
          <p:cNvSpPr/>
          <p:nvPr/>
        </p:nvSpPr>
        <p:spPr>
          <a:xfrm>
            <a:off x="397165" y="363309"/>
            <a:ext cx="2053801" cy="3083384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9BFE52C-BF46-AF3F-7862-203BD5D07FCA}"/>
              </a:ext>
            </a:extLst>
          </p:cNvPr>
          <p:cNvGrpSpPr/>
          <p:nvPr/>
        </p:nvGrpSpPr>
        <p:grpSpPr>
          <a:xfrm>
            <a:off x="806991" y="335396"/>
            <a:ext cx="1216251" cy="3041858"/>
            <a:chOff x="3094538" y="235807"/>
            <a:chExt cx="1216251" cy="30418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C90EAF-1794-D3DE-8CEC-2E229522B03F}"/>
                </a:ext>
              </a:extLst>
            </p:cNvPr>
            <p:cNvSpPr txBox="1"/>
            <p:nvPr/>
          </p:nvSpPr>
          <p:spPr>
            <a:xfrm>
              <a:off x="3094538" y="235807"/>
              <a:ext cx="1216251" cy="30418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5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115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6B11A1-81D1-1C4A-DF24-6763906653AE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3A0FC0-FD59-6FEB-C581-D02C20612B3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D76382B9-0791-D79A-BE33-72253B38F0A2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34484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85DF1F5-E307-E027-1F6F-1103FFF206B6}"/>
              </a:ext>
            </a:extLst>
          </p:cNvPr>
          <p:cNvGrpSpPr/>
          <p:nvPr/>
        </p:nvGrpSpPr>
        <p:grpSpPr>
          <a:xfrm>
            <a:off x="590392" y="2163092"/>
            <a:ext cx="1675068" cy="1036198"/>
            <a:chOff x="4936462" y="1972060"/>
            <a:chExt cx="1675068" cy="1036198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DCEFF4E-3189-90F8-C653-6770DEAF4F63}"/>
                </a:ext>
              </a:extLst>
            </p:cNvPr>
            <p:cNvSpPr/>
            <p:nvPr/>
          </p:nvSpPr>
          <p:spPr>
            <a:xfrm>
              <a:off x="4936462" y="1972060"/>
              <a:ext cx="1633639" cy="10361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4609391-0F96-BA76-EC9C-9ABAA0945F31}"/>
                </a:ext>
              </a:extLst>
            </p:cNvPr>
            <p:cNvSpPr txBox="1"/>
            <p:nvPr/>
          </p:nvSpPr>
          <p:spPr>
            <a:xfrm>
              <a:off x="5005425" y="2036428"/>
              <a:ext cx="160610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 Token</a:t>
              </a:r>
              <a:br>
                <a:rPr lang="en-GB" dirty="0"/>
              </a:br>
              <a:r>
                <a:rPr lang="en-GB" dirty="0"/>
                <a:t>🆔  Locator</a:t>
              </a:r>
            </a:p>
            <a:p>
              <a:r>
                <a:rPr lang="en-GB" dirty="0"/>
                <a:t>🔐  Signature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9E4B350-BC17-8C71-6E76-9C010F3F3AC7}"/>
              </a:ext>
            </a:extLst>
          </p:cNvPr>
          <p:cNvGrpSpPr/>
          <p:nvPr/>
        </p:nvGrpSpPr>
        <p:grpSpPr>
          <a:xfrm>
            <a:off x="5196421" y="2169843"/>
            <a:ext cx="2290617" cy="1038741"/>
            <a:chOff x="6104397" y="5100898"/>
            <a:chExt cx="4057968" cy="103874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0A8109C-C68B-04B0-C9CB-708A3769F46A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11F1CB7-C3FA-CD85-DBA8-A5CFEA4608A9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C7DAF46-DC55-D237-C7CC-6205B2A415EC}"/>
              </a:ext>
            </a:extLst>
          </p:cNvPr>
          <p:cNvCxnSpPr>
            <a:cxnSpLocks/>
            <a:stCxn id="98" idx="3"/>
            <a:endCxn id="107" idx="1"/>
          </p:cNvCxnSpPr>
          <p:nvPr/>
        </p:nvCxnSpPr>
        <p:spPr>
          <a:xfrm>
            <a:off x="2265460" y="2689125"/>
            <a:ext cx="2930961" cy="8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824CD574-0152-9E56-5006-80194121C1A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83633" y="1204312"/>
            <a:ext cx="819089" cy="1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B757F4F-1AD8-5A76-879C-17FE03E29934}"/>
              </a:ext>
            </a:extLst>
          </p:cNvPr>
          <p:cNvGrpSpPr/>
          <p:nvPr/>
        </p:nvGrpSpPr>
        <p:grpSpPr>
          <a:xfrm>
            <a:off x="2599811" y="2808828"/>
            <a:ext cx="2369675" cy="400110"/>
            <a:chOff x="2710967" y="1590353"/>
            <a:chExt cx="2369675" cy="400110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1502C638-03E1-52D5-DEBC-0B95A018E83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AA6F3689-EE0F-DA1F-02C4-ECD7CE977C28}"/>
                </a:ext>
              </a:extLst>
            </p:cNvPr>
            <p:cNvSpPr txBox="1">
              <a:spLocks/>
            </p:cNvSpPr>
            <p:nvPr/>
          </p:nvSpPr>
          <p:spPr>
            <a:xfrm>
              <a:off x="3070967" y="1590353"/>
              <a:ext cx="20096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 token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3A94BFD-3A25-7822-582C-3FD364EFDAFF}"/>
              </a:ext>
            </a:extLst>
          </p:cNvPr>
          <p:cNvGrpSpPr/>
          <p:nvPr/>
        </p:nvGrpSpPr>
        <p:grpSpPr>
          <a:xfrm>
            <a:off x="7630724" y="2816216"/>
            <a:ext cx="2348682" cy="400110"/>
            <a:chOff x="2710967" y="1578040"/>
            <a:chExt cx="2348682" cy="400110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45537A4F-CD2E-0146-FAD0-86F99DD1B56F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F8E0B9A3-27B0-C400-5D56-9B214845BA2C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78040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 it the owner?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502D3CF-F380-31AF-169D-F266BB117C32}"/>
              </a:ext>
            </a:extLst>
          </p:cNvPr>
          <p:cNvGrpSpPr/>
          <p:nvPr/>
        </p:nvGrpSpPr>
        <p:grpSpPr>
          <a:xfrm>
            <a:off x="2902722" y="363309"/>
            <a:ext cx="1180883" cy="1682008"/>
            <a:chOff x="2902722" y="363309"/>
            <a:chExt cx="1180883" cy="1682008"/>
          </a:xfrm>
        </p:grpSpPr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45B1F50E-2A7B-2D33-3096-11AF15614CC2}"/>
                </a:ext>
              </a:extLst>
            </p:cNvPr>
            <p:cNvSpPr txBox="1">
              <a:spLocks/>
            </p:cNvSpPr>
            <p:nvPr/>
          </p:nvSpPr>
          <p:spPr>
            <a:xfrm>
              <a:off x="2902722" y="363309"/>
              <a:ext cx="1180883" cy="168200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7742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>
              <a:defPPr>
                <a:defRPr lang="en-US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2000" i="1">
                  <a:solidFill>
                    <a:schemeClr val="accent4"/>
                  </a:solidFill>
                  <a:effectLst>
                    <a:glow>
                      <a:schemeClr val="bg1"/>
                    </a:glo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palm scanner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E381C0-B980-AB28-0FE0-EF99D0ED7FAF}"/>
                </a:ext>
              </a:extLst>
            </p:cNvPr>
            <p:cNvSpPr txBox="1"/>
            <p:nvPr/>
          </p:nvSpPr>
          <p:spPr>
            <a:xfrm>
              <a:off x="3087019" y="1208005"/>
              <a:ext cx="9035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🖐️</a:t>
              </a:r>
            </a:p>
          </p:txBody>
        </p:sp>
      </p:grpSp>
      <p:cxnSp>
        <p:nvCxnSpPr>
          <p:cNvPr id="4" name="Straight Arrow Connector 12">
            <a:extLst>
              <a:ext uri="{FF2B5EF4-FFF2-40B4-BE49-F238E27FC236}">
                <a16:creationId xmlns:a16="http://schemas.microsoft.com/office/drawing/2014/main" id="{1D1DA30D-C196-15B4-8EC5-E1B429CDE82B}"/>
              </a:ext>
            </a:extLst>
          </p:cNvPr>
          <p:cNvCxnSpPr>
            <a:cxnSpLocks/>
            <a:stCxn id="38" idx="0"/>
            <a:endCxn id="17" idx="3"/>
          </p:cNvCxnSpPr>
          <p:nvPr/>
        </p:nvCxnSpPr>
        <p:spPr>
          <a:xfrm rot="16200000" flipV="1">
            <a:off x="4266945" y="1020973"/>
            <a:ext cx="974412" cy="1341091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D283D45-EFDE-9FE1-F241-FA9D1BA6BDF0}"/>
              </a:ext>
            </a:extLst>
          </p:cNvPr>
          <p:cNvSpPr txBox="1"/>
          <p:nvPr/>
        </p:nvSpPr>
        <p:spPr>
          <a:xfrm>
            <a:off x="5302868" y="2178725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8C32A31-BABE-241B-DF2A-887B69260927}"/>
              </a:ext>
            </a:extLst>
          </p:cNvPr>
          <p:cNvGrpSpPr/>
          <p:nvPr/>
        </p:nvGrpSpPr>
        <p:grpSpPr>
          <a:xfrm>
            <a:off x="8561645" y="329492"/>
            <a:ext cx="1937537" cy="1038741"/>
            <a:chOff x="7507403" y="1006813"/>
            <a:chExt cx="691415" cy="1038741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2110AC1-5CB2-D3B1-19DB-7FD8972F5300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43FD669-CC61-0161-0EFC-C54F22F19626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5B06AD4-625E-AA9D-4D75-409936938882}"/>
              </a:ext>
            </a:extLst>
          </p:cNvPr>
          <p:cNvGrpSpPr/>
          <p:nvPr/>
        </p:nvGrpSpPr>
        <p:grpSpPr>
          <a:xfrm>
            <a:off x="10496410" y="343266"/>
            <a:ext cx="1312458" cy="1067886"/>
            <a:chOff x="3080204" y="1202380"/>
            <a:chExt cx="1312458" cy="1067886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9AC495A6-7C17-8158-B528-0A1C4E646A7D}"/>
                </a:ext>
              </a:extLst>
            </p:cNvPr>
            <p:cNvSpPr/>
            <p:nvPr/>
          </p:nvSpPr>
          <p:spPr>
            <a:xfrm>
              <a:off x="3519752" y="12023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9" name="Content Placeholder 2">
              <a:extLst>
                <a:ext uri="{FF2B5EF4-FFF2-40B4-BE49-F238E27FC236}">
                  <a16:creationId xmlns:a16="http://schemas.microsoft.com/office/drawing/2014/main" id="{299D34A6-71E9-5791-D045-1AF89D113A70}"/>
                </a:ext>
              </a:extLst>
            </p:cNvPr>
            <p:cNvSpPr txBox="1">
              <a:spLocks/>
            </p:cNvSpPr>
            <p:nvPr/>
          </p:nvSpPr>
          <p:spPr>
            <a:xfrm>
              <a:off x="3080204" y="1562380"/>
              <a:ext cx="131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biometric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match</a:t>
              </a:r>
            </a:p>
          </p:txBody>
        </p:sp>
      </p:grp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E9C7FC95-C121-E487-4482-0670611BF63B}"/>
              </a:ext>
            </a:extLst>
          </p:cNvPr>
          <p:cNvCxnSpPr>
            <a:cxnSpLocks/>
            <a:stCxn id="107" idx="3"/>
            <a:endCxn id="92" idx="2"/>
          </p:cNvCxnSpPr>
          <p:nvPr/>
        </p:nvCxnSpPr>
        <p:spPr>
          <a:xfrm flipV="1">
            <a:off x="7487038" y="1368233"/>
            <a:ext cx="2043376" cy="1320981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F0F9BDE-C262-20AF-F151-850A7C80CE22}"/>
              </a:ext>
            </a:extLst>
          </p:cNvPr>
          <p:cNvGrpSpPr/>
          <p:nvPr/>
        </p:nvGrpSpPr>
        <p:grpSpPr>
          <a:xfrm>
            <a:off x="8847073" y="1664991"/>
            <a:ext cx="1474179" cy="760726"/>
            <a:chOff x="9671144" y="2153234"/>
            <a:chExt cx="1474179" cy="760726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0ABA8DF-335E-B531-A1B1-632A1CCF2D01}"/>
                </a:ext>
              </a:extLst>
            </p:cNvPr>
            <p:cNvGrpSpPr/>
            <p:nvPr/>
          </p:nvGrpSpPr>
          <p:grpSpPr>
            <a:xfrm>
              <a:off x="9671145" y="2153234"/>
              <a:ext cx="1474178" cy="740563"/>
              <a:chOff x="4936463" y="1810793"/>
              <a:chExt cx="1474178" cy="7405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BAC95AD-03A9-73C4-C804-90B905D7A77D}"/>
                  </a:ext>
                </a:extLst>
              </p:cNvPr>
              <p:cNvSpPr/>
              <p:nvPr/>
            </p:nvSpPr>
            <p:spPr>
              <a:xfrm>
                <a:off x="4936463" y="1810793"/>
                <a:ext cx="1292420" cy="7405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59B4C4-C46A-8C4A-D38B-EDB740FDC72A}"/>
                  </a:ext>
                </a:extLst>
              </p:cNvPr>
              <p:cNvSpPr txBox="1"/>
              <p:nvPr/>
            </p:nvSpPr>
            <p:spPr>
              <a:xfrm>
                <a:off x="4998661" y="1857908"/>
                <a:ext cx="1411980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dirty="0"/>
                  <a:t>    Locator</a:t>
                </a:r>
                <a:br>
                  <a:rPr lang="en-GB" dirty="0"/>
                </a:br>
                <a:r>
                  <a:rPr lang="en-GB" dirty="0"/>
                  <a:t>    Selfie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A09EAD-A5A8-4127-0612-0612FAC5C824}"/>
                </a:ext>
              </a:extLst>
            </p:cNvPr>
            <p:cNvSpPr txBox="1"/>
            <p:nvPr/>
          </p:nvSpPr>
          <p:spPr>
            <a:xfrm>
              <a:off x="9671144" y="2247111"/>
              <a:ext cx="679801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b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😶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69C2A69-1EBB-1578-9DEA-A2D127B81CE0}"/>
              </a:ext>
            </a:extLst>
          </p:cNvPr>
          <p:cNvGrpSpPr/>
          <p:nvPr/>
        </p:nvGrpSpPr>
        <p:grpSpPr>
          <a:xfrm>
            <a:off x="4272763" y="618774"/>
            <a:ext cx="2995706" cy="400110"/>
            <a:chOff x="2710967" y="1587276"/>
            <a:chExt cx="2995706" cy="400110"/>
          </a:xfrm>
        </p:grpSpPr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EECBC53D-39BF-A3FE-6210-DD4E24420753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5" name="Content Placeholder 2">
              <a:extLst>
                <a:ext uri="{FF2B5EF4-FFF2-40B4-BE49-F238E27FC236}">
                  <a16:creationId xmlns:a16="http://schemas.microsoft.com/office/drawing/2014/main" id="{F909C272-215F-06FA-9C0B-5419076345FC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87276"/>
              <a:ext cx="26357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show your hand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29514BA-63F6-1FED-EA37-6796BE82574F}"/>
              </a:ext>
            </a:extLst>
          </p:cNvPr>
          <p:cNvSpPr txBox="1"/>
          <p:nvPr/>
        </p:nvSpPr>
        <p:spPr>
          <a:xfrm>
            <a:off x="178670" y="6248084"/>
            <a:ext cx="532036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Offline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43478261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B3EF15-3BF0-35AC-702E-A484806D6111}"/>
              </a:ext>
            </a:extLst>
          </p:cNvPr>
          <p:cNvSpPr/>
          <p:nvPr/>
        </p:nvSpPr>
        <p:spPr>
          <a:xfrm>
            <a:off x="5410643" y="1349933"/>
            <a:ext cx="6041554" cy="3168801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A9B1A02-3C60-16C1-A914-9F44FF4E4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03379" y="1342394"/>
            <a:ext cx="381000" cy="381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551B66-A9A9-E0CE-941D-1CF64D7E4AE6}"/>
              </a:ext>
            </a:extLst>
          </p:cNvPr>
          <p:cNvSpPr/>
          <p:nvPr/>
        </p:nvSpPr>
        <p:spPr>
          <a:xfrm>
            <a:off x="6475400" y="302935"/>
            <a:ext cx="1498732" cy="43200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Domain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AF367D-503A-A960-4182-ABA2B3F7AABF}"/>
              </a:ext>
            </a:extLst>
          </p:cNvPr>
          <p:cNvSpPr/>
          <p:nvPr/>
        </p:nvSpPr>
        <p:spPr>
          <a:xfrm>
            <a:off x="6475401" y="1563594"/>
            <a:ext cx="1498732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48493B8C-7D6B-42B0-EB5A-8B8B9FD62618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7224766" y="734935"/>
            <a:ext cx="1" cy="828659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DAF0C08-7DA0-2737-1AF9-B0F543909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3645" y="752691"/>
            <a:ext cx="1342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verify palm scan,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identifier locator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4E6B65-FFDF-5B11-A9B0-652C4B45B1ED}"/>
              </a:ext>
            </a:extLst>
          </p:cNvPr>
          <p:cNvGrpSpPr/>
          <p:nvPr/>
        </p:nvGrpSpPr>
        <p:grpSpPr>
          <a:xfrm>
            <a:off x="6466522" y="2035869"/>
            <a:ext cx="2088119" cy="518854"/>
            <a:chOff x="4537167" y="5246272"/>
            <a:chExt cx="2088119" cy="51885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3F31F0D-B654-8B21-8FFF-6387EB6096DC}"/>
                </a:ext>
              </a:extLst>
            </p:cNvPr>
            <p:cNvGrpSpPr/>
            <p:nvPr/>
          </p:nvGrpSpPr>
          <p:grpSpPr>
            <a:xfrm>
              <a:off x="4537167" y="5246272"/>
              <a:ext cx="2088119" cy="518854"/>
              <a:chOff x="6440267" y="2476895"/>
              <a:chExt cx="2088119" cy="51885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359AC86-1277-C24B-4F6A-A6A5E734C02D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4" name="Graphic 10" descr="AWS Lambda service icon.">
                <a:extLst>
                  <a:ext uri="{FF2B5EF4-FFF2-40B4-BE49-F238E27FC236}">
                    <a16:creationId xmlns:a16="http://schemas.microsoft.com/office/drawing/2014/main" id="{8A5FFEAA-FACE-88BB-F1F9-F6331C1144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38DCC2-C32B-9754-84BA-CE10B2F3D05A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2121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authenticator</a:t>
                </a:r>
              </a:p>
            </p:txBody>
          </p:sp>
        </p:grpSp>
        <p:pic>
          <p:nvPicPr>
            <p:cNvPr id="12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4F24A543-5200-0DB1-0564-E60D19D5B5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53D017-BC11-64B4-05D6-637C2CE6CE7B}"/>
              </a:ext>
            </a:extLst>
          </p:cNvPr>
          <p:cNvGrpSpPr/>
          <p:nvPr/>
        </p:nvGrpSpPr>
        <p:grpSpPr>
          <a:xfrm>
            <a:off x="6466522" y="2621742"/>
            <a:ext cx="2047670" cy="518400"/>
            <a:chOff x="612367" y="4202686"/>
            <a:chExt cx="2047670" cy="5184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D14B81-99E9-B984-052D-034CB3CF4611}"/>
                </a:ext>
              </a:extLst>
            </p:cNvPr>
            <p:cNvGrpSpPr/>
            <p:nvPr/>
          </p:nvGrpSpPr>
          <p:grpSpPr>
            <a:xfrm>
              <a:off x="612367" y="4202686"/>
              <a:ext cx="2047670" cy="518400"/>
              <a:chOff x="6838093" y="3987527"/>
              <a:chExt cx="2047670" cy="5184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EBDA982-793E-CA09-0B04-0E837E0F2BA0}"/>
                  </a:ext>
                </a:extLst>
              </p:cNvPr>
              <p:cNvSpPr/>
              <p:nvPr/>
            </p:nvSpPr>
            <p:spPr>
              <a:xfrm>
                <a:off x="6838093" y="3987527"/>
                <a:ext cx="204767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" name="TextBox 11">
                <a:extLst>
                  <a:ext uri="{FF2B5EF4-FFF2-40B4-BE49-F238E27FC236}">
                    <a16:creationId xmlns:a16="http://schemas.microsoft.com/office/drawing/2014/main" id="{226F5D09-2105-F8D9-CF44-346087631F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5030" y="4022422"/>
                <a:ext cx="160654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identity locators</a:t>
                </a:r>
                <a:endPara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18" name="Graphic 23" descr="Amazon DynamoDB service icon.">
              <a:extLst>
                <a:ext uri="{FF2B5EF4-FFF2-40B4-BE49-F238E27FC236}">
                  <a16:creationId xmlns:a16="http://schemas.microsoft.com/office/drawing/2014/main" id="{EDB742FA-4D19-A55A-5A93-B32CDBE492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688948" y="4288038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99005B4-3CB5-C3EF-EFA4-1E2F01EE45A0}"/>
              </a:ext>
            </a:extLst>
          </p:cNvPr>
          <p:cNvSpPr/>
          <p:nvPr/>
        </p:nvSpPr>
        <p:spPr>
          <a:xfrm>
            <a:off x="9242912" y="1565081"/>
            <a:ext cx="1804438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async 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C7F4FD3D-4AB8-1D70-AC60-3AD03D3F5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5131" y="844910"/>
            <a:ext cx="689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locator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verified</a:t>
            </a:r>
          </a:p>
        </p:txBody>
      </p:sp>
      <p:cxnSp>
        <p:nvCxnSpPr>
          <p:cNvPr id="24" name="Straight Arrow Connector 12">
            <a:extLst>
              <a:ext uri="{FF2B5EF4-FFF2-40B4-BE49-F238E27FC236}">
                <a16:creationId xmlns:a16="http://schemas.microsoft.com/office/drawing/2014/main" id="{5EB1D466-CB0D-2885-CCC0-00E2AD112823}"/>
              </a:ext>
            </a:extLst>
          </p:cNvPr>
          <p:cNvCxnSpPr>
            <a:cxnSpLocks/>
            <a:stCxn id="4" idx="3"/>
            <a:endCxn id="22" idx="0"/>
          </p:cNvCxnSpPr>
          <p:nvPr/>
        </p:nvCxnSpPr>
        <p:spPr>
          <a:xfrm>
            <a:off x="7974132" y="518935"/>
            <a:ext cx="2170999" cy="104614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0AFE173A-1B19-DF47-6335-76C3A0DB228E}"/>
              </a:ext>
            </a:extLst>
          </p:cNvPr>
          <p:cNvCxnSpPr>
            <a:cxnSpLocks/>
            <a:stCxn id="22" idx="2"/>
            <a:endCxn id="13" idx="3"/>
          </p:cNvCxnSpPr>
          <p:nvPr/>
        </p:nvCxnSpPr>
        <p:spPr>
          <a:xfrm rot="5400000">
            <a:off x="9163336" y="1313500"/>
            <a:ext cx="337815" cy="162577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21CB1D-A80A-F866-64E3-7938A307B6B6}"/>
              </a:ext>
            </a:extLst>
          </p:cNvPr>
          <p:cNvGrpSpPr/>
          <p:nvPr/>
        </p:nvGrpSpPr>
        <p:grpSpPr>
          <a:xfrm>
            <a:off x="6466522" y="3212608"/>
            <a:ext cx="2047670" cy="518854"/>
            <a:chOff x="6399967" y="2708142"/>
            <a:chExt cx="2047670" cy="51885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F1A6BB-02FD-FC46-CFC8-BF228BCD4BC1}"/>
                </a:ext>
              </a:extLst>
            </p:cNvPr>
            <p:cNvSpPr/>
            <p:nvPr/>
          </p:nvSpPr>
          <p:spPr>
            <a:xfrm>
              <a:off x="6399967" y="2708142"/>
              <a:ext cx="2047670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41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B82E0E52-C08F-ACD4-AD10-A20FB3415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6481393" y="27825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TextBox 9">
              <a:extLst>
                <a:ext uri="{FF2B5EF4-FFF2-40B4-BE49-F238E27FC236}">
                  <a16:creationId xmlns:a16="http://schemas.microsoft.com/office/drawing/2014/main" id="{01557345-1126-3D01-45C6-AF650EB7E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8655" y="2734229"/>
              <a:ext cx="159898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legal palmprints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18F0C5-A4F0-1A6F-B9B5-ACFCEE8030BB}"/>
              </a:ext>
            </a:extLst>
          </p:cNvPr>
          <p:cNvGrpSpPr/>
          <p:nvPr/>
        </p:nvGrpSpPr>
        <p:grpSpPr>
          <a:xfrm>
            <a:off x="6466522" y="3803928"/>
            <a:ext cx="2221604" cy="518854"/>
            <a:chOff x="7024591" y="1792444"/>
            <a:chExt cx="2221604" cy="51885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4BA2019-42F7-34BA-0CBF-2DD8D7D40A10}"/>
                </a:ext>
              </a:extLst>
            </p:cNvPr>
            <p:cNvGrpSpPr/>
            <p:nvPr/>
          </p:nvGrpSpPr>
          <p:grpSpPr>
            <a:xfrm>
              <a:off x="7024591" y="1792444"/>
              <a:ext cx="2221604" cy="518854"/>
              <a:chOff x="6399967" y="2708142"/>
              <a:chExt cx="2221604" cy="518854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C57906D-2397-7D60-1DD9-7CC820D56C61}"/>
                  </a:ext>
                </a:extLst>
              </p:cNvPr>
              <p:cNvSpPr/>
              <p:nvPr/>
            </p:nvSpPr>
            <p:spPr>
              <a:xfrm>
                <a:off x="6399967" y="2708142"/>
                <a:ext cx="2047670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6" name="TextBox 9">
                <a:extLst>
                  <a:ext uri="{FF2B5EF4-FFF2-40B4-BE49-F238E27FC236}">
                    <a16:creationId xmlns:a16="http://schemas.microsoft.com/office/drawing/2014/main" id="{C6820B90-6028-B6A1-7698-9EC6B1FCE8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8654" y="2734229"/>
                <a:ext cx="177291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SageMaker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palm vein inference</a:t>
                </a:r>
              </a:p>
            </p:txBody>
          </p:sp>
        </p:grpSp>
        <p:pic>
          <p:nvPicPr>
            <p:cNvPr id="33" name="Graphic 22" descr="Amazon SageMaker service icon.">
              <a:extLst>
                <a:ext uri="{FF2B5EF4-FFF2-40B4-BE49-F238E27FC236}">
                  <a16:creationId xmlns:a16="http://schemas.microsoft.com/office/drawing/2014/main" id="{91DF7A26-832C-3CD6-4375-1C0CB6A670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7106494" y="1869363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8C41D8D8-7EDD-7ED3-6DEF-FEF18D81B2E6}"/>
              </a:ext>
            </a:extLst>
          </p:cNvPr>
          <p:cNvSpPr/>
          <p:nvPr/>
        </p:nvSpPr>
        <p:spPr>
          <a:xfrm>
            <a:off x="2734298" y="1345849"/>
            <a:ext cx="1846556" cy="43200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3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4BD165-004E-1B30-5075-B924B65D1F0E}"/>
              </a:ext>
            </a:extLst>
          </p:cNvPr>
          <p:cNvSpPr/>
          <p:nvPr/>
        </p:nvSpPr>
        <p:spPr>
          <a:xfrm>
            <a:off x="2728294" y="1913299"/>
            <a:ext cx="1873468" cy="18330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4F33A05-6E18-4A66-0E75-A72C0095D167}"/>
              </a:ext>
            </a:extLst>
          </p:cNvPr>
          <p:cNvSpPr/>
          <p:nvPr/>
        </p:nvSpPr>
        <p:spPr>
          <a:xfrm>
            <a:off x="2816850" y="3177164"/>
            <a:ext cx="1696357" cy="45318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🖐️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Palmist</a:t>
            </a:r>
            <a:endParaRPr lang="en-GB" dirty="0">
              <a:solidFill>
                <a:schemeClr val="tx1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D404F1-1AA6-EF5E-8AEE-759100041469}"/>
              </a:ext>
            </a:extLst>
          </p:cNvPr>
          <p:cNvSpPr txBox="1"/>
          <p:nvPr/>
        </p:nvSpPr>
        <p:spPr>
          <a:xfrm>
            <a:off x="10557151" y="1537310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50C2694-239A-A8CF-BA8C-8D651F8D5A92}"/>
              </a:ext>
            </a:extLst>
          </p:cNvPr>
          <p:cNvSpPr/>
          <p:nvPr/>
        </p:nvSpPr>
        <p:spPr>
          <a:xfrm>
            <a:off x="2821024" y="2037386"/>
            <a:ext cx="1692579" cy="4538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800" baseline="-9000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🛜 </a:t>
            </a:r>
            <a:r>
              <a:rPr lang="en-GB" sz="2000" baseline="-9000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Wi-Fier</a:t>
            </a:r>
            <a:endParaRPr lang="en-US" sz="20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F1D40E7-D662-316F-450B-9D5F433ED608}"/>
              </a:ext>
            </a:extLst>
          </p:cNvPr>
          <p:cNvSpPr/>
          <p:nvPr/>
        </p:nvSpPr>
        <p:spPr>
          <a:xfrm>
            <a:off x="2821024" y="2607275"/>
            <a:ext cx="1692579" cy="4538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📡 </a:t>
            </a:r>
            <a:r>
              <a:rPr lang="en-GB" sz="200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Antenna</a:t>
            </a:r>
          </a:p>
        </p:txBody>
      </p:sp>
      <p:cxnSp>
        <p:nvCxnSpPr>
          <p:cNvPr id="80" name="Straight Arrow Connector 12">
            <a:extLst>
              <a:ext uri="{FF2B5EF4-FFF2-40B4-BE49-F238E27FC236}">
                <a16:creationId xmlns:a16="http://schemas.microsoft.com/office/drawing/2014/main" id="{17324B83-5F79-1E3B-FD3F-63601A82F85F}"/>
              </a:ext>
            </a:extLst>
          </p:cNvPr>
          <p:cNvCxnSpPr>
            <a:cxnSpLocks/>
            <a:stCxn id="4" idx="1"/>
            <a:endCxn id="51" idx="0"/>
          </p:cNvCxnSpPr>
          <p:nvPr/>
        </p:nvCxnSpPr>
        <p:spPr>
          <a:xfrm rot="10800000" flipV="1">
            <a:off x="3657576" y="518935"/>
            <a:ext cx="2817824" cy="82691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95D96AA-8FA5-8005-4810-110CB3455805}"/>
              </a:ext>
            </a:extLst>
          </p:cNvPr>
          <p:cNvGrpSpPr/>
          <p:nvPr/>
        </p:nvGrpSpPr>
        <p:grpSpPr>
          <a:xfrm>
            <a:off x="945151" y="2774435"/>
            <a:ext cx="1005166" cy="1323439"/>
            <a:chOff x="6029467" y="1344275"/>
            <a:chExt cx="1005166" cy="132343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730443A-6F83-B044-EDBF-68F5A9F63B45}"/>
                </a:ext>
              </a:extLst>
            </p:cNvPr>
            <p:cNvSpPr/>
            <p:nvPr/>
          </p:nvSpPr>
          <p:spPr>
            <a:xfrm>
              <a:off x="6083118" y="1378360"/>
              <a:ext cx="897865" cy="119531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4C3BFB9-88EB-65EC-4476-67BEC96C3D8C}"/>
                </a:ext>
              </a:extLst>
            </p:cNvPr>
            <p:cNvGrpSpPr/>
            <p:nvPr/>
          </p:nvGrpSpPr>
          <p:grpSpPr>
            <a:xfrm>
              <a:off x="6029467" y="1344275"/>
              <a:ext cx="1005166" cy="1323439"/>
              <a:chOff x="3200080" y="385707"/>
              <a:chExt cx="1005166" cy="1323439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833ED7B-9848-0972-1527-4E8D09DB4A4F}"/>
                  </a:ext>
                </a:extLst>
              </p:cNvPr>
              <p:cNvSpPr txBox="1"/>
              <p:nvPr/>
            </p:nvSpPr>
            <p:spPr>
              <a:xfrm>
                <a:off x="3200080" y="385707"/>
                <a:ext cx="1005166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0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000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21B0917-D3AA-7189-0289-2D625ECD88E6}"/>
                  </a:ext>
                </a:extLst>
              </p:cNvPr>
              <p:cNvSpPr txBox="1"/>
              <p:nvPr/>
            </p:nvSpPr>
            <p:spPr>
              <a:xfrm flipH="1">
                <a:off x="3566678" y="131156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89" name="Content Placeholder 2">
                <a:extLst>
                  <a:ext uri="{FF2B5EF4-FFF2-40B4-BE49-F238E27FC236}">
                    <a16:creationId xmlns:a16="http://schemas.microsoft.com/office/drawing/2014/main" id="{567E30A3-18FA-BD5E-95E7-C155DEC3A9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1660" y="419792"/>
                <a:ext cx="96200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18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</a:t>
                </a: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</p:grp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93D58A61-6AFB-4E7C-D2AC-E5CC2B506C72}"/>
              </a:ext>
            </a:extLst>
          </p:cNvPr>
          <p:cNvCxnSpPr>
            <a:cxnSpLocks/>
            <a:stCxn id="59" idx="1"/>
            <a:endCxn id="84" idx="3"/>
          </p:cNvCxnSpPr>
          <p:nvPr/>
        </p:nvCxnSpPr>
        <p:spPr>
          <a:xfrm flipH="1">
            <a:off x="1896667" y="3403756"/>
            <a:ext cx="920183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12">
            <a:extLst>
              <a:ext uri="{FF2B5EF4-FFF2-40B4-BE49-F238E27FC236}">
                <a16:creationId xmlns:a16="http://schemas.microsoft.com/office/drawing/2014/main" id="{248C25AF-1704-67A0-0675-873999F89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5028" y="888268"/>
            <a:ext cx="10473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palm scanned </a:t>
            </a:r>
            <a:r>
              <a:rPr lang="en-US" altLang="en-US" sz="12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🖐️</a:t>
            </a:r>
          </a:p>
        </p:txBody>
      </p:sp>
      <p:cxnSp>
        <p:nvCxnSpPr>
          <p:cNvPr id="94" name="Straight Arrow Connector 12">
            <a:extLst>
              <a:ext uri="{FF2B5EF4-FFF2-40B4-BE49-F238E27FC236}">
                <a16:creationId xmlns:a16="http://schemas.microsoft.com/office/drawing/2014/main" id="{E10A938D-B0FF-145B-C30E-2BAC309A6723}"/>
              </a:ext>
            </a:extLst>
          </p:cNvPr>
          <p:cNvCxnSpPr>
            <a:cxnSpLocks/>
            <a:stCxn id="97" idx="1"/>
            <a:endCxn id="89" idx="0"/>
          </p:cNvCxnSpPr>
          <p:nvPr/>
        </p:nvCxnSpPr>
        <p:spPr>
          <a:xfrm rot="10800000" flipV="1">
            <a:off x="1447735" y="520226"/>
            <a:ext cx="2183206" cy="2288293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B73F9D9F-5BC8-680C-7A13-C2CE89699C6D}"/>
              </a:ext>
            </a:extLst>
          </p:cNvPr>
          <p:cNvSpPr txBox="1"/>
          <p:nvPr/>
        </p:nvSpPr>
        <p:spPr>
          <a:xfrm>
            <a:off x="3630941" y="335561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</a:t>
            </a:r>
          </a:p>
        </p:txBody>
      </p:sp>
      <p:sp>
        <p:nvSpPr>
          <p:cNvPr id="100" name="TextBox 12">
            <a:extLst>
              <a:ext uri="{FF2B5EF4-FFF2-40B4-BE49-F238E27FC236}">
                <a16:creationId xmlns:a16="http://schemas.microsoft.com/office/drawing/2014/main" id="{7DF6FF69-2879-7183-DA9D-405E0D6A8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171" y="2160066"/>
            <a:ext cx="8412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identity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bound token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199457-BBAC-B2F9-5651-BE4798383D0D}"/>
              </a:ext>
            </a:extLst>
          </p:cNvPr>
          <p:cNvSpPr txBox="1"/>
          <p:nvPr/>
        </p:nvSpPr>
        <p:spPr>
          <a:xfrm>
            <a:off x="1971897" y="2440372"/>
            <a:ext cx="17152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🎫</a:t>
            </a:r>
            <a:endParaRPr lang="en-US" sz="2000" dirty="0" err="1"/>
          </a:p>
        </p:txBody>
      </p:sp>
      <p:sp>
        <p:nvSpPr>
          <p:cNvPr id="103" name="TextBox 12">
            <a:extLst>
              <a:ext uri="{FF2B5EF4-FFF2-40B4-BE49-F238E27FC236}">
                <a16:creationId xmlns:a16="http://schemas.microsoft.com/office/drawing/2014/main" id="{C4B47F92-0FC5-F313-102B-B94253AA3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0360" y="3830014"/>
            <a:ext cx="25169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compare the biometric data sent with the palm vein map stored </a:t>
            </a:r>
          </a:p>
        </p:txBody>
      </p:sp>
    </p:spTree>
    <p:extLst>
      <p:ext uri="{BB962C8B-B14F-4D97-AF65-F5344CB8AC3E}">
        <p14:creationId xmlns:p14="http://schemas.microsoft.com/office/powerpoint/2010/main" val="55552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2CD8-4164-113F-EE54-B9C38F5B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46129368-435B-FA3E-5CAB-287C5AF5CD95}"/>
              </a:ext>
            </a:extLst>
          </p:cNvPr>
          <p:cNvSpPr/>
          <p:nvPr/>
        </p:nvSpPr>
        <p:spPr>
          <a:xfrm>
            <a:off x="1007534" y="1248379"/>
            <a:ext cx="9821334" cy="1446550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 relationship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FEDFEFA3-EEA3-4161-E8D9-9203EC0BD0F9}"/>
              </a:ext>
            </a:extLst>
          </p:cNvPr>
          <p:cNvSpPr txBox="1">
            <a:spLocks/>
          </p:cNvSpPr>
          <p:nvPr/>
        </p:nvSpPr>
        <p:spPr>
          <a:xfrm>
            <a:off x="1962118" y="3684715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accept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file: </a:t>
            </a:r>
            <a:r>
              <a:rPr lang="en-GB" sz="1800" dirty="0"/>
              <a:t>📄</a:t>
            </a:r>
            <a:endParaRPr lang="en-GB" sz="1400" dirty="0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C00F4B13-E744-1D5C-FE00-067C8368D155}"/>
              </a:ext>
            </a:extLst>
          </p:cNvPr>
          <p:cNvSpPr/>
          <p:nvPr/>
        </p:nvSpPr>
        <p:spPr>
          <a:xfrm>
            <a:off x="2165502" y="318622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699B847-23C1-6BCE-DEAB-F8B082556982}"/>
              </a:ext>
            </a:extLst>
          </p:cNvPr>
          <p:cNvGrpSpPr/>
          <p:nvPr/>
        </p:nvGrpSpPr>
        <p:grpSpPr>
          <a:xfrm>
            <a:off x="1254751" y="1426813"/>
            <a:ext cx="1579029" cy="1033331"/>
            <a:chOff x="6139542" y="968452"/>
            <a:chExt cx="1579029" cy="1033331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8D165ED-A0BF-3D0B-78D3-D8E4A3B190C5}"/>
                </a:ext>
              </a:extLst>
            </p:cNvPr>
            <p:cNvSpPr/>
            <p:nvPr/>
          </p:nvSpPr>
          <p:spPr>
            <a:xfrm>
              <a:off x="6139542" y="968452"/>
              <a:ext cx="1579029" cy="103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11F757-5545-4B90-5AFF-65C77671B2D6}"/>
                </a:ext>
              </a:extLst>
            </p:cNvPr>
            <p:cNvSpPr/>
            <p:nvPr/>
          </p:nvSpPr>
          <p:spPr>
            <a:xfrm>
              <a:off x="6236557" y="1351846"/>
              <a:ext cx="13931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611C95-A649-5392-1CF3-E824ABB1E492}"/>
              </a:ext>
            </a:extLst>
          </p:cNvPr>
          <p:cNvGrpSpPr/>
          <p:nvPr/>
        </p:nvGrpSpPr>
        <p:grpSpPr>
          <a:xfrm>
            <a:off x="8557005" y="1422860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E77D18A-98A0-B1D8-1BAC-B5706A4E3ACC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7B5E6A-CDC5-2147-BA01-CED5467AD75B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80972473-4203-3446-B544-2BFAB9E6F2BD}"/>
              </a:ext>
            </a:extLst>
          </p:cNvPr>
          <p:cNvCxnSpPr>
            <a:cxnSpLocks/>
            <a:stCxn id="118" idx="1"/>
            <a:endCxn id="154" idx="2"/>
          </p:cNvCxnSpPr>
          <p:nvPr/>
        </p:nvCxnSpPr>
        <p:spPr>
          <a:xfrm rot="10800000">
            <a:off x="2044266" y="2460145"/>
            <a:ext cx="2744600" cy="1209113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2">
            <a:extLst>
              <a:ext uri="{FF2B5EF4-FFF2-40B4-BE49-F238E27FC236}">
                <a16:creationId xmlns:a16="http://schemas.microsoft.com/office/drawing/2014/main" id="{B0D524CD-66CA-8B80-3E3A-1ADDD3726F02}"/>
              </a:ext>
            </a:extLst>
          </p:cNvPr>
          <p:cNvCxnSpPr>
            <a:cxnSpLocks/>
            <a:stCxn id="22" idx="2"/>
            <a:endCxn id="118" idx="3"/>
          </p:cNvCxnSpPr>
          <p:nvPr/>
        </p:nvCxnSpPr>
        <p:spPr>
          <a:xfrm rot="5400000">
            <a:off x="7562080" y="1679986"/>
            <a:ext cx="1204748" cy="277379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EA73387C-A90C-47BD-0A38-A1EF0B53EDEA}"/>
              </a:ext>
            </a:extLst>
          </p:cNvPr>
          <p:cNvCxnSpPr>
            <a:cxnSpLocks/>
            <a:stCxn id="118" idx="0"/>
            <a:endCxn id="21" idx="1"/>
          </p:cNvCxnSpPr>
          <p:nvPr/>
        </p:nvCxnSpPr>
        <p:spPr>
          <a:xfrm rot="5400000" flipH="1" flipV="1">
            <a:off x="6756864" y="1113695"/>
            <a:ext cx="923503" cy="287080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A7A1751A-EB05-6429-501E-31B79A00E119}"/>
              </a:ext>
            </a:extLst>
          </p:cNvPr>
          <p:cNvCxnSpPr>
            <a:cxnSpLocks/>
            <a:stCxn id="154" idx="0"/>
            <a:endCxn id="22" idx="0"/>
          </p:cNvCxnSpPr>
          <p:nvPr/>
        </p:nvCxnSpPr>
        <p:spPr>
          <a:xfrm rot="5400000" flipH="1" flipV="1">
            <a:off x="5795832" y="-2328705"/>
            <a:ext cx="3953" cy="7507085"/>
          </a:xfrm>
          <a:prstGeom prst="bentConnector3">
            <a:avLst>
              <a:gd name="adj1" fmla="val 26444574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267A456F-EF7C-C1B8-59EA-9F44EF47B323}"/>
              </a:ext>
            </a:extLst>
          </p:cNvPr>
          <p:cNvSpPr/>
          <p:nvPr/>
        </p:nvSpPr>
        <p:spPr>
          <a:xfrm>
            <a:off x="6911877" y="380515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DA82E757-3A66-AD86-4BE9-9585578162BE}"/>
              </a:ext>
            </a:extLst>
          </p:cNvPr>
          <p:cNvSpPr/>
          <p:nvPr/>
        </p:nvSpPr>
        <p:spPr>
          <a:xfrm>
            <a:off x="5880225" y="219649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33B708C4-6801-EBF4-5B86-F1E1346F05B2}"/>
              </a:ext>
            </a:extLst>
          </p:cNvPr>
          <p:cNvSpPr/>
          <p:nvPr/>
        </p:nvSpPr>
        <p:spPr>
          <a:xfrm>
            <a:off x="9059970" y="50611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5F0D865-766F-492E-F560-EAA0A84FEA20}"/>
              </a:ext>
            </a:extLst>
          </p:cNvPr>
          <p:cNvGrpSpPr/>
          <p:nvPr/>
        </p:nvGrpSpPr>
        <p:grpSpPr>
          <a:xfrm>
            <a:off x="4788866" y="3010849"/>
            <a:ext cx="1988691" cy="1316816"/>
            <a:chOff x="4768207" y="3215212"/>
            <a:chExt cx="1988691" cy="131681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8188526-0B1E-0CF2-4DD6-A6EA85CC2056}"/>
                </a:ext>
              </a:extLst>
            </p:cNvPr>
            <p:cNvGrpSpPr/>
            <p:nvPr/>
          </p:nvGrpSpPr>
          <p:grpSpPr>
            <a:xfrm>
              <a:off x="4768207" y="3215212"/>
              <a:ext cx="1988691" cy="1316816"/>
              <a:chOff x="6139542" y="58284"/>
              <a:chExt cx="1988691" cy="1316816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C10CC6C9-A30B-2FD8-3BAD-D2617DCAD67E}"/>
                  </a:ext>
                </a:extLst>
              </p:cNvPr>
              <p:cNvSpPr/>
              <p:nvPr/>
            </p:nvSpPr>
            <p:spPr>
              <a:xfrm>
                <a:off x="6236556" y="149580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78B0390-ED64-57E0-F4AA-772CBCF14335}"/>
                  </a:ext>
                </a:extLst>
              </p:cNvPr>
              <p:cNvSpPr/>
              <p:nvPr/>
            </p:nvSpPr>
            <p:spPr>
              <a:xfrm>
                <a:off x="6139542" y="58284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BE243D3-2828-D075-5795-10C285799DA8}"/>
                </a:ext>
              </a:extLst>
            </p:cNvPr>
            <p:cNvSpPr/>
            <p:nvPr/>
          </p:nvSpPr>
          <p:spPr>
            <a:xfrm>
              <a:off x="5501604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0ECB81D-1B7C-842B-25B0-DE5F5FEFAE84}"/>
                </a:ext>
              </a:extLst>
            </p:cNvPr>
            <p:cNvSpPr/>
            <p:nvPr/>
          </p:nvSpPr>
          <p:spPr>
            <a:xfrm>
              <a:off x="6133877" y="395181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AF9E59B-305D-6430-3847-9F7FA4256F39}"/>
                </a:ext>
              </a:extLst>
            </p:cNvPr>
            <p:cNvSpPr/>
            <p:nvPr/>
          </p:nvSpPr>
          <p:spPr>
            <a:xfrm>
              <a:off x="4861649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36C78170-0E52-0AFC-2EB3-EC14D72C30FA}"/>
              </a:ext>
            </a:extLst>
          </p:cNvPr>
          <p:cNvSpPr txBox="1">
            <a:spLocks/>
          </p:cNvSpPr>
          <p:nvPr/>
        </p:nvSpPr>
        <p:spPr>
          <a:xfrm>
            <a:off x="9566457" y="242074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signed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token: </a:t>
            </a:r>
            <a:r>
              <a:rPr lang="en-GB" sz="1800" dirty="0"/>
              <a:t>🔆</a:t>
            </a:r>
          </a:p>
        </p:txBody>
      </p: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8D6A46A8-5F5A-E33E-7238-753D415A5400}"/>
              </a:ext>
            </a:extLst>
          </p:cNvPr>
          <p:cNvSpPr txBox="1">
            <a:spLocks/>
          </p:cNvSpPr>
          <p:nvPr/>
        </p:nvSpPr>
        <p:spPr>
          <a:xfrm>
            <a:off x="7293396" y="3722185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accepted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hash: XYZ</a:t>
            </a:r>
            <a:endParaRPr lang="en-GB" sz="1400" dirty="0"/>
          </a:p>
        </p:txBody>
      </p:sp>
      <p:sp>
        <p:nvSpPr>
          <p:cNvPr id="126" name="Content Placeholder 2">
            <a:extLst>
              <a:ext uri="{FF2B5EF4-FFF2-40B4-BE49-F238E27FC236}">
                <a16:creationId xmlns:a16="http://schemas.microsoft.com/office/drawing/2014/main" id="{E025251A-4303-48C3-2765-515D027E091F}"/>
              </a:ext>
            </a:extLst>
          </p:cNvPr>
          <p:cNvSpPr txBox="1">
            <a:spLocks/>
          </p:cNvSpPr>
          <p:nvPr/>
        </p:nvSpPr>
        <p:spPr>
          <a:xfrm>
            <a:off x="6253945" y="2164844"/>
            <a:ext cx="220239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anti-fraud check</a:t>
            </a: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62516F-ACDF-931D-D49C-D8F9C263C4E9}"/>
              </a:ext>
            </a:extLst>
          </p:cNvPr>
          <p:cNvSpPr txBox="1"/>
          <p:nvPr/>
        </p:nvSpPr>
        <p:spPr>
          <a:xfrm>
            <a:off x="206409" y="6409189"/>
            <a:ext cx="185146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USER SIGNATURE</a:t>
            </a:r>
          </a:p>
        </p:txBody>
      </p:sp>
    </p:spTree>
    <p:extLst>
      <p:ext uri="{BB962C8B-B14F-4D97-AF65-F5344CB8AC3E}">
        <p14:creationId xmlns:p14="http://schemas.microsoft.com/office/powerpoint/2010/main" val="234187835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525</Words>
  <Application>Microsoft Macintosh PowerPoint</Application>
  <PresentationFormat>Widescreen</PresentationFormat>
  <Paragraphs>240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151</cp:revision>
  <dcterms:created xsi:type="dcterms:W3CDTF">2022-10-07T16:14:37Z</dcterms:created>
  <dcterms:modified xsi:type="dcterms:W3CDTF">2025-04-22T20:24:27Z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2025-04-22T20:24:27Z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63681cd7-a1ca-4304-b211-502ce0365c76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