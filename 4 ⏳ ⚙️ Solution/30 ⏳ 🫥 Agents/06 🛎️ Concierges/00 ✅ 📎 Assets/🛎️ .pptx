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31" r:id="rId2"/>
    <p:sldId id="1784" r:id="rId3"/>
    <p:sldId id="1722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B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🛎️ User Tasks" id="{4DB31427-800F-7F4A-B671-6B840FF8DC69}">
          <p14:sldIdLst>
            <p14:sldId id="1831"/>
            <p14:sldId id="1784"/>
            <p14:sldId id="17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79142-9EA8-4749-03BE-EF4488FB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CF7E2-791A-4B87-F6BB-95F77F31E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8C2F46-AD2A-BDC2-C05F-E82465BCC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518C726-F2B7-C799-AC49-C1B7ABD7C24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08DB1-0224-4BC2-7AEC-CA22286B6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A90112-CC61-0DA9-ABFA-12D6D14DD72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86817-5AAD-C348-5B58-F8A16DEE18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48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1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B29E3-EF31-3DE0-1566-18C16805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99267-F6B1-3646-83FF-2E70D23E0CDC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🛎️ User </a:t>
            </a:r>
            <a:br>
              <a:rPr lang="en-GB" sz="11500" dirty="0">
                <a:solidFill>
                  <a:srgbClr val="FFFF00"/>
                </a:solidFill>
              </a:rPr>
            </a:br>
            <a:r>
              <a:rPr lang="en-GB" sz="11500" dirty="0">
                <a:solidFill>
                  <a:srgbClr val="FFFF00"/>
                </a:solidFill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419597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54F4FE-DF43-78EC-C137-B2D8F429F761}"/>
              </a:ext>
            </a:extLst>
          </p:cNvPr>
          <p:cNvGrpSpPr/>
          <p:nvPr/>
        </p:nvGrpSpPr>
        <p:grpSpPr>
          <a:xfrm>
            <a:off x="571221" y="338851"/>
            <a:ext cx="2906142" cy="1446550"/>
            <a:chOff x="882399" y="719544"/>
            <a:chExt cx="2906142" cy="14465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D43D0DB-235D-3105-2A8B-CC2AFF4525B1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FC6228F-BFF8-2187-19B0-DC552DE0B1E3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0110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5206D58-266A-16D3-C88C-8EDEA103BD1A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782C04F-717D-C5CA-5B81-6C759260D7B6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53AD731-767F-B283-9336-B86A730E311D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7A14663-210E-D9FB-E21B-D33D426EAB54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F23BD6C-FBCA-3651-775F-986A0A1EB4CE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BC88A70-99AF-5A2D-F7BA-E654887CE144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B1D03E5-DA25-0B13-1171-67F22AB95742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17F9476F-D250-8AE2-4809-03D50CA74156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AC4F17E-32EC-6DB1-6D7B-6AA2214DEF9E}"/>
              </a:ext>
            </a:extLst>
          </p:cNvPr>
          <p:cNvGrpSpPr/>
          <p:nvPr/>
        </p:nvGrpSpPr>
        <p:grpSpPr>
          <a:xfrm>
            <a:off x="3295192" y="2965686"/>
            <a:ext cx="2290617" cy="1052126"/>
            <a:chOff x="6342509" y="1588554"/>
            <a:chExt cx="2290617" cy="105212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E3611E4-B30E-92A2-2C6B-A41CB935AFFD}"/>
                </a:ext>
              </a:extLst>
            </p:cNvPr>
            <p:cNvGrpSpPr/>
            <p:nvPr/>
          </p:nvGrpSpPr>
          <p:grpSpPr>
            <a:xfrm>
              <a:off x="6342509" y="1588554"/>
              <a:ext cx="2290617" cy="1038741"/>
              <a:chOff x="7468329" y="4908736"/>
              <a:chExt cx="2290617" cy="1038741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40E21F2-6980-B15F-DBCF-8866CEE57ECC}"/>
                  </a:ext>
                </a:extLst>
              </p:cNvPr>
              <p:cNvGrpSpPr/>
              <p:nvPr/>
            </p:nvGrpSpPr>
            <p:grpSpPr>
              <a:xfrm>
                <a:off x="7468329" y="4908736"/>
                <a:ext cx="2290617" cy="1038741"/>
                <a:chOff x="6104397" y="5100898"/>
                <a:chExt cx="4057968" cy="1038741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483B6AF8-4266-BE17-1C83-6BD03339EBD8}"/>
                    </a:ext>
                  </a:extLst>
                </p:cNvPr>
                <p:cNvSpPr/>
                <p:nvPr/>
              </p:nvSpPr>
              <p:spPr>
                <a:xfrm>
                  <a:off x="6258929" y="5490228"/>
                  <a:ext cx="375912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🛎️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Concierge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BF211AFB-628F-5439-9078-C77FD49DCF2A}"/>
                    </a:ext>
                  </a:extLst>
                </p:cNvPr>
                <p:cNvSpPr/>
                <p:nvPr/>
              </p:nvSpPr>
              <p:spPr>
                <a:xfrm>
                  <a:off x="6104397" y="5100898"/>
                  <a:ext cx="4057968" cy="1038741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GB" sz="2800" baseline="-11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user bound</a:t>
                  </a: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9BE0502-C5B5-7685-0FEA-6F42A27CE886}"/>
                  </a:ext>
                </a:extLst>
              </p:cNvPr>
              <p:cNvSpPr txBox="1"/>
              <p:nvPr/>
            </p:nvSpPr>
            <p:spPr>
              <a:xfrm>
                <a:off x="7527090" y="4920620"/>
                <a:ext cx="304571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 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08E69B-60C2-3C43-C527-2BC83DF382EE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7CC080D-6940-7C2E-D6A6-2FA7BC893CE2}"/>
              </a:ext>
            </a:extLst>
          </p:cNvPr>
          <p:cNvGrpSpPr/>
          <p:nvPr/>
        </p:nvGrpSpPr>
        <p:grpSpPr>
          <a:xfrm>
            <a:off x="466655" y="2966119"/>
            <a:ext cx="1579029" cy="1033331"/>
            <a:chOff x="6139542" y="968452"/>
            <a:chExt cx="1579029" cy="103333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B15F57-63D6-DBB1-DB27-825AB4C15C5E}"/>
                </a:ext>
              </a:extLst>
            </p:cNvPr>
            <p:cNvSpPr/>
            <p:nvPr/>
          </p:nvSpPr>
          <p:spPr>
            <a:xfrm>
              <a:off x="6139542" y="968452"/>
              <a:ext cx="1579029" cy="103333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089889F-6E6E-183A-21DD-318C6DEC9EC6}"/>
                </a:ext>
              </a:extLst>
            </p:cNvPr>
            <p:cNvSpPr/>
            <p:nvPr/>
          </p:nvSpPr>
          <p:spPr>
            <a:xfrm>
              <a:off x="6236557" y="1351846"/>
              <a:ext cx="13931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82EEE8FD-ACE3-FF2F-318E-F54CB72F62D3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1256170" y="1654962"/>
            <a:ext cx="0" cy="131115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780A9FA-F08D-247E-BDB4-CE024CDF7EEE}"/>
              </a:ext>
            </a:extLst>
          </p:cNvPr>
          <p:cNvGrpSpPr/>
          <p:nvPr/>
        </p:nvGrpSpPr>
        <p:grpSpPr>
          <a:xfrm>
            <a:off x="9601195" y="855892"/>
            <a:ext cx="1904198" cy="420628"/>
            <a:chOff x="2343832" y="2181834"/>
            <a:chExt cx="1904198" cy="420628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5094D2E8-FB08-B8E3-F488-0919D5F46504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A18B0C94-C675-300C-7D67-19072B4857BE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1534141" cy="42062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execute </a:t>
              </a:r>
              <a:r>
                <a:rPr lang="en-US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🛵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50CA3A9D-7B44-272C-9B7F-11C045A2A00F}"/>
              </a:ext>
            </a:extLst>
          </p:cNvPr>
          <p:cNvSpPr/>
          <p:nvPr/>
        </p:nvSpPr>
        <p:spPr>
          <a:xfrm>
            <a:off x="9601195" y="2131209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45EA36-16A8-5CB6-25D0-EA9E44442B02}"/>
              </a:ext>
            </a:extLst>
          </p:cNvPr>
          <p:cNvSpPr/>
          <p:nvPr/>
        </p:nvSpPr>
        <p:spPr>
          <a:xfrm>
            <a:off x="9601195" y="1432289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C86B2DF-AB99-FB09-58EB-7958B2E34202}"/>
              </a:ext>
            </a:extLst>
          </p:cNvPr>
          <p:cNvSpPr/>
          <p:nvPr/>
        </p:nvSpPr>
        <p:spPr>
          <a:xfrm>
            <a:off x="10990359" y="2121479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D8BA97-081F-A267-6297-D8390E97AF64}"/>
              </a:ext>
            </a:extLst>
          </p:cNvPr>
          <p:cNvSpPr/>
          <p:nvPr/>
        </p:nvSpPr>
        <p:spPr>
          <a:xfrm>
            <a:off x="10295777" y="2131208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52B308-1DD1-B7AC-9840-ADB33A19BBB0}"/>
              </a:ext>
            </a:extLst>
          </p:cNvPr>
          <p:cNvSpPr/>
          <p:nvPr/>
        </p:nvSpPr>
        <p:spPr>
          <a:xfrm>
            <a:off x="10990358" y="1432289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155949-0BC6-4186-93BA-C41099A280CD}"/>
              </a:ext>
            </a:extLst>
          </p:cNvPr>
          <p:cNvSpPr/>
          <p:nvPr/>
        </p:nvSpPr>
        <p:spPr>
          <a:xfrm>
            <a:off x="10295776" y="1428605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9D36D72-B9D7-C506-49F0-9B2914FC0B0B}"/>
              </a:ext>
            </a:extLst>
          </p:cNvPr>
          <p:cNvGrpSpPr/>
          <p:nvPr/>
        </p:nvGrpSpPr>
        <p:grpSpPr>
          <a:xfrm>
            <a:off x="9464041" y="2963463"/>
            <a:ext cx="2206809" cy="1014177"/>
            <a:chOff x="7513610" y="1006813"/>
            <a:chExt cx="952882" cy="101417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AB8E17B-86A0-A577-D785-1B417A32DE30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Supplier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9CD43D6-CBBD-2222-8520-9B1DA91BB055}"/>
                </a:ext>
              </a:extLst>
            </p:cNvPr>
            <p:cNvSpPr/>
            <p:nvPr/>
          </p:nvSpPr>
          <p:spPr>
            <a:xfrm>
              <a:off x="7513610" y="1006813"/>
              <a:ext cx="952882" cy="1014177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Integrator</a:t>
              </a:r>
            </a:p>
          </p:txBody>
        </p:sp>
      </p:grpSp>
      <p:cxnSp>
        <p:nvCxnSpPr>
          <p:cNvPr id="45" name="Straight Arrow Connector 12">
            <a:extLst>
              <a:ext uri="{FF2B5EF4-FFF2-40B4-BE49-F238E27FC236}">
                <a16:creationId xmlns:a16="http://schemas.microsoft.com/office/drawing/2014/main" id="{99DF8934-23BB-D11E-7007-8D1EC95F8426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>
            <a:off x="2045684" y="3482785"/>
            <a:ext cx="1249508" cy="227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12">
            <a:extLst>
              <a:ext uri="{FF2B5EF4-FFF2-40B4-BE49-F238E27FC236}">
                <a16:creationId xmlns:a16="http://schemas.microsoft.com/office/drawing/2014/main" id="{2F99CFFD-5797-6D69-FCFE-87F7F0790539}"/>
              </a:ext>
            </a:extLst>
          </p:cNvPr>
          <p:cNvCxnSpPr>
            <a:cxnSpLocks/>
            <a:stCxn id="41" idx="0"/>
            <a:endCxn id="6" idx="3"/>
          </p:cNvCxnSpPr>
          <p:nvPr/>
        </p:nvCxnSpPr>
        <p:spPr>
          <a:xfrm rot="16200000" flipV="1">
            <a:off x="2742702" y="1731568"/>
            <a:ext cx="1966556" cy="49723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9D7F88F-5F62-CCBC-4B0C-9B0452EB865E}"/>
              </a:ext>
            </a:extLst>
          </p:cNvPr>
          <p:cNvGrpSpPr/>
          <p:nvPr/>
        </p:nvGrpSpPr>
        <p:grpSpPr>
          <a:xfrm>
            <a:off x="6889405" y="1231359"/>
            <a:ext cx="1799767" cy="1038741"/>
            <a:chOff x="7507403" y="1006813"/>
            <a:chExt cx="583865" cy="103874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412BEB9-9960-60FC-7B92-33E2C351B73D}"/>
                </a:ext>
              </a:extLst>
            </p:cNvPr>
            <p:cNvSpPr/>
            <p:nvPr/>
          </p:nvSpPr>
          <p:spPr>
            <a:xfrm>
              <a:off x="7538137" y="1386857"/>
              <a:ext cx="5245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75A73E1-AE62-1C99-0FCA-54B384265725}"/>
                </a:ext>
              </a:extLst>
            </p:cNvPr>
            <p:cNvSpPr/>
            <p:nvPr/>
          </p:nvSpPr>
          <p:spPr>
            <a:xfrm>
              <a:off x="7507403" y="1006813"/>
              <a:ext cx="58386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59" name="Straight Arrow Connector 12">
            <a:extLst>
              <a:ext uri="{FF2B5EF4-FFF2-40B4-BE49-F238E27FC236}">
                <a16:creationId xmlns:a16="http://schemas.microsoft.com/office/drawing/2014/main" id="{E729A801-3802-472C-0D3E-1D73B91E47FE}"/>
              </a:ext>
            </a:extLst>
          </p:cNvPr>
          <p:cNvCxnSpPr>
            <a:cxnSpLocks/>
            <a:stCxn id="19" idx="3"/>
            <a:endCxn id="33" idx="1"/>
          </p:cNvCxnSpPr>
          <p:nvPr/>
        </p:nvCxnSpPr>
        <p:spPr>
          <a:xfrm flipV="1">
            <a:off x="5585809" y="3480080"/>
            <a:ext cx="1311908" cy="497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12">
            <a:extLst>
              <a:ext uri="{FF2B5EF4-FFF2-40B4-BE49-F238E27FC236}">
                <a16:creationId xmlns:a16="http://schemas.microsoft.com/office/drawing/2014/main" id="{7474184F-8FFA-45F1-3029-18CAF415729F}"/>
              </a:ext>
            </a:extLst>
          </p:cNvPr>
          <p:cNvCxnSpPr>
            <a:cxnSpLocks/>
            <a:stCxn id="51" idx="2"/>
            <a:endCxn id="44" idx="2"/>
          </p:cNvCxnSpPr>
          <p:nvPr/>
        </p:nvCxnSpPr>
        <p:spPr>
          <a:xfrm rot="5400000" flipH="1" flipV="1">
            <a:off x="7793789" y="1229765"/>
            <a:ext cx="25782" cy="5521531"/>
          </a:xfrm>
          <a:prstGeom prst="bentConnector3">
            <a:avLst>
              <a:gd name="adj1" fmla="val -2589078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3C17BB8-B80D-A58A-F5DA-1099B9B0FC9C}"/>
              </a:ext>
            </a:extLst>
          </p:cNvPr>
          <p:cNvGrpSpPr/>
          <p:nvPr/>
        </p:nvGrpSpPr>
        <p:grpSpPr>
          <a:xfrm>
            <a:off x="1379976" y="1723228"/>
            <a:ext cx="1251267" cy="401942"/>
            <a:chOff x="2343832" y="2181834"/>
            <a:chExt cx="1251267" cy="401942"/>
          </a:xfrm>
        </p:grpSpPr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CB1E47DD-347C-92A3-2C10-727408C52D37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9" name="Content Placeholder 2">
              <a:extLst>
                <a:ext uri="{FF2B5EF4-FFF2-40B4-BE49-F238E27FC236}">
                  <a16:creationId xmlns:a16="http://schemas.microsoft.com/office/drawing/2014/main" id="{82CB2454-475C-7A29-1E00-D51A1D95D3F3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88121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chat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00F18B7-991E-B926-269A-5B39AB06AB2A}"/>
              </a:ext>
            </a:extLst>
          </p:cNvPr>
          <p:cNvGrpSpPr/>
          <p:nvPr/>
        </p:nvGrpSpPr>
        <p:grpSpPr>
          <a:xfrm>
            <a:off x="466655" y="4094118"/>
            <a:ext cx="2537277" cy="401942"/>
            <a:chOff x="2343832" y="2181834"/>
            <a:chExt cx="2537277" cy="401942"/>
          </a:xfrm>
        </p:grpSpPr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71240022-6CD9-412B-6F91-CBB7A6C4DEB8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2" name="Content Placeholder 2">
              <a:extLst>
                <a:ext uri="{FF2B5EF4-FFF2-40B4-BE49-F238E27FC236}">
                  <a16:creationId xmlns:a16="http://schemas.microsoft.com/office/drawing/2014/main" id="{6A577412-091F-8BF8-D5D8-BC614B74E1E5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216722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add work order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68684F9-9847-5E7F-340A-5255E6546B92}"/>
              </a:ext>
            </a:extLst>
          </p:cNvPr>
          <p:cNvGrpSpPr/>
          <p:nvPr/>
        </p:nvGrpSpPr>
        <p:grpSpPr>
          <a:xfrm>
            <a:off x="3623565" y="437652"/>
            <a:ext cx="2467593" cy="401942"/>
            <a:chOff x="2343832" y="2181834"/>
            <a:chExt cx="2467593" cy="401942"/>
          </a:xfrm>
        </p:grpSpPr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0E945B95-401A-6D09-47EE-D2039EAB67A3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5" name="Content Placeholder 2">
              <a:extLst>
                <a:ext uri="{FF2B5EF4-FFF2-40B4-BE49-F238E27FC236}">
                  <a16:creationId xmlns:a16="http://schemas.microsoft.com/office/drawing/2014/main" id="{C0D40B04-05C5-1392-1973-48E34972DAF1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20975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 strategy?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5D8BEA2-70EC-2344-5F89-3B17D0BC1F45}"/>
              </a:ext>
            </a:extLst>
          </p:cNvPr>
          <p:cNvGrpSpPr/>
          <p:nvPr/>
        </p:nvGrpSpPr>
        <p:grpSpPr>
          <a:xfrm>
            <a:off x="5012506" y="1211315"/>
            <a:ext cx="1840593" cy="401942"/>
            <a:chOff x="2343832" y="2181834"/>
            <a:chExt cx="1840593" cy="401942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22649A5A-22AF-18B3-B49E-D4D29ECA51EA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8" name="Content Placeholder 2">
              <a:extLst>
                <a:ext uri="{FF2B5EF4-FFF2-40B4-BE49-F238E27FC236}">
                  <a16:creationId xmlns:a16="http://schemas.microsoft.com/office/drawing/2014/main" id="{DC9EF616-1528-928C-0404-DCD299C32997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14705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suppliers?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C272741-0344-82CB-CF45-9CAED82EEDB0}"/>
              </a:ext>
            </a:extLst>
          </p:cNvPr>
          <p:cNvGrpSpPr/>
          <p:nvPr/>
        </p:nvGrpSpPr>
        <p:grpSpPr>
          <a:xfrm>
            <a:off x="5214003" y="4129894"/>
            <a:ext cx="3153473" cy="400110"/>
            <a:chOff x="2343832" y="2199764"/>
            <a:chExt cx="3153473" cy="40011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7F76F544-B455-FDB4-7283-03BD2F0A10BD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88" name="Content Placeholder 2">
              <a:extLst>
                <a:ext uri="{FF2B5EF4-FFF2-40B4-BE49-F238E27FC236}">
                  <a16:creationId xmlns:a16="http://schemas.microsoft.com/office/drawing/2014/main" id="{E626AA3B-919C-5C87-4FAA-3739C092BD5A}"/>
                </a:ext>
              </a:extLst>
            </p:cNvPr>
            <p:cNvSpPr txBox="1">
              <a:spLocks/>
            </p:cNvSpPr>
            <p:nvPr/>
          </p:nvSpPr>
          <p:spPr>
            <a:xfrm>
              <a:off x="2713888" y="2199764"/>
              <a:ext cx="278341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orchestrate requests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64258E9-8E19-B048-F694-CD5FEB45D718}"/>
              </a:ext>
            </a:extLst>
          </p:cNvPr>
          <p:cNvGrpSpPr/>
          <p:nvPr/>
        </p:nvGrpSpPr>
        <p:grpSpPr>
          <a:xfrm>
            <a:off x="5731158" y="2945027"/>
            <a:ext cx="1840593" cy="401942"/>
            <a:chOff x="2343832" y="2181834"/>
            <a:chExt cx="1840593" cy="401942"/>
          </a:xfrm>
        </p:grpSpPr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710BE095-B7B7-BCDD-355B-765F4632E4C2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1" name="Content Placeholder 2">
              <a:extLst>
                <a:ext uri="{FF2B5EF4-FFF2-40B4-BE49-F238E27FC236}">
                  <a16:creationId xmlns:a16="http://schemas.microsoft.com/office/drawing/2014/main" id="{38A42BDA-E367-261A-B356-2303303815BA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181834"/>
              <a:ext cx="147053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sort</a:t>
              </a:r>
              <a:endPara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EBCEF3-1A44-7FAF-FAB3-04BE610EBB09}"/>
              </a:ext>
            </a:extLst>
          </p:cNvPr>
          <p:cNvGrpSpPr/>
          <p:nvPr/>
        </p:nvGrpSpPr>
        <p:grpSpPr>
          <a:xfrm>
            <a:off x="6897717" y="2960709"/>
            <a:ext cx="1791463" cy="1038741"/>
            <a:chOff x="7507403" y="1006813"/>
            <a:chExt cx="581171" cy="10387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D909E4B-93A2-A327-1299-20E2AC3CC161}"/>
                </a:ext>
              </a:extLst>
            </p:cNvPr>
            <p:cNvSpPr/>
            <p:nvPr/>
          </p:nvSpPr>
          <p:spPr>
            <a:xfrm>
              <a:off x="7538137" y="1386857"/>
              <a:ext cx="52184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F977CD0-75D8-29A3-DBC6-E38C2D5A2A6C}"/>
                </a:ext>
              </a:extLst>
            </p:cNvPr>
            <p:cNvSpPr/>
            <p:nvPr/>
          </p:nvSpPr>
          <p:spPr>
            <a:xfrm>
              <a:off x="7507403" y="1006813"/>
              <a:ext cx="581171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2213AA35-F22C-56E4-C1DD-F64DDE22349A}"/>
              </a:ext>
            </a:extLst>
          </p:cNvPr>
          <p:cNvSpPr txBox="1"/>
          <p:nvPr/>
        </p:nvSpPr>
        <p:spPr>
          <a:xfrm>
            <a:off x="3822311" y="2963463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2819849E-E0F5-7945-E4A5-D1355F49AAC2}"/>
              </a:ext>
            </a:extLst>
          </p:cNvPr>
          <p:cNvCxnSpPr>
            <a:cxnSpLocks/>
            <a:stCxn id="51" idx="0"/>
            <a:endCxn id="58" idx="1"/>
          </p:cNvCxnSpPr>
          <p:nvPr/>
        </p:nvCxnSpPr>
        <p:spPr>
          <a:xfrm rot="5400000" flipH="1" flipV="1">
            <a:off x="5361435" y="1435210"/>
            <a:ext cx="1212450" cy="184349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F1E85DF-6510-90E5-F5E4-A441A000B5EA}"/>
              </a:ext>
            </a:extLst>
          </p:cNvPr>
          <p:cNvSpPr txBox="1"/>
          <p:nvPr/>
        </p:nvSpPr>
        <p:spPr>
          <a:xfrm>
            <a:off x="4863172" y="2963180"/>
            <a:ext cx="365485" cy="104024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275E35-67BB-16C8-B2EC-1553915B48FA}"/>
              </a:ext>
            </a:extLst>
          </p:cNvPr>
          <p:cNvSpPr txBox="1"/>
          <p:nvPr/>
        </p:nvSpPr>
        <p:spPr>
          <a:xfrm>
            <a:off x="147264" y="6233934"/>
            <a:ext cx="192841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CONCIERGE</a:t>
            </a:r>
          </a:p>
        </p:txBody>
      </p:sp>
    </p:spTree>
    <p:extLst>
      <p:ext uri="{BB962C8B-B14F-4D97-AF65-F5344CB8AC3E}">
        <p14:creationId xmlns:p14="http://schemas.microsoft.com/office/powerpoint/2010/main" val="468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80AA-DA5C-D705-28EB-367185AB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9C0F285-CAEE-BF62-7341-EC5336F059AD}"/>
              </a:ext>
            </a:extLst>
          </p:cNvPr>
          <p:cNvGrpSpPr/>
          <p:nvPr/>
        </p:nvGrpSpPr>
        <p:grpSpPr>
          <a:xfrm>
            <a:off x="1332189" y="2047146"/>
            <a:ext cx="1601270" cy="1038741"/>
            <a:chOff x="7507403" y="1006813"/>
            <a:chExt cx="691415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7F4F6E-ED04-7680-D1BF-D99A05CE526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C8C669-0F26-224C-A27B-E21275CB13A4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B95246AD-92F6-2E94-921E-00741D885F47}"/>
              </a:ext>
            </a:extLst>
          </p:cNvPr>
          <p:cNvCxnSpPr>
            <a:cxnSpLocks/>
            <a:stCxn id="6" idx="0"/>
            <a:endCxn id="145" idx="1"/>
          </p:cNvCxnSpPr>
          <p:nvPr/>
        </p:nvCxnSpPr>
        <p:spPr>
          <a:xfrm rot="5400000" flipH="1" flipV="1">
            <a:off x="2650669" y="536211"/>
            <a:ext cx="993090" cy="2028781"/>
          </a:xfrm>
          <a:prstGeom prst="bentConnector2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9BBD9B7-C277-09F0-BE4D-18D2F555803C}"/>
              </a:ext>
            </a:extLst>
          </p:cNvPr>
          <p:cNvSpPr txBox="1"/>
          <p:nvPr/>
        </p:nvSpPr>
        <p:spPr>
          <a:xfrm>
            <a:off x="2872048" y="2597174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FB9F43A-FAEA-3C5D-AE8E-8E088D84033F}"/>
              </a:ext>
            </a:extLst>
          </p:cNvPr>
          <p:cNvSpPr txBox="1"/>
          <p:nvPr/>
        </p:nvSpPr>
        <p:spPr>
          <a:xfrm>
            <a:off x="8840469" y="2586928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B119E5AC-D1CF-57D0-C49D-852137CA936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933459" y="2566517"/>
            <a:ext cx="5893284" cy="119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97432779-ABE6-ACD8-191F-6CCAE257AC36}"/>
              </a:ext>
            </a:extLst>
          </p:cNvPr>
          <p:cNvSpPr txBox="1">
            <a:spLocks/>
          </p:cNvSpPr>
          <p:nvPr/>
        </p:nvSpPr>
        <p:spPr>
          <a:xfrm>
            <a:off x="2512414" y="289905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F68943DB-5AA7-53F7-7A12-9F0666D1DF3B}"/>
              </a:ext>
            </a:extLst>
          </p:cNvPr>
          <p:cNvSpPr/>
          <p:nvPr/>
        </p:nvSpPr>
        <p:spPr>
          <a:xfrm>
            <a:off x="2121005" y="554729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54B13360-5DBD-35F8-FA0D-612F9233DF25}"/>
              </a:ext>
            </a:extLst>
          </p:cNvPr>
          <p:cNvSpPr txBox="1">
            <a:spLocks/>
          </p:cNvSpPr>
          <p:nvPr/>
        </p:nvSpPr>
        <p:spPr>
          <a:xfrm>
            <a:off x="3450341" y="2056837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send order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667BBC7E-856C-8149-BFDC-72C2B163EED8}"/>
              </a:ext>
            </a:extLst>
          </p:cNvPr>
          <p:cNvSpPr/>
          <p:nvPr/>
        </p:nvSpPr>
        <p:spPr>
          <a:xfrm>
            <a:off x="3080673" y="2076892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08899973-A380-4F11-BBE8-9DE53FF9BA34}"/>
              </a:ext>
            </a:extLst>
          </p:cNvPr>
          <p:cNvGrpSpPr/>
          <p:nvPr/>
        </p:nvGrpSpPr>
        <p:grpSpPr>
          <a:xfrm>
            <a:off x="4161605" y="534685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0FFBC08-E73C-BF0D-3628-23EF6BB4ABF5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F38538D8-E182-C821-34CA-E2702ED0B55A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83" name="Straight Arrow Connector 12">
            <a:extLst>
              <a:ext uri="{FF2B5EF4-FFF2-40B4-BE49-F238E27FC236}">
                <a16:creationId xmlns:a16="http://schemas.microsoft.com/office/drawing/2014/main" id="{F2D8FABA-6BD3-5321-0FE6-92D5131CF9A7}"/>
              </a:ext>
            </a:extLst>
          </p:cNvPr>
          <p:cNvCxnSpPr>
            <a:cxnSpLocks/>
            <a:stCxn id="10" idx="2"/>
            <a:endCxn id="6" idx="2"/>
          </p:cNvCxnSpPr>
          <p:nvPr/>
        </p:nvCxnSpPr>
        <p:spPr>
          <a:xfrm rot="5400000" flipH="1">
            <a:off x="6030876" y="-812165"/>
            <a:ext cx="8405" cy="7804510"/>
          </a:xfrm>
          <a:prstGeom prst="bentConnector3">
            <a:avLst>
              <a:gd name="adj1" fmla="val -10952766"/>
            </a:avLst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4D7C2BB-2434-A925-FE6C-A91CC0DC6FD9}"/>
              </a:ext>
            </a:extLst>
          </p:cNvPr>
          <p:cNvGrpSpPr/>
          <p:nvPr/>
        </p:nvGrpSpPr>
        <p:grpSpPr>
          <a:xfrm>
            <a:off x="8826742" y="2079563"/>
            <a:ext cx="2221184" cy="1014729"/>
            <a:chOff x="7507403" y="1006813"/>
            <a:chExt cx="959089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CF1BA5C-37B0-724E-DA39-71DCF0500665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Supplier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0F7CEAA-0538-75A0-26CB-B3BD5D862D70}"/>
                </a:ext>
              </a:extLst>
            </p:cNvPr>
            <p:cNvSpPr/>
            <p:nvPr/>
          </p:nvSpPr>
          <p:spPr>
            <a:xfrm>
              <a:off x="7507403" y="1006813"/>
              <a:ext cx="959089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Integrator</a:t>
              </a:r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3D713F1-DB01-736D-9925-5D5DA43CA0C3}"/>
              </a:ext>
            </a:extLst>
          </p:cNvPr>
          <p:cNvSpPr/>
          <p:nvPr/>
        </p:nvSpPr>
        <p:spPr>
          <a:xfrm>
            <a:off x="6649774" y="35166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0F7D7B-66FB-EA2D-EFC1-E886B12449E8}"/>
              </a:ext>
            </a:extLst>
          </p:cNvPr>
          <p:cNvSpPr txBox="1"/>
          <p:nvPr/>
        </p:nvSpPr>
        <p:spPr>
          <a:xfrm>
            <a:off x="7009774" y="3496593"/>
            <a:ext cx="286326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order status changed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0504E9E-25E9-D67B-9C2A-FE29F977E678}"/>
              </a:ext>
            </a:extLst>
          </p:cNvPr>
          <p:cNvSpPr/>
          <p:nvPr/>
        </p:nvSpPr>
        <p:spPr>
          <a:xfrm>
            <a:off x="6160649" y="35166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7C17F52-0A46-71E5-856E-8752A24F0612}"/>
              </a:ext>
            </a:extLst>
          </p:cNvPr>
          <p:cNvSpPr/>
          <p:nvPr/>
        </p:nvSpPr>
        <p:spPr>
          <a:xfrm>
            <a:off x="5671524" y="351664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F2BC1-A6AA-5DBC-FFE0-4453EAB0CDBF}"/>
              </a:ext>
            </a:extLst>
          </p:cNvPr>
          <p:cNvSpPr txBox="1"/>
          <p:nvPr/>
        </p:nvSpPr>
        <p:spPr>
          <a:xfrm>
            <a:off x="147264" y="6233934"/>
            <a:ext cx="15917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SUPPLIER</a:t>
            </a:r>
          </a:p>
        </p:txBody>
      </p:sp>
    </p:spTree>
    <p:extLst>
      <p:ext uri="{BB962C8B-B14F-4D97-AF65-F5344CB8AC3E}">
        <p14:creationId xmlns:p14="http://schemas.microsoft.com/office/powerpoint/2010/main" val="72831727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47351</TotalTime>
  <Words>100</Words>
  <Application>Microsoft Macintosh PowerPoint</Application>
  <PresentationFormat>Widescreen</PresentationFormat>
  <Paragraphs>62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2025-04-22T20:18:30Z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d2f8ad79-2aae-4fba-959b-cd7d4ca95f82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