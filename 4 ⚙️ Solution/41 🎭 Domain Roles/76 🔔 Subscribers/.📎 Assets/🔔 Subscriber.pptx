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1836" r:id="rId2"/>
  </p:sldIdLst>
  <p:sldSz cx="12192000" cy="6858000"/>
  <p:notesSz cx="6858000" cy="9144000"/>
  <p:embeddedFontLst>
    <p:embeddedFont>
      <p:font typeface="Amazon Ember" panose="020B0603020204020204" pitchFamily="34" charset="0"/>
      <p:regular r:id="rId5"/>
      <p:bold r:id="rId6"/>
      <p:italic r:id="rId7"/>
      <p:boldItalic r:id="rId8"/>
    </p:embeddedFont>
    <p:embeddedFont>
      <p:font typeface="Amazon Ember Display" panose="020F0603020204020204" pitchFamily="34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📨 Domain Comms" id="{99CFD94D-794F-7A4C-8500-8C4EA52CB0E6}">
          <p14:sldIdLst>
            <p14:sldId id="1836"/>
          </p14:sldIdLst>
        </p14:section>
        <p14:section name="Default Section" id="{3347790E-766C-144A-829B-7966F370A959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1256"/>
    <a:srgbClr val="945200"/>
    <a:srgbClr val="AB7942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99" autoAdjust="0"/>
    <p:restoredTop sz="96966" autoAdjust="0"/>
  </p:normalViewPr>
  <p:slideViewPr>
    <p:cSldViewPr snapToGrid="0">
      <p:cViewPr varScale="1">
        <p:scale>
          <a:sx n="128" d="100"/>
          <a:sy n="128" d="100"/>
        </p:scale>
        <p:origin x="736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commentAuthors" Target="commentAuthor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viewProps" Target="viewProps.xml"/><Relationship Id="rId10" Type="http://schemas.openxmlformats.org/officeDocument/2006/relationships/font" Target="fonts/font6.fntdata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62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9676A-1A4E-40F6-E189-652DEFDB1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041B108-4C90-B237-B73F-E583AD0A92A0}"/>
              </a:ext>
            </a:extLst>
          </p:cNvPr>
          <p:cNvGrpSpPr/>
          <p:nvPr/>
        </p:nvGrpSpPr>
        <p:grpSpPr>
          <a:xfrm>
            <a:off x="4932227" y="968147"/>
            <a:ext cx="1776583" cy="3090512"/>
            <a:chOff x="7507403" y="1006813"/>
            <a:chExt cx="697376" cy="309051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C5B74FE-12F6-3A16-648A-B7A3D0EA562F}"/>
                </a:ext>
              </a:extLst>
            </p:cNvPr>
            <p:cNvSpPr/>
            <p:nvPr/>
          </p:nvSpPr>
          <p:spPr>
            <a:xfrm>
              <a:off x="7507403" y="1006813"/>
              <a:ext cx="697376" cy="3090512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E4BE306-4A9D-0722-B820-DA21FE7DB4A2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⌛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Buffer</a:t>
              </a:r>
            </a:p>
          </p:txBody>
        </p:sp>
      </p:grpSp>
      <p:cxnSp>
        <p:nvCxnSpPr>
          <p:cNvPr id="82" name="Straight Arrow Connector 12">
            <a:extLst>
              <a:ext uri="{FF2B5EF4-FFF2-40B4-BE49-F238E27FC236}">
                <a16:creationId xmlns:a16="http://schemas.microsoft.com/office/drawing/2014/main" id="{9B27EBD1-084F-7F0A-7A64-D0B7795A39D8}"/>
              </a:ext>
            </a:extLst>
          </p:cNvPr>
          <p:cNvCxnSpPr>
            <a:cxnSpLocks/>
            <a:endCxn id="33" idx="3"/>
          </p:cNvCxnSpPr>
          <p:nvPr/>
        </p:nvCxnSpPr>
        <p:spPr>
          <a:xfrm rot="16200000" flipH="1">
            <a:off x="4838921" y="2173715"/>
            <a:ext cx="700825" cy="195138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A02FF93-0D29-0642-4AA9-317C11134104}"/>
              </a:ext>
            </a:extLst>
          </p:cNvPr>
          <p:cNvGrpSpPr/>
          <p:nvPr/>
        </p:nvGrpSpPr>
        <p:grpSpPr>
          <a:xfrm>
            <a:off x="230801" y="964930"/>
            <a:ext cx="2131291" cy="1038741"/>
            <a:chOff x="7507403" y="1006813"/>
            <a:chExt cx="691415" cy="103874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00877B9-D30E-4027-BACB-71953A9D0E1C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    Streamer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A71F5AE-0BDA-92D2-306F-8878D4221C5A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09740FA9-72D9-E9E4-00B4-ECB2C981C519}"/>
              </a:ext>
            </a:extLst>
          </p:cNvPr>
          <p:cNvSpPr txBox="1"/>
          <p:nvPr/>
        </p:nvSpPr>
        <p:spPr>
          <a:xfrm>
            <a:off x="248083" y="1208548"/>
            <a:ext cx="89220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endParaRPr lang="en-US" sz="4400" dirty="0"/>
          </a:p>
        </p:txBody>
      </p:sp>
      <p:cxnSp>
        <p:nvCxnSpPr>
          <p:cNvPr id="23" name="Straight Arrow Connector 12">
            <a:extLst>
              <a:ext uri="{FF2B5EF4-FFF2-40B4-BE49-F238E27FC236}">
                <a16:creationId xmlns:a16="http://schemas.microsoft.com/office/drawing/2014/main" id="{5E405064-3A1A-692F-0C03-4C74A059508F}"/>
              </a:ext>
            </a:extLst>
          </p:cNvPr>
          <p:cNvCxnSpPr>
            <a:cxnSpLocks/>
            <a:stCxn id="20" idx="3"/>
            <a:endCxn id="17" idx="1"/>
          </p:cNvCxnSpPr>
          <p:nvPr/>
        </p:nvCxnSpPr>
        <p:spPr>
          <a:xfrm>
            <a:off x="2264306" y="1626066"/>
            <a:ext cx="2746217" cy="3217"/>
          </a:xfrm>
          <a:prstGeom prst="straightConnector1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7A369114-CE58-285D-845E-4ED1052F5AB6}"/>
              </a:ext>
            </a:extLst>
          </p:cNvPr>
          <p:cNvSpPr/>
          <p:nvPr/>
        </p:nvSpPr>
        <p:spPr>
          <a:xfrm>
            <a:off x="6840667" y="1760945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31E9648B-85E0-CE1D-C11B-ED2D0F09552D}"/>
              </a:ext>
            </a:extLst>
          </p:cNvPr>
          <p:cNvSpPr txBox="1">
            <a:spLocks/>
          </p:cNvSpPr>
          <p:nvPr/>
        </p:nvSpPr>
        <p:spPr>
          <a:xfrm>
            <a:off x="7199514" y="1731882"/>
            <a:ext cx="12520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wake up!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911B7E1-53B9-C970-2F26-A5C56C8F7D47}"/>
              </a:ext>
            </a:extLst>
          </p:cNvPr>
          <p:cNvGrpSpPr/>
          <p:nvPr/>
        </p:nvGrpSpPr>
        <p:grpSpPr>
          <a:xfrm>
            <a:off x="5286901" y="2379054"/>
            <a:ext cx="1325907" cy="485284"/>
            <a:chOff x="6815360" y="4134487"/>
            <a:chExt cx="1126524" cy="645912"/>
          </a:xfrm>
        </p:grpSpPr>
        <p:sp>
          <p:nvSpPr>
            <p:cNvPr id="33" name="Can 32">
              <a:extLst>
                <a:ext uri="{FF2B5EF4-FFF2-40B4-BE49-F238E27FC236}">
                  <a16:creationId xmlns:a16="http://schemas.microsoft.com/office/drawing/2014/main" id="{77FBEF89-6F0B-9E59-4DB7-0B053FB94EE7}"/>
                </a:ext>
              </a:extLst>
            </p:cNvPr>
            <p:cNvSpPr/>
            <p:nvPr/>
          </p:nvSpPr>
          <p:spPr>
            <a:xfrm rot="5400000">
              <a:off x="7055666" y="3894181"/>
              <a:ext cx="645912" cy="1126524"/>
            </a:xfrm>
            <a:prstGeom prst="ca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GB" dirty="0">
                <a:solidFill>
                  <a:schemeClr val="bg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3B84BF4-2503-25D6-F32C-4685514C488F}"/>
                </a:ext>
              </a:extLst>
            </p:cNvPr>
            <p:cNvSpPr txBox="1"/>
            <p:nvPr/>
          </p:nvSpPr>
          <p:spPr>
            <a:xfrm>
              <a:off x="6891891" y="4255059"/>
              <a:ext cx="869994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GB" sz="2000" i="1" dirty="0"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</a:rPr>
                <a:t>queue</a:t>
              </a:r>
            </a:p>
          </p:txBody>
        </p:sp>
      </p:grp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C4D25DDB-1A29-D193-EF43-B77DFB91F797}"/>
              </a:ext>
            </a:extLst>
          </p:cNvPr>
          <p:cNvSpPr/>
          <p:nvPr/>
        </p:nvSpPr>
        <p:spPr>
          <a:xfrm>
            <a:off x="3501420" y="1778424"/>
            <a:ext cx="360000" cy="360000"/>
          </a:xfrm>
          <a:prstGeom prst="roundRect">
            <a:avLst/>
          </a:prstGeom>
          <a:solidFill>
            <a:srgbClr val="702F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A3649DB2-6BBB-A9A7-3E35-2A9A5219E45C}"/>
              </a:ext>
            </a:extLst>
          </p:cNvPr>
          <p:cNvSpPr/>
          <p:nvPr/>
        </p:nvSpPr>
        <p:spPr>
          <a:xfrm>
            <a:off x="3012295" y="1778424"/>
            <a:ext cx="360000" cy="360000"/>
          </a:xfrm>
          <a:prstGeom prst="roundRect">
            <a:avLst/>
          </a:prstGeom>
          <a:solidFill>
            <a:srgbClr val="702F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777EEBB8-67A2-2DD3-DAB7-D2DCDACE0DA1}"/>
              </a:ext>
            </a:extLst>
          </p:cNvPr>
          <p:cNvSpPr/>
          <p:nvPr/>
        </p:nvSpPr>
        <p:spPr>
          <a:xfrm>
            <a:off x="2523170" y="1778424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49" name="Straight Arrow Connector 12">
            <a:extLst>
              <a:ext uri="{FF2B5EF4-FFF2-40B4-BE49-F238E27FC236}">
                <a16:creationId xmlns:a16="http://schemas.microsoft.com/office/drawing/2014/main" id="{7C291205-3817-14E8-FFA6-EE9861A6ECA6}"/>
              </a:ext>
            </a:extLst>
          </p:cNvPr>
          <p:cNvCxnSpPr>
            <a:cxnSpLocks/>
            <a:stCxn id="14" idx="2"/>
            <a:endCxn id="33" idx="1"/>
          </p:cNvCxnSpPr>
          <p:nvPr/>
        </p:nvCxnSpPr>
        <p:spPr>
          <a:xfrm rot="5400000">
            <a:off x="8409498" y="211472"/>
            <a:ext cx="613537" cy="4206913"/>
          </a:xfrm>
          <a:prstGeom prst="bentConnector2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C58E2ACD-F760-28CA-FA37-34172B0BD347}"/>
              </a:ext>
            </a:extLst>
          </p:cNvPr>
          <p:cNvSpPr/>
          <p:nvPr/>
        </p:nvSpPr>
        <p:spPr>
          <a:xfrm>
            <a:off x="6847735" y="2748544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270F9113-57C0-3230-F8B7-AC20219FC1D4}"/>
              </a:ext>
            </a:extLst>
          </p:cNvPr>
          <p:cNvSpPr txBox="1">
            <a:spLocks/>
          </p:cNvSpPr>
          <p:nvPr/>
        </p:nvSpPr>
        <p:spPr>
          <a:xfrm>
            <a:off x="7206582" y="2719481"/>
            <a:ext cx="200866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consume [3]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1838173-A865-A1AF-AEBD-1DC4B81D5FA5}"/>
              </a:ext>
            </a:extLst>
          </p:cNvPr>
          <p:cNvSpPr/>
          <p:nvPr/>
        </p:nvSpPr>
        <p:spPr>
          <a:xfrm>
            <a:off x="6840667" y="3238146"/>
            <a:ext cx="360000" cy="360000"/>
          </a:xfrm>
          <a:prstGeom prst="roundRect">
            <a:avLst/>
          </a:prstGeom>
          <a:solidFill>
            <a:srgbClr val="702F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E959F8E8-54DA-AEF2-D66C-5757F3FB520B}"/>
              </a:ext>
            </a:extLst>
          </p:cNvPr>
          <p:cNvSpPr txBox="1">
            <a:spLocks/>
          </p:cNvSpPr>
          <p:nvPr/>
        </p:nvSpPr>
        <p:spPr>
          <a:xfrm>
            <a:off x="7199514" y="3209083"/>
            <a:ext cx="200866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consume [6, 7]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2B951B6-1B60-2E15-24A0-1E2633F068FF}"/>
              </a:ext>
            </a:extLst>
          </p:cNvPr>
          <p:cNvGrpSpPr/>
          <p:nvPr/>
        </p:nvGrpSpPr>
        <p:grpSpPr>
          <a:xfrm>
            <a:off x="9652854" y="969419"/>
            <a:ext cx="2333736" cy="1038741"/>
            <a:chOff x="9314925" y="591734"/>
            <a:chExt cx="2333736" cy="103874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8B154FB-4BAB-A16D-3BFC-8820DE815C1B}"/>
                </a:ext>
              </a:extLst>
            </p:cNvPr>
            <p:cNvSpPr/>
            <p:nvPr/>
          </p:nvSpPr>
          <p:spPr>
            <a:xfrm>
              <a:off x="9314925" y="591734"/>
              <a:ext cx="2333736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364EEA0D-97BA-A60F-3AE7-47E719F1CE83}"/>
                </a:ext>
              </a:extLst>
            </p:cNvPr>
            <p:cNvSpPr/>
            <p:nvPr/>
          </p:nvSpPr>
          <p:spPr>
            <a:xfrm>
              <a:off x="9405365" y="981005"/>
              <a:ext cx="2154576" cy="56218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</a:rPr>
                <a:t>🔔 </a:t>
              </a:r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Subscriber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88392807-1F42-BAE3-58C7-027CAD57837A}"/>
              </a:ext>
            </a:extLst>
          </p:cNvPr>
          <p:cNvGrpSpPr/>
          <p:nvPr/>
        </p:nvGrpSpPr>
        <p:grpSpPr>
          <a:xfrm>
            <a:off x="2484150" y="2229831"/>
            <a:ext cx="1761397" cy="425101"/>
            <a:chOff x="2215492" y="4207312"/>
            <a:chExt cx="1761397" cy="425101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1906202-9CAB-0E39-66ED-52345FB51FE9}"/>
                </a:ext>
              </a:extLst>
            </p:cNvPr>
            <p:cNvSpPr txBox="1"/>
            <p:nvPr/>
          </p:nvSpPr>
          <p:spPr>
            <a:xfrm>
              <a:off x="2548607" y="4207312"/>
              <a:ext cx="142828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events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FB0CD0D-2D23-63BD-AC78-8445215E7E7C}"/>
                </a:ext>
              </a:extLst>
            </p:cNvPr>
            <p:cNvSpPr txBox="1"/>
            <p:nvPr/>
          </p:nvSpPr>
          <p:spPr>
            <a:xfrm>
              <a:off x="2215492" y="4263081"/>
              <a:ext cx="5934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🔐</a:t>
              </a:r>
              <a:endParaRPr lang="en-US" dirty="0"/>
            </a:p>
          </p:txBody>
        </p:sp>
      </p:grpSp>
      <p:cxnSp>
        <p:nvCxnSpPr>
          <p:cNvPr id="114" name="Straight Arrow Connector 12">
            <a:extLst>
              <a:ext uri="{FF2B5EF4-FFF2-40B4-BE49-F238E27FC236}">
                <a16:creationId xmlns:a16="http://schemas.microsoft.com/office/drawing/2014/main" id="{36B66A95-2460-9EE6-BAAE-AB9B03E0A728}"/>
              </a:ext>
            </a:extLst>
          </p:cNvPr>
          <p:cNvCxnSpPr>
            <a:cxnSpLocks/>
            <a:stCxn id="35" idx="0"/>
            <a:endCxn id="18" idx="0"/>
          </p:cNvCxnSpPr>
          <p:nvPr/>
        </p:nvCxnSpPr>
        <p:spPr>
          <a:xfrm rot="16200000" flipV="1">
            <a:off x="8077584" y="-1288917"/>
            <a:ext cx="5885" cy="4520014"/>
          </a:xfrm>
          <a:prstGeom prst="bentConnector3">
            <a:avLst>
              <a:gd name="adj1" fmla="val 11246695"/>
            </a:avLst>
          </a:prstGeom>
          <a:ln>
            <a:solidFill>
              <a:schemeClr val="accent4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81F26CA0-3B7F-BFB3-AA36-3D47F7AAEDDD}"/>
              </a:ext>
            </a:extLst>
          </p:cNvPr>
          <p:cNvSpPr/>
          <p:nvPr/>
        </p:nvSpPr>
        <p:spPr>
          <a:xfrm>
            <a:off x="5973462" y="458899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8" name="Content Placeholder 2">
            <a:extLst>
              <a:ext uri="{FF2B5EF4-FFF2-40B4-BE49-F238E27FC236}">
                <a16:creationId xmlns:a16="http://schemas.microsoft.com/office/drawing/2014/main" id="{A0369678-9588-3470-06B5-CFDF818CB024}"/>
              </a:ext>
            </a:extLst>
          </p:cNvPr>
          <p:cNvSpPr txBox="1">
            <a:spLocks/>
          </p:cNvSpPr>
          <p:nvPr/>
        </p:nvSpPr>
        <p:spPr>
          <a:xfrm>
            <a:off x="6332309" y="429836"/>
            <a:ext cx="12520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bind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A51741C1-9F5F-A306-24D6-9527D98DEEFC}"/>
              </a:ext>
            </a:extLst>
          </p:cNvPr>
          <p:cNvGrpSpPr/>
          <p:nvPr/>
        </p:nvGrpSpPr>
        <p:grpSpPr>
          <a:xfrm>
            <a:off x="5534070" y="3011805"/>
            <a:ext cx="879356" cy="485284"/>
            <a:chOff x="6815359" y="4134487"/>
            <a:chExt cx="879356" cy="645912"/>
          </a:xfrm>
        </p:grpSpPr>
        <p:sp>
          <p:nvSpPr>
            <p:cNvPr id="120" name="Can 119">
              <a:extLst>
                <a:ext uri="{FF2B5EF4-FFF2-40B4-BE49-F238E27FC236}">
                  <a16:creationId xmlns:a16="http://schemas.microsoft.com/office/drawing/2014/main" id="{EA09ECAB-9276-0D91-0A3B-C9C04C642067}"/>
                </a:ext>
              </a:extLst>
            </p:cNvPr>
            <p:cNvSpPr/>
            <p:nvPr/>
          </p:nvSpPr>
          <p:spPr>
            <a:xfrm rot="5400000">
              <a:off x="6932081" y="4017765"/>
              <a:ext cx="645912" cy="879355"/>
            </a:xfrm>
            <a:prstGeom prst="ca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GB" dirty="0">
                <a:solidFill>
                  <a:schemeClr val="bg1"/>
                </a:solidFill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23D17F3D-C666-8740-886C-7520B658F2DB}"/>
                </a:ext>
              </a:extLst>
            </p:cNvPr>
            <p:cNvSpPr txBox="1"/>
            <p:nvPr/>
          </p:nvSpPr>
          <p:spPr>
            <a:xfrm>
              <a:off x="6891891" y="4188843"/>
              <a:ext cx="802824" cy="532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GB" sz="2000" i="1" dirty="0"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</a:rPr>
                <a:t>DLQ</a:t>
              </a:r>
            </a:p>
          </p:txBody>
        </p:sp>
      </p:grpSp>
      <p:cxnSp>
        <p:nvCxnSpPr>
          <p:cNvPr id="122" name="Straight Arrow Connector 12">
            <a:extLst>
              <a:ext uri="{FF2B5EF4-FFF2-40B4-BE49-F238E27FC236}">
                <a16:creationId xmlns:a16="http://schemas.microsoft.com/office/drawing/2014/main" id="{F7D4A312-BD4D-73DF-CAA0-0995D947FAE0}"/>
              </a:ext>
            </a:extLst>
          </p:cNvPr>
          <p:cNvCxnSpPr>
            <a:cxnSpLocks/>
            <a:endCxn id="120" idx="3"/>
          </p:cNvCxnSpPr>
          <p:nvPr/>
        </p:nvCxnSpPr>
        <p:spPr>
          <a:xfrm rot="16200000" flipH="1">
            <a:off x="5256225" y="2976601"/>
            <a:ext cx="392194" cy="163498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76A815E-5203-625A-A84C-E420303EC818}"/>
              </a:ext>
            </a:extLst>
          </p:cNvPr>
          <p:cNvSpPr txBox="1"/>
          <p:nvPr/>
        </p:nvSpPr>
        <p:spPr>
          <a:xfrm>
            <a:off x="147264" y="6233934"/>
            <a:ext cx="4095673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SUBSCRIBER: Daily usage</a:t>
            </a:r>
          </a:p>
        </p:txBody>
      </p:sp>
      <p:cxnSp>
        <p:nvCxnSpPr>
          <p:cNvPr id="26" name="Straight Arrow Connector 12">
            <a:extLst>
              <a:ext uri="{FF2B5EF4-FFF2-40B4-BE49-F238E27FC236}">
                <a16:creationId xmlns:a16="http://schemas.microsoft.com/office/drawing/2014/main" id="{E8796C0E-BA14-F92F-C717-A2FF49ABE900}"/>
              </a:ext>
            </a:extLst>
          </p:cNvPr>
          <p:cNvCxnSpPr>
            <a:cxnSpLocks/>
            <a:stCxn id="17" idx="3"/>
            <a:endCxn id="58" idx="1"/>
          </p:cNvCxnSpPr>
          <p:nvPr/>
        </p:nvCxnSpPr>
        <p:spPr>
          <a:xfrm>
            <a:off x="6612809" y="1629283"/>
            <a:ext cx="3130485" cy="10499"/>
          </a:xfrm>
          <a:prstGeom prst="straightConnector1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132D2E9-84C7-19C7-1818-6B5B387BA1E8}"/>
              </a:ext>
            </a:extLst>
          </p:cNvPr>
          <p:cNvSpPr/>
          <p:nvPr/>
        </p:nvSpPr>
        <p:spPr>
          <a:xfrm>
            <a:off x="6843982" y="3698659"/>
            <a:ext cx="360000" cy="360000"/>
          </a:xfrm>
          <a:prstGeom prst="roundRect">
            <a:avLst/>
          </a:prstGeom>
          <a:solidFill>
            <a:srgbClr val="41125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1DAE59F-6F63-C814-31E3-4AD1CBB5CB4D}"/>
              </a:ext>
            </a:extLst>
          </p:cNvPr>
          <p:cNvSpPr txBox="1">
            <a:spLocks/>
          </p:cNvSpPr>
          <p:nvPr/>
        </p:nvSpPr>
        <p:spPr>
          <a:xfrm>
            <a:off x="7202829" y="3669596"/>
            <a:ext cx="238843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consume [ ], sleep</a:t>
            </a:r>
          </a:p>
        </p:txBody>
      </p:sp>
      <p:cxnSp>
        <p:nvCxnSpPr>
          <p:cNvPr id="10" name="Straight Arrow Connector 12">
            <a:extLst>
              <a:ext uri="{FF2B5EF4-FFF2-40B4-BE49-F238E27FC236}">
                <a16:creationId xmlns:a16="http://schemas.microsoft.com/office/drawing/2014/main" id="{F657C831-785F-4352-C05E-78D248E2A780}"/>
              </a:ext>
            </a:extLst>
          </p:cNvPr>
          <p:cNvCxnSpPr>
            <a:cxnSpLocks/>
            <a:stCxn id="11" idx="0"/>
            <a:endCxn id="21" idx="0"/>
          </p:cNvCxnSpPr>
          <p:nvPr/>
        </p:nvCxnSpPr>
        <p:spPr>
          <a:xfrm rot="16200000" flipV="1">
            <a:off x="6310898" y="-4049520"/>
            <a:ext cx="9101" cy="10038002"/>
          </a:xfrm>
          <a:prstGeom prst="bentConnector3">
            <a:avLst>
              <a:gd name="adj1" fmla="val 8836743"/>
            </a:avLst>
          </a:prstGeom>
          <a:ln>
            <a:solidFill>
              <a:schemeClr val="accent4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66D89B5-4B72-1612-1F95-C101CA91F2E2}"/>
              </a:ext>
            </a:extLst>
          </p:cNvPr>
          <p:cNvSpPr txBox="1"/>
          <p:nvPr/>
        </p:nvSpPr>
        <p:spPr>
          <a:xfrm>
            <a:off x="11151706" y="974031"/>
            <a:ext cx="36548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PT" dirty="0"/>
              <a:t>      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2B1AFFB-6522-C2E8-7698-BF79D82ECEA9}"/>
              </a:ext>
            </a:extLst>
          </p:cNvPr>
          <p:cNvSpPr/>
          <p:nvPr/>
        </p:nvSpPr>
        <p:spPr>
          <a:xfrm>
            <a:off x="1436880" y="301654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A902A1BD-EF08-3579-FFA3-CBAF12524EBD}"/>
              </a:ext>
            </a:extLst>
          </p:cNvPr>
          <p:cNvSpPr txBox="1">
            <a:spLocks/>
          </p:cNvSpPr>
          <p:nvPr/>
        </p:nvSpPr>
        <p:spPr>
          <a:xfrm>
            <a:off x="1795727" y="272591"/>
            <a:ext cx="12520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subscribe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5B1C2C-6A8D-BE82-A2E2-5D09D8B5EB84}"/>
              </a:ext>
            </a:extLst>
          </p:cNvPr>
          <p:cNvSpPr txBox="1"/>
          <p:nvPr/>
        </p:nvSpPr>
        <p:spPr>
          <a:xfrm>
            <a:off x="10157790" y="974032"/>
            <a:ext cx="36548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PT" dirty="0"/>
              <a:t>      </a:t>
            </a: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0D35A33-6A7C-C23E-1614-448FE4D9FEBA}"/>
              </a:ext>
            </a:extLst>
          </p:cNvPr>
          <p:cNvSpPr txBox="1">
            <a:spLocks/>
          </p:cNvSpPr>
          <p:nvPr/>
        </p:nvSpPr>
        <p:spPr>
          <a:xfrm>
            <a:off x="2453504" y="1171090"/>
            <a:ext cx="12520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push &gt;&gt;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B3E86912-3E29-327C-3403-651EDB217A96}"/>
              </a:ext>
            </a:extLst>
          </p:cNvPr>
          <p:cNvSpPr txBox="1">
            <a:spLocks/>
          </p:cNvSpPr>
          <p:nvPr/>
        </p:nvSpPr>
        <p:spPr>
          <a:xfrm>
            <a:off x="9743295" y="2697919"/>
            <a:ext cx="114999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&lt;&lt; poll</a:t>
            </a:r>
          </a:p>
        </p:txBody>
      </p:sp>
    </p:spTree>
    <p:extLst>
      <p:ext uri="{BB962C8B-B14F-4D97-AF65-F5344CB8AC3E}">
        <p14:creationId xmlns:p14="http://schemas.microsoft.com/office/powerpoint/2010/main" val="3943477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50049</TotalTime>
  <Words>55</Words>
  <Application>Microsoft Macintosh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Amazon Ember Display</vt:lpstr>
      <vt:lpstr>Arial</vt:lpstr>
      <vt:lpstr>Amazon Ember</vt:lpstr>
      <vt:lpstr>Wingdings</vt:lpstr>
      <vt:lpstr>AWS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159</cp:revision>
  <dcterms:created xsi:type="dcterms:W3CDTF">2022-10-07T16:14:37Z</dcterms:created>
  <dcterms:modified xsi:type="dcterms:W3CDTF">2025-10-15T19:26:06Z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2025-04-22T20:23:49Z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2279434c-2844-442c-aab4-b2cb19003bc0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