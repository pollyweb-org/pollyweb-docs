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720" r:id="rId2"/>
    <p:sldId id="1835" r:id="rId3"/>
    <p:sldId id="1834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F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📨 Domain Comms" id="{99CFD94D-794F-7A4C-8500-8C4EA52CB0E6}">
          <p14:sldIdLst>
            <p14:sldId id="1720"/>
            <p14:sldId id="1835"/>
            <p14:sldId id="1834"/>
          </p14:sldIdLst>
        </p14:section>
        <p14:section name="Default Section" id="{3347790E-766C-144A-829B-7966F370A95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1256"/>
    <a:srgbClr val="945200"/>
    <a:srgbClr val="AB7942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7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0FDE-053D-9513-E820-7D7AEBE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8C25F-D42C-D22B-B62B-003B6CC5F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CC552-5DD6-388B-0CA4-E12FCA03C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AE6C5D-B674-A70F-1009-573B6625518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96F0-40CB-0EEC-5009-EE3FE117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B4C053-5896-15E0-9967-E5A40AFB10E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8:27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C2E75-415E-9310-EC8B-8B81BC4897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07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516F-EACA-CEC8-4C39-F67DDF89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6DAC2-F08F-83F2-0322-379CB7CFE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8BB35-C4A3-545B-03C7-29D30A53C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0C7B3A9-4ED2-5D09-4DC9-42FC138277F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5570-1336-2F84-B0DC-88F78190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FB2EB3A-5AE5-3E59-FD46-03884D71D7D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8:27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6CDFF-B969-2FE1-E3EA-89DB3592D0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9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5BCDE-E00B-18FA-A195-F13E249A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9ACAC-9606-7314-D49C-292067854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6E4A3-52ED-5D18-7910-8594FB6E3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A97BF7F-FB0D-DE56-B5CD-AE60B178095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A5203-F2FE-5E6F-8853-2141E4E0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BA4130-62B3-844E-0163-81849E46974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8:27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74A71-45BF-AE6C-14BB-3744CBA8A7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4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BB65-9770-8016-0C81-9EAEF415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26EAFB-1F72-18C5-53B6-3EDEF382ECC9}"/>
              </a:ext>
            </a:extLst>
          </p:cNvPr>
          <p:cNvGrpSpPr/>
          <p:nvPr/>
        </p:nvGrpSpPr>
        <p:grpSpPr>
          <a:xfrm>
            <a:off x="9463052" y="402867"/>
            <a:ext cx="2334700" cy="1038741"/>
            <a:chOff x="6292867" y="1006813"/>
            <a:chExt cx="1008104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D4E9D5-9505-3BEA-C849-C0673D22CBCF}"/>
                </a:ext>
              </a:extLst>
            </p:cNvPr>
            <p:cNvSpPr/>
            <p:nvPr/>
          </p:nvSpPr>
          <p:spPr>
            <a:xfrm>
              <a:off x="6332053" y="1386857"/>
              <a:ext cx="925133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🔔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Subscriber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6F7CF-05CC-C8C8-1672-7AF38AB7BF83}"/>
                </a:ext>
              </a:extLst>
            </p:cNvPr>
            <p:cNvSpPr/>
            <p:nvPr/>
          </p:nvSpPr>
          <p:spPr>
            <a:xfrm>
              <a:off x="6292867" y="1006813"/>
              <a:ext cx="1008104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1E64C509-5CE0-62A4-C48E-A94259E481EB}"/>
              </a:ext>
            </a:extLst>
          </p:cNvPr>
          <p:cNvSpPr txBox="1">
            <a:spLocks/>
          </p:cNvSpPr>
          <p:nvPr/>
        </p:nvSpPr>
        <p:spPr>
          <a:xfrm>
            <a:off x="3219231" y="533967"/>
            <a:ext cx="27442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 with buffer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97EFCA28-AB35-45F1-9751-905EF15DCA90}"/>
              </a:ext>
            </a:extLst>
          </p:cNvPr>
          <p:cNvSpPr/>
          <p:nvPr/>
        </p:nvSpPr>
        <p:spPr>
          <a:xfrm>
            <a:off x="2849563" y="554022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F40E98-5F43-DE50-0382-C2D1DC8584B3}"/>
              </a:ext>
            </a:extLst>
          </p:cNvPr>
          <p:cNvGrpSpPr/>
          <p:nvPr/>
        </p:nvGrpSpPr>
        <p:grpSpPr>
          <a:xfrm>
            <a:off x="482548" y="363111"/>
            <a:ext cx="2221184" cy="1137698"/>
            <a:chOff x="7507404" y="1006813"/>
            <a:chExt cx="959089" cy="11376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6E2215-E19A-D9A1-2C11-28CFA48BA7BC}"/>
                </a:ext>
              </a:extLst>
            </p:cNvPr>
            <p:cNvSpPr/>
            <p:nvPr/>
          </p:nvSpPr>
          <p:spPr>
            <a:xfrm>
              <a:off x="7553548" y="1378147"/>
              <a:ext cx="866799" cy="6632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 Streamer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D703E1-50F3-54F8-46EA-6A9B11C06674}"/>
                </a:ext>
              </a:extLst>
            </p:cNvPr>
            <p:cNvSpPr/>
            <p:nvPr/>
          </p:nvSpPr>
          <p:spPr>
            <a:xfrm>
              <a:off x="7507404" y="1006813"/>
              <a:ext cx="959089" cy="113769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A1E54C4-6FE0-B8F2-9FF9-D2208F43C9A1}"/>
              </a:ext>
            </a:extLst>
          </p:cNvPr>
          <p:cNvSpPr/>
          <p:nvPr/>
        </p:nvSpPr>
        <p:spPr>
          <a:xfrm>
            <a:off x="2744446" y="1681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E9C677-E580-ABCB-5DC1-E88011369E80}"/>
              </a:ext>
            </a:extLst>
          </p:cNvPr>
          <p:cNvSpPr txBox="1"/>
          <p:nvPr/>
        </p:nvSpPr>
        <p:spPr>
          <a:xfrm>
            <a:off x="3099013" y="1648451"/>
            <a:ext cx="1253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7AAB1D-E06D-B61C-4E8F-E927A014AB0B}"/>
              </a:ext>
            </a:extLst>
          </p:cNvPr>
          <p:cNvSpPr/>
          <p:nvPr/>
        </p:nvSpPr>
        <p:spPr>
          <a:xfrm>
            <a:off x="2255321" y="1681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6124BE4-87FB-0B04-CD79-A83FE7DDF956}"/>
              </a:ext>
            </a:extLst>
          </p:cNvPr>
          <p:cNvSpPr/>
          <p:nvPr/>
        </p:nvSpPr>
        <p:spPr>
          <a:xfrm>
            <a:off x="1766196" y="1681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F1CF69-ADE8-3B20-0A57-E42CE9508F63}"/>
              </a:ext>
            </a:extLst>
          </p:cNvPr>
          <p:cNvGrpSpPr/>
          <p:nvPr/>
        </p:nvGrpSpPr>
        <p:grpSpPr>
          <a:xfrm>
            <a:off x="5402382" y="1547973"/>
            <a:ext cx="1774985" cy="1038741"/>
            <a:chOff x="3316779" y="3444986"/>
            <a:chExt cx="177498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7ACE8D-9A91-F6EC-E8BF-9D782B530727}"/>
                </a:ext>
              </a:extLst>
            </p:cNvPr>
            <p:cNvSpPr/>
            <p:nvPr/>
          </p:nvSpPr>
          <p:spPr>
            <a:xfrm>
              <a:off x="3405663" y="3837321"/>
              <a:ext cx="160228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670A42-5EC5-EC86-61A9-2EF7B857CF1F}"/>
                </a:ext>
              </a:extLst>
            </p:cNvPr>
            <p:cNvSpPr/>
            <p:nvPr/>
          </p:nvSpPr>
          <p:spPr>
            <a:xfrm>
              <a:off x="3316779" y="3444986"/>
              <a:ext cx="17749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🛠️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Helper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3387DBA3-B976-DA17-C571-0E5A98A9C188}"/>
              </a:ext>
            </a:extLst>
          </p:cNvPr>
          <p:cNvCxnSpPr>
            <a:cxnSpLocks/>
            <a:stCxn id="10" idx="2"/>
            <a:endCxn id="7" idx="1"/>
          </p:cNvCxnSpPr>
          <p:nvPr/>
        </p:nvCxnSpPr>
        <p:spPr>
          <a:xfrm rot="16200000" flipH="1">
            <a:off x="3181908" y="-87959"/>
            <a:ext cx="720591" cy="3898126"/>
          </a:xfrm>
          <a:prstGeom prst="bentConnector2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BD795EBF-9E49-CB5F-249D-A4981B742D87}"/>
              </a:ext>
            </a:extLst>
          </p:cNvPr>
          <p:cNvCxnSpPr>
            <a:cxnSpLocks/>
            <a:stCxn id="7" idx="3"/>
            <a:endCxn id="6" idx="2"/>
          </p:cNvCxnSpPr>
          <p:nvPr/>
        </p:nvCxnSpPr>
        <p:spPr>
          <a:xfrm flipV="1">
            <a:off x="7093552" y="1441608"/>
            <a:ext cx="3536850" cy="779792"/>
          </a:xfrm>
          <a:prstGeom prst="bentConnector2">
            <a:avLst/>
          </a:prstGeom>
          <a:ln>
            <a:solidFill>
              <a:schemeClr val="accent2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011422B-3C6F-5365-C210-0C0C26654CF1}"/>
              </a:ext>
            </a:extLst>
          </p:cNvPr>
          <p:cNvSpPr txBox="1"/>
          <p:nvPr/>
        </p:nvSpPr>
        <p:spPr>
          <a:xfrm>
            <a:off x="515341" y="568370"/>
            <a:ext cx="50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47565-6190-1FFB-8C04-74F1FB9C6B4C}"/>
              </a:ext>
            </a:extLst>
          </p:cNvPr>
          <p:cNvSpPr txBox="1"/>
          <p:nvPr/>
        </p:nvSpPr>
        <p:spPr>
          <a:xfrm>
            <a:off x="147264" y="6233934"/>
            <a:ext cx="209191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STREAMER 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F13ED49-3DAD-A97C-CFDD-12FBC45E85E9}"/>
              </a:ext>
            </a:extLst>
          </p:cNvPr>
          <p:cNvSpPr/>
          <p:nvPr/>
        </p:nvSpPr>
        <p:spPr>
          <a:xfrm>
            <a:off x="7361891" y="169017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7523306-F899-B7F9-BF6D-9E5735A9D3CE}"/>
              </a:ext>
            </a:extLst>
          </p:cNvPr>
          <p:cNvSpPr txBox="1">
            <a:spLocks/>
          </p:cNvSpPr>
          <p:nvPr/>
        </p:nvSpPr>
        <p:spPr>
          <a:xfrm>
            <a:off x="7720738" y="1661114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deliver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95B3D97-F07A-B5CB-C884-B6EF2853D2E0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rot="10800000" flipV="1">
            <a:off x="2596862" y="1064003"/>
            <a:ext cx="6956943" cy="2092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prstDash val="dash"/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61230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E0E9-B8EE-E03E-66A0-02A13268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395276-0BE4-02C3-C5A5-F993FF3ECD44}"/>
              </a:ext>
            </a:extLst>
          </p:cNvPr>
          <p:cNvGrpSpPr/>
          <p:nvPr/>
        </p:nvGrpSpPr>
        <p:grpSpPr>
          <a:xfrm>
            <a:off x="1603187" y="1515806"/>
            <a:ext cx="2312814" cy="1038741"/>
            <a:chOff x="6297159" y="1006813"/>
            <a:chExt cx="998654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63D426-3731-2C08-D3AF-51E26C926D09}"/>
                </a:ext>
              </a:extLst>
            </p:cNvPr>
            <p:cNvSpPr/>
            <p:nvPr/>
          </p:nvSpPr>
          <p:spPr>
            <a:xfrm>
              <a:off x="6332053" y="1386857"/>
              <a:ext cx="925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Subscriber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978BCF-EA32-310B-9A90-7EC0EC80BCD4}"/>
                </a:ext>
              </a:extLst>
            </p:cNvPr>
            <p:cNvSpPr/>
            <p:nvPr/>
          </p:nvSpPr>
          <p:spPr>
            <a:xfrm>
              <a:off x="6297159" y="1006813"/>
              <a:ext cx="998654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73D793F-9F5A-A443-7CF5-79131AD0ACDB}"/>
              </a:ext>
            </a:extLst>
          </p:cNvPr>
          <p:cNvCxnSpPr>
            <a:cxnSpLocks/>
            <a:stCxn id="6" idx="0"/>
            <a:endCxn id="10" idx="0"/>
          </p:cNvCxnSpPr>
          <p:nvPr/>
        </p:nvCxnSpPr>
        <p:spPr>
          <a:xfrm rot="5400000" flipH="1" flipV="1">
            <a:off x="5455477" y="-1963205"/>
            <a:ext cx="783129" cy="6174894"/>
          </a:xfrm>
          <a:prstGeom prst="bentConnector3">
            <a:avLst>
              <a:gd name="adj1" fmla="val 129191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976055B4-96B7-42E9-FA60-6C23E8743AB0}"/>
              </a:ext>
            </a:extLst>
          </p:cNvPr>
          <p:cNvSpPr txBox="1">
            <a:spLocks/>
          </p:cNvSpPr>
          <p:nvPr/>
        </p:nvSpPr>
        <p:spPr>
          <a:xfrm>
            <a:off x="3289974" y="636163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3BEE2E10-D089-AB6E-5AF8-2446C24A9E60}"/>
              </a:ext>
            </a:extLst>
          </p:cNvPr>
          <p:cNvSpPr/>
          <p:nvPr/>
        </p:nvSpPr>
        <p:spPr>
          <a:xfrm>
            <a:off x="2920306" y="65621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8859F-760C-667C-7E03-34B64A709B4B}"/>
              </a:ext>
            </a:extLst>
          </p:cNvPr>
          <p:cNvGrpSpPr/>
          <p:nvPr/>
        </p:nvGrpSpPr>
        <p:grpSpPr>
          <a:xfrm>
            <a:off x="7823896" y="732677"/>
            <a:ext cx="2221184" cy="2000898"/>
            <a:chOff x="7507404" y="1006813"/>
            <a:chExt cx="959089" cy="20008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88B2C9-9009-27BD-6A64-503CE46FA644}"/>
                </a:ext>
              </a:extLst>
            </p:cNvPr>
            <p:cNvSpPr/>
            <p:nvPr/>
          </p:nvSpPr>
          <p:spPr>
            <a:xfrm>
              <a:off x="7553548" y="1378147"/>
              <a:ext cx="866799" cy="6632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 Streamer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E006A7-FA6D-6B06-A072-0581D4718EEB}"/>
                </a:ext>
              </a:extLst>
            </p:cNvPr>
            <p:cNvSpPr/>
            <p:nvPr/>
          </p:nvSpPr>
          <p:spPr>
            <a:xfrm>
              <a:off x="7507404" y="1006813"/>
              <a:ext cx="959089" cy="200089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9B3F33E-21D3-AF43-AADD-B1FCC076911B}"/>
              </a:ext>
            </a:extLst>
          </p:cNvPr>
          <p:cNvSpPr/>
          <p:nvPr/>
        </p:nvSpPr>
        <p:spPr>
          <a:xfrm>
            <a:off x="925627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A3E3AC-96A4-20F7-0F2B-5A4351423A2D}"/>
              </a:ext>
            </a:extLst>
          </p:cNvPr>
          <p:cNvSpPr txBox="1"/>
          <p:nvPr/>
        </p:nvSpPr>
        <p:spPr>
          <a:xfrm>
            <a:off x="7832802" y="2258002"/>
            <a:ext cx="2221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823C7A-2D0E-E5AF-AE8A-02B5D7F31FB1}"/>
              </a:ext>
            </a:extLst>
          </p:cNvPr>
          <p:cNvSpPr/>
          <p:nvPr/>
        </p:nvSpPr>
        <p:spPr>
          <a:xfrm>
            <a:off x="8767151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7CA0DBE-0034-5E5E-6591-1EC446D9C999}"/>
              </a:ext>
            </a:extLst>
          </p:cNvPr>
          <p:cNvSpPr/>
          <p:nvPr/>
        </p:nvSpPr>
        <p:spPr>
          <a:xfrm>
            <a:off x="827802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393EA9A-D8D6-5E51-710D-7C584D34C2B8}"/>
              </a:ext>
            </a:extLst>
          </p:cNvPr>
          <p:cNvGrpSpPr/>
          <p:nvPr/>
        </p:nvGrpSpPr>
        <p:grpSpPr>
          <a:xfrm>
            <a:off x="11078402" y="1511317"/>
            <a:ext cx="701748" cy="1038741"/>
            <a:chOff x="7507403" y="1006813"/>
            <a:chExt cx="303009" cy="1038741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278AC3B-E5F6-FEBF-2BBA-941E5B4DEC80}"/>
                </a:ext>
              </a:extLst>
            </p:cNvPr>
            <p:cNvSpPr/>
            <p:nvPr/>
          </p:nvSpPr>
          <p:spPr>
            <a:xfrm>
              <a:off x="7538137" y="1386857"/>
              <a:ext cx="23492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76A114D-42A8-2F06-368F-1AC811978B16}"/>
                </a:ext>
              </a:extLst>
            </p:cNvPr>
            <p:cNvSpPr/>
            <p:nvPr/>
          </p:nvSpPr>
          <p:spPr>
            <a:xfrm>
              <a:off x="7507403" y="1006813"/>
              <a:ext cx="30300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6CD2F908-409C-2ED9-4D6F-308BD3C2D775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10053986" y="2030688"/>
            <a:ext cx="1024416" cy="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5731F8A5-F9AB-8337-78FA-5359C8327E2D}"/>
              </a:ext>
            </a:extLst>
          </p:cNvPr>
          <p:cNvSpPr/>
          <p:nvPr/>
        </p:nvSpPr>
        <p:spPr>
          <a:xfrm>
            <a:off x="9078737" y="308195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630B42DA-166D-638A-E81D-C072C1393C6B}"/>
              </a:ext>
            </a:extLst>
          </p:cNvPr>
          <p:cNvSpPr txBox="1">
            <a:spLocks/>
          </p:cNvSpPr>
          <p:nvPr/>
        </p:nvSpPr>
        <p:spPr>
          <a:xfrm>
            <a:off x="9437584" y="3052891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29AA6DC3-B361-988F-4E10-752AE28410BB}"/>
              </a:ext>
            </a:extLst>
          </p:cNvPr>
          <p:cNvSpPr/>
          <p:nvPr/>
        </p:nvSpPr>
        <p:spPr>
          <a:xfrm>
            <a:off x="10176921" y="2192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F3E3D9-77C5-7CCF-351B-FFD6E402A379}"/>
              </a:ext>
            </a:extLst>
          </p:cNvPr>
          <p:cNvGrpSpPr/>
          <p:nvPr/>
        </p:nvGrpSpPr>
        <p:grpSpPr>
          <a:xfrm>
            <a:off x="5114148" y="2909629"/>
            <a:ext cx="1774985" cy="1038741"/>
            <a:chOff x="3316779" y="3444986"/>
            <a:chExt cx="177498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DF6C88E-4A9B-C747-693E-40C559AA307A}"/>
                </a:ext>
              </a:extLst>
            </p:cNvPr>
            <p:cNvSpPr/>
            <p:nvPr/>
          </p:nvSpPr>
          <p:spPr>
            <a:xfrm>
              <a:off x="3405663" y="3837321"/>
              <a:ext cx="160228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C79CA5-7008-7C08-F445-DFD5A59F7E9B}"/>
                </a:ext>
              </a:extLst>
            </p:cNvPr>
            <p:cNvSpPr/>
            <p:nvPr/>
          </p:nvSpPr>
          <p:spPr>
            <a:xfrm>
              <a:off x="3316779" y="3444986"/>
              <a:ext cx="17749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🛠️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Helper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2D805568-1737-DFA2-4378-DBD7C3294CD4}"/>
              </a:ext>
            </a:extLst>
          </p:cNvPr>
          <p:cNvCxnSpPr>
            <a:cxnSpLocks/>
            <a:stCxn id="10" idx="2"/>
            <a:endCxn id="12" idx="3"/>
          </p:cNvCxnSpPr>
          <p:nvPr/>
        </p:nvCxnSpPr>
        <p:spPr>
          <a:xfrm rot="5400000">
            <a:off x="7564099" y="2058610"/>
            <a:ext cx="695425" cy="2045355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C79FB634-673A-3D27-928F-A6590BAC4CC8}"/>
              </a:ext>
            </a:extLst>
          </p:cNvPr>
          <p:cNvCxnSpPr>
            <a:cxnSpLocks/>
            <a:stCxn id="12" idx="1"/>
            <a:endCxn id="6" idx="2"/>
          </p:cNvCxnSpPr>
          <p:nvPr/>
        </p:nvCxnSpPr>
        <p:spPr>
          <a:xfrm rot="10800000">
            <a:off x="2759594" y="2554548"/>
            <a:ext cx="2354554" cy="874453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76634AD-CD18-9114-8023-421A239857B4}"/>
              </a:ext>
            </a:extLst>
          </p:cNvPr>
          <p:cNvSpPr txBox="1">
            <a:spLocks/>
          </p:cNvSpPr>
          <p:nvPr/>
        </p:nvSpPr>
        <p:spPr>
          <a:xfrm>
            <a:off x="10117999" y="254472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480601-8200-983F-60F1-ED380AD29355}"/>
              </a:ext>
            </a:extLst>
          </p:cNvPr>
          <p:cNvSpPr txBox="1"/>
          <p:nvPr/>
        </p:nvSpPr>
        <p:spPr>
          <a:xfrm>
            <a:off x="7856689" y="937936"/>
            <a:ext cx="50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8CDF7-DE54-9ED1-B875-011CD1AD27F0}"/>
              </a:ext>
            </a:extLst>
          </p:cNvPr>
          <p:cNvSpPr txBox="1"/>
          <p:nvPr/>
        </p:nvSpPr>
        <p:spPr>
          <a:xfrm>
            <a:off x="147264" y="6233934"/>
            <a:ext cx="209191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STREAMER 1</a:t>
            </a:r>
          </a:p>
        </p:txBody>
      </p:sp>
    </p:spTree>
    <p:extLst>
      <p:ext uri="{BB962C8B-B14F-4D97-AF65-F5344CB8AC3E}">
        <p14:creationId xmlns:p14="http://schemas.microsoft.com/office/powerpoint/2010/main" val="198356345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1157-1EC0-4340-BCB0-A4B05A40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A0C392-2B58-ACF1-1797-5D7C562C2A29}"/>
              </a:ext>
            </a:extLst>
          </p:cNvPr>
          <p:cNvGrpSpPr/>
          <p:nvPr/>
        </p:nvGrpSpPr>
        <p:grpSpPr>
          <a:xfrm>
            <a:off x="4406040" y="1515806"/>
            <a:ext cx="1601270" cy="1038741"/>
            <a:chOff x="7507403" y="1006813"/>
            <a:chExt cx="691415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C9189A-029F-7D8C-CE15-91675DBF900D}"/>
                </a:ext>
              </a:extLst>
            </p:cNvPr>
            <p:cNvSpPr/>
            <p:nvPr/>
          </p:nvSpPr>
          <p:spPr>
            <a:xfrm>
              <a:off x="7542298" y="1386857"/>
              <a:ext cx="624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8A2907-89B6-0C30-D404-43BA5CD2B555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D281BFEC-9703-28F5-A98B-65E867811736}"/>
              </a:ext>
            </a:extLst>
          </p:cNvPr>
          <p:cNvCxnSpPr>
            <a:cxnSpLocks/>
            <a:stCxn id="6" idx="1"/>
            <a:endCxn id="145" idx="3"/>
          </p:cNvCxnSpPr>
          <p:nvPr/>
        </p:nvCxnSpPr>
        <p:spPr>
          <a:xfrm flipH="1" flipV="1">
            <a:off x="2201813" y="2030689"/>
            <a:ext cx="2204227" cy="4488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E1EBD794-DB4F-4603-AE72-711597BA9C81}"/>
              </a:ext>
            </a:extLst>
          </p:cNvPr>
          <p:cNvCxnSpPr>
            <a:cxnSpLocks/>
            <a:stCxn id="6" idx="0"/>
            <a:endCxn id="10" idx="0"/>
          </p:cNvCxnSpPr>
          <p:nvPr/>
        </p:nvCxnSpPr>
        <p:spPr>
          <a:xfrm rot="5400000" flipH="1" flipV="1">
            <a:off x="6679017" y="-739664"/>
            <a:ext cx="783129" cy="3727813"/>
          </a:xfrm>
          <a:prstGeom prst="bentConnector3">
            <a:avLst>
              <a:gd name="adj1" fmla="val 151314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CDE619CB-5491-1337-AB06-0EBD565689CB}"/>
              </a:ext>
            </a:extLst>
          </p:cNvPr>
          <p:cNvSpPr txBox="1">
            <a:spLocks/>
          </p:cNvSpPr>
          <p:nvPr/>
        </p:nvSpPr>
        <p:spPr>
          <a:xfrm>
            <a:off x="2797525" y="1230789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95FA9413-BE15-4FBA-A090-CF1D089C5E58}"/>
              </a:ext>
            </a:extLst>
          </p:cNvPr>
          <p:cNvSpPr/>
          <p:nvPr/>
        </p:nvSpPr>
        <p:spPr>
          <a:xfrm>
            <a:off x="2406116" y="149561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F293311A-62C0-F5B8-892B-F4792E417273}"/>
              </a:ext>
            </a:extLst>
          </p:cNvPr>
          <p:cNvSpPr txBox="1">
            <a:spLocks/>
          </p:cNvSpPr>
          <p:nvPr/>
        </p:nvSpPr>
        <p:spPr>
          <a:xfrm>
            <a:off x="5747205" y="460920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CA10948-71FF-3D13-BFA4-5E4B49B39336}"/>
              </a:ext>
            </a:extLst>
          </p:cNvPr>
          <p:cNvSpPr/>
          <p:nvPr/>
        </p:nvSpPr>
        <p:spPr>
          <a:xfrm>
            <a:off x="5377537" y="48097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F93F1C2-C7C2-2CCA-74F2-43C214E96037}"/>
              </a:ext>
            </a:extLst>
          </p:cNvPr>
          <p:cNvGrpSpPr/>
          <p:nvPr/>
        </p:nvGrpSpPr>
        <p:grpSpPr>
          <a:xfrm>
            <a:off x="440416" y="1511318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654F68B-0CAF-CC35-B495-9184AB35018D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78A16EE-9735-AE6F-F50E-BC682890EBFB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04BCD4-F8C5-7757-60C3-623186ABA56D}"/>
              </a:ext>
            </a:extLst>
          </p:cNvPr>
          <p:cNvGrpSpPr/>
          <p:nvPr/>
        </p:nvGrpSpPr>
        <p:grpSpPr>
          <a:xfrm>
            <a:off x="7823896" y="732677"/>
            <a:ext cx="2221184" cy="2000898"/>
            <a:chOff x="7507404" y="1006813"/>
            <a:chExt cx="959089" cy="20008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7442572-DED8-A277-1377-3DBFD39B1240}"/>
                </a:ext>
              </a:extLst>
            </p:cNvPr>
            <p:cNvSpPr/>
            <p:nvPr/>
          </p:nvSpPr>
          <p:spPr>
            <a:xfrm>
              <a:off x="7553548" y="1378147"/>
              <a:ext cx="866799" cy="6632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 Streamer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447DC89-7BF6-5948-4496-8065A9BABC7A}"/>
                </a:ext>
              </a:extLst>
            </p:cNvPr>
            <p:cNvSpPr/>
            <p:nvPr/>
          </p:nvSpPr>
          <p:spPr>
            <a:xfrm>
              <a:off x="7507404" y="1006813"/>
              <a:ext cx="959089" cy="200089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Integrator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FF6AFD1-B789-5E90-BA68-DB0795539890}"/>
              </a:ext>
            </a:extLst>
          </p:cNvPr>
          <p:cNvSpPr/>
          <p:nvPr/>
        </p:nvSpPr>
        <p:spPr>
          <a:xfrm>
            <a:off x="925627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FFC22D-A723-1DAF-9FAC-8AFD81BB2304}"/>
              </a:ext>
            </a:extLst>
          </p:cNvPr>
          <p:cNvSpPr txBox="1"/>
          <p:nvPr/>
        </p:nvSpPr>
        <p:spPr>
          <a:xfrm>
            <a:off x="7832802" y="2258002"/>
            <a:ext cx="2221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B9EFA17-09FE-974A-DFC7-AF7A7501EA9F}"/>
              </a:ext>
            </a:extLst>
          </p:cNvPr>
          <p:cNvSpPr/>
          <p:nvPr/>
        </p:nvSpPr>
        <p:spPr>
          <a:xfrm>
            <a:off x="8767151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1DAD242-9795-376A-DFF9-4E0B4A6A1C72}"/>
              </a:ext>
            </a:extLst>
          </p:cNvPr>
          <p:cNvSpPr/>
          <p:nvPr/>
        </p:nvSpPr>
        <p:spPr>
          <a:xfrm>
            <a:off x="827802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9D7B9CE-0C7A-B170-18A8-068AD2957D50}"/>
              </a:ext>
            </a:extLst>
          </p:cNvPr>
          <p:cNvGrpSpPr/>
          <p:nvPr/>
        </p:nvGrpSpPr>
        <p:grpSpPr>
          <a:xfrm>
            <a:off x="11078402" y="1511317"/>
            <a:ext cx="701748" cy="1038741"/>
            <a:chOff x="7507403" y="1006813"/>
            <a:chExt cx="303009" cy="1038741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87D6090-FC80-80B9-35A5-53B9AB7AED0D}"/>
                </a:ext>
              </a:extLst>
            </p:cNvPr>
            <p:cNvSpPr/>
            <p:nvPr/>
          </p:nvSpPr>
          <p:spPr>
            <a:xfrm>
              <a:off x="7538137" y="1386857"/>
              <a:ext cx="23492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C9BB400-18AE-ADCC-742A-656B4E946879}"/>
                </a:ext>
              </a:extLst>
            </p:cNvPr>
            <p:cNvSpPr/>
            <p:nvPr/>
          </p:nvSpPr>
          <p:spPr>
            <a:xfrm>
              <a:off x="7507403" y="1006813"/>
              <a:ext cx="30300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39EB9274-1D44-89AC-364B-FC432F98289B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10053986" y="2030688"/>
            <a:ext cx="1024416" cy="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3960163-3E7A-4E5F-66CE-EAE1B64D3657}"/>
              </a:ext>
            </a:extLst>
          </p:cNvPr>
          <p:cNvSpPr/>
          <p:nvPr/>
        </p:nvSpPr>
        <p:spPr>
          <a:xfrm>
            <a:off x="9078737" y="308195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C343242A-8B41-8928-5B0F-E94DEAE5AC79}"/>
              </a:ext>
            </a:extLst>
          </p:cNvPr>
          <p:cNvSpPr txBox="1">
            <a:spLocks/>
          </p:cNvSpPr>
          <p:nvPr/>
        </p:nvSpPr>
        <p:spPr>
          <a:xfrm>
            <a:off x="9437584" y="3052891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2757AB9B-2E42-8263-FDEC-2BD21D4A7F59}"/>
              </a:ext>
            </a:extLst>
          </p:cNvPr>
          <p:cNvSpPr/>
          <p:nvPr/>
        </p:nvSpPr>
        <p:spPr>
          <a:xfrm>
            <a:off x="10176921" y="2192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C12215-A010-6CAE-4880-6C37623566AC}"/>
              </a:ext>
            </a:extLst>
          </p:cNvPr>
          <p:cNvGrpSpPr/>
          <p:nvPr/>
        </p:nvGrpSpPr>
        <p:grpSpPr>
          <a:xfrm>
            <a:off x="5571348" y="2909629"/>
            <a:ext cx="1774985" cy="1038741"/>
            <a:chOff x="3316779" y="3444986"/>
            <a:chExt cx="177498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1E7D53-5EA7-ECEF-BA94-06C39AA21544}"/>
                </a:ext>
              </a:extLst>
            </p:cNvPr>
            <p:cNvSpPr/>
            <p:nvPr/>
          </p:nvSpPr>
          <p:spPr>
            <a:xfrm>
              <a:off x="3405663" y="3837321"/>
              <a:ext cx="160228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272F9F-E42A-0474-9DEB-853D11A17B82}"/>
                </a:ext>
              </a:extLst>
            </p:cNvPr>
            <p:cNvSpPr/>
            <p:nvPr/>
          </p:nvSpPr>
          <p:spPr>
            <a:xfrm>
              <a:off x="3316779" y="3444986"/>
              <a:ext cx="17749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host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bound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1680E00E-74C3-0D60-023C-11CE80C166AF}"/>
              </a:ext>
            </a:extLst>
          </p:cNvPr>
          <p:cNvCxnSpPr>
            <a:cxnSpLocks/>
            <a:stCxn id="10" idx="2"/>
            <a:endCxn id="12" idx="3"/>
          </p:cNvCxnSpPr>
          <p:nvPr/>
        </p:nvCxnSpPr>
        <p:spPr>
          <a:xfrm rot="5400000">
            <a:off x="7792699" y="2287210"/>
            <a:ext cx="695425" cy="1588155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8BDCA589-1282-AF41-9EC0-4BF0E95EBF03}"/>
              </a:ext>
            </a:extLst>
          </p:cNvPr>
          <p:cNvCxnSpPr>
            <a:cxnSpLocks/>
            <a:stCxn id="12" idx="1"/>
            <a:endCxn id="6" idx="2"/>
          </p:cNvCxnSpPr>
          <p:nvPr/>
        </p:nvCxnSpPr>
        <p:spPr>
          <a:xfrm rot="10800000">
            <a:off x="5206676" y="2554548"/>
            <a:ext cx="364673" cy="874453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63817E1-81B2-2A0A-AF84-AA730881886B}"/>
              </a:ext>
            </a:extLst>
          </p:cNvPr>
          <p:cNvSpPr txBox="1">
            <a:spLocks/>
          </p:cNvSpPr>
          <p:nvPr/>
        </p:nvSpPr>
        <p:spPr>
          <a:xfrm>
            <a:off x="10117999" y="254472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6A3B47-8016-95FC-674A-82B86652B9EC}"/>
              </a:ext>
            </a:extLst>
          </p:cNvPr>
          <p:cNvSpPr txBox="1"/>
          <p:nvPr/>
        </p:nvSpPr>
        <p:spPr>
          <a:xfrm>
            <a:off x="7856689" y="937936"/>
            <a:ext cx="50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E8637-FB67-AEEE-67F1-2F5B6AD0290D}"/>
              </a:ext>
            </a:extLst>
          </p:cNvPr>
          <p:cNvSpPr txBox="1"/>
          <p:nvPr/>
        </p:nvSpPr>
        <p:spPr>
          <a:xfrm>
            <a:off x="147264" y="6233934"/>
            <a:ext cx="209191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STREAMER 2</a:t>
            </a:r>
          </a:p>
        </p:txBody>
      </p:sp>
    </p:spTree>
    <p:extLst>
      <p:ext uri="{BB962C8B-B14F-4D97-AF65-F5344CB8AC3E}">
        <p14:creationId xmlns:p14="http://schemas.microsoft.com/office/powerpoint/2010/main" val="9075068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50049</TotalTime>
  <Words>97</Words>
  <Application>Microsoft Macintosh PowerPoint</Application>
  <PresentationFormat>Widescreen</PresentationFormat>
  <Paragraphs>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2025-10-15T19:27:50Z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2025-04-22T20:23:49Z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2279434c-2844-442c-aab4-b2cb19003bc0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