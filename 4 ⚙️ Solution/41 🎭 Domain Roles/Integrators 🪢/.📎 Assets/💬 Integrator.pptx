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1714" r:id="rId2"/>
  </p:sldIdLst>
  <p:sldSz cx="12192000" cy="6858000"/>
  <p:notesSz cx="6858000" cy="9144000"/>
  <p:embeddedFontLst>
    <p:embeddedFont>
      <p:font typeface="Amazon Ember" panose="020B0603020204020204" pitchFamily="34" charset="0"/>
      <p:regular r:id="rId5"/>
      <p:bold r:id="rId6"/>
      <p:italic r:id="rId7"/>
      <p:boldItalic r:id="rId8"/>
    </p:embeddedFont>
    <p:embeddedFont>
      <p:font typeface="Amazon Ember Display" panose="020F0603020204020204" pitchFamily="34" charset="0"/>
      <p:regular r:id="rId9"/>
      <p:bold r:id="rId10"/>
      <p:italic r:id="rId11"/>
      <p:boldItalic r:id="rId12"/>
    </p:embeddedFont>
    <p:embeddedFont>
      <p:font typeface="Segoe UI" panose="020B0502040204020203" pitchFamily="34" charset="0"/>
      <p:regular r:id="rId13"/>
      <p:bold r:id="rId14"/>
      <p:italic r:id="rId15"/>
      <p:boldItalic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💬 User Chats" id="{56E71F63-9C4A-9B47-BF54-219E0CBE47D8}">
          <p14:sldIdLst>
            <p14:sldId id="1714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a Sylcott" initials="AS" lastIdx="1" clrIdx="0">
    <p:extLst>
      <p:ext uri="{19B8F6BF-5375-455C-9EA6-DF929625EA0E}">
        <p15:presenceInfo xmlns:p15="http://schemas.microsoft.com/office/powerpoint/2012/main" userId="a657808d9f8d3c9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5200"/>
    <a:srgbClr val="AB7942"/>
    <a:srgbClr val="411256"/>
    <a:srgbClr val="C0884B"/>
    <a:srgbClr val="152784"/>
    <a:srgbClr val="ED7100"/>
    <a:srgbClr val="8C4FFF"/>
    <a:srgbClr val="CA24D2"/>
    <a:srgbClr val="BF22C6"/>
    <a:srgbClr val="B821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2DE63D5-997A-4646-A377-4702673A728D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533" autoAdjust="0"/>
    <p:restoredTop sz="96966" autoAdjust="0"/>
  </p:normalViewPr>
  <p:slideViewPr>
    <p:cSldViewPr snapToGrid="0">
      <p:cViewPr varScale="1">
        <p:scale>
          <a:sx n="128" d="100"/>
          <a:sy n="128" d="100"/>
        </p:scale>
        <p:origin x="800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notesViewPr>
    <p:cSldViewPr snapToGrid="0" showGuides="1">
      <p:cViewPr varScale="1">
        <p:scale>
          <a:sx n="118" d="100"/>
          <a:sy n="118" d="100"/>
        </p:scale>
        <p:origin x="516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font" Target="fonts/font9.fntdata"/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font" Target="fonts/font12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font" Target="fonts/font11.fntdata"/><Relationship Id="rId10" Type="http://schemas.openxmlformats.org/officeDocument/2006/relationships/font" Target="fonts/font6.fntdata"/><Relationship Id="rId19" Type="http://schemas.openxmlformats.org/officeDocument/2006/relationships/viewProps" Target="viewProps.xml"/><Relationship Id="rId4" Type="http://schemas.openxmlformats.org/officeDocument/2006/relationships/handoutMaster" Target="handoutMasters/handoutMaster1.xml"/><Relationship Id="rId9" Type="http://schemas.openxmlformats.org/officeDocument/2006/relationships/font" Target="fonts/font5.fntdata"/><Relationship Id="rId14" Type="http://schemas.openxmlformats.org/officeDocument/2006/relationships/font" Target="fonts/font10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/>
              <a:pPr algn="ctr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/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AF1E3-0250-8E81-F045-C29E002DD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CE45F2-CE2D-17B6-A727-BC8C42F738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4688BC-52A7-794F-6A5E-16DFA087FC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DFD6D1A6-8FB4-A97C-5B77-D72E24CF8143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AE01C2-9A21-502F-8759-189BC49D2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16A4303-D199-B521-0449-2F5DB070783F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10/17/25 11:04 AM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E6CFDD-570B-B449-57D9-21F875D4192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05452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1DE984-16AE-31CB-F6EB-9E948FF26CFC}"/>
              </a:ext>
            </a:extLst>
          </p:cNvPr>
          <p:cNvSpPr/>
          <p:nvPr userDrawn="1"/>
        </p:nvSpPr>
        <p:spPr>
          <a:xfrm>
            <a:off x="-8546" y="-8547"/>
            <a:ext cx="12238646" cy="6895121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45720" tIns="45720" rIns="45720"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806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11489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7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  <a:lvl2pPr marL="5143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2pPr>
      <a:lvl3pPr marL="8572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mazon Ember" panose="020B0603020204020204" pitchFamily="34" charset="0"/>
        <a:buChar char="–"/>
        <a:defRPr sz="18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3pPr>
      <a:lvl4pPr marL="10858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4pPr>
      <a:lvl5pPr marL="13144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40" userDrawn="1">
          <p15:clr>
            <a:srgbClr val="F26B43"/>
          </p15:clr>
        </p15:guide>
        <p15:guide id="2" pos="7440" userDrawn="1">
          <p15:clr>
            <a:srgbClr val="F26B43"/>
          </p15:clr>
        </p15:guide>
        <p15:guide id="3" orient="horz" pos="192" userDrawn="1">
          <p15:clr>
            <a:srgbClr val="F26B43"/>
          </p15:clr>
        </p15:guide>
        <p15:guide id="4" orient="horz" pos="3936" userDrawn="1">
          <p15:clr>
            <a:srgbClr val="F26B43"/>
          </p15:clr>
        </p15:guide>
        <p15:guide id="5" orient="horz" pos="9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16273-7335-5ECA-9259-3612E292B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1274943-BDB4-0D24-D0DE-6A10FC2744BC}"/>
              </a:ext>
            </a:extLst>
          </p:cNvPr>
          <p:cNvGrpSpPr/>
          <p:nvPr/>
        </p:nvGrpSpPr>
        <p:grpSpPr>
          <a:xfrm>
            <a:off x="922711" y="2862692"/>
            <a:ext cx="1629295" cy="1038741"/>
            <a:chOff x="7500885" y="1006813"/>
            <a:chExt cx="703516" cy="103874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CD11BD7-8356-D02F-3FEB-7E9F453E85A8}"/>
                </a:ext>
              </a:extLst>
            </p:cNvPr>
            <p:cNvSpPr/>
            <p:nvPr/>
          </p:nvSpPr>
          <p:spPr>
            <a:xfrm>
              <a:off x="7538137" y="1386857"/>
              <a:ext cx="628958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🤗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Host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21531C1-D522-D9F1-167C-058E06E59B9B}"/>
                </a:ext>
              </a:extLst>
            </p:cNvPr>
            <p:cNvSpPr/>
            <p:nvPr/>
          </p:nvSpPr>
          <p:spPr>
            <a:xfrm>
              <a:off x="7500885" y="1006813"/>
              <a:ext cx="703516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3960F9DA-E0B9-C211-F15D-9A0EBE8C3C44}"/>
              </a:ext>
            </a:extLst>
          </p:cNvPr>
          <p:cNvGrpSpPr/>
          <p:nvPr/>
        </p:nvGrpSpPr>
        <p:grpSpPr>
          <a:xfrm>
            <a:off x="8354291" y="2874817"/>
            <a:ext cx="2377441" cy="1014729"/>
            <a:chOff x="7520352" y="1006813"/>
            <a:chExt cx="933236" cy="101472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5553B26-866E-96B6-F7A4-42C0D367A435}"/>
                </a:ext>
              </a:extLst>
            </p:cNvPr>
            <p:cNvSpPr/>
            <p:nvPr/>
          </p:nvSpPr>
          <p:spPr>
            <a:xfrm>
              <a:off x="7553548" y="1378148"/>
              <a:ext cx="86679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🪢 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Integrator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B973C92-DBAF-D0E7-CA1E-CD872D3AC966}"/>
                </a:ext>
              </a:extLst>
            </p:cNvPr>
            <p:cNvSpPr/>
            <p:nvPr/>
          </p:nvSpPr>
          <p:spPr>
            <a:xfrm>
              <a:off x="7520352" y="1006813"/>
              <a:ext cx="933236" cy="1014729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F0DCA0C-402E-9AED-074D-C66C7274602B}"/>
              </a:ext>
            </a:extLst>
          </p:cNvPr>
          <p:cNvGrpSpPr/>
          <p:nvPr/>
        </p:nvGrpSpPr>
        <p:grpSpPr>
          <a:xfrm>
            <a:off x="6769290" y="474039"/>
            <a:ext cx="1784198" cy="1014729"/>
            <a:chOff x="712971" y="2543574"/>
            <a:chExt cx="2158880" cy="1014729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AA51B80-4032-D44E-E27E-1F46E4B3A9B0}"/>
                </a:ext>
              </a:extLst>
            </p:cNvPr>
            <p:cNvSpPr/>
            <p:nvPr/>
          </p:nvSpPr>
          <p:spPr>
            <a:xfrm>
              <a:off x="797539" y="2928855"/>
              <a:ext cx="1998301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🕸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Graph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68CAECD-7062-B728-F8D8-597957407EEB}"/>
                </a:ext>
              </a:extLst>
            </p:cNvPr>
            <p:cNvSpPr/>
            <p:nvPr/>
          </p:nvSpPr>
          <p:spPr>
            <a:xfrm>
              <a:off x="712971" y="2543574"/>
              <a:ext cx="2158880" cy="1014729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6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👂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Listeners</a:t>
              </a:r>
            </a:p>
          </p:txBody>
        </p:sp>
      </p:grpSp>
      <p:cxnSp>
        <p:nvCxnSpPr>
          <p:cNvPr id="18" name="Straight Arrow Connector 12">
            <a:extLst>
              <a:ext uri="{FF2B5EF4-FFF2-40B4-BE49-F238E27FC236}">
                <a16:creationId xmlns:a16="http://schemas.microsoft.com/office/drawing/2014/main" id="{7C97C75C-5325-0A59-F97D-C46B98924D4C}"/>
              </a:ext>
            </a:extLst>
          </p:cNvPr>
          <p:cNvCxnSpPr>
            <a:cxnSpLocks/>
            <a:stCxn id="6" idx="0"/>
            <a:endCxn id="145" idx="1"/>
          </p:cNvCxnSpPr>
          <p:nvPr/>
        </p:nvCxnSpPr>
        <p:spPr>
          <a:xfrm rot="5400000" flipH="1" flipV="1">
            <a:off x="2255746" y="1351215"/>
            <a:ext cx="993090" cy="2029864"/>
          </a:xfrm>
          <a:prstGeom prst="bentConnector2">
            <a:avLst/>
          </a:prstGeom>
          <a:ln>
            <a:solidFill>
              <a:schemeClr val="accent2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2" name="Straight Arrow Connector 12">
            <a:extLst>
              <a:ext uri="{FF2B5EF4-FFF2-40B4-BE49-F238E27FC236}">
                <a16:creationId xmlns:a16="http://schemas.microsoft.com/office/drawing/2014/main" id="{9F533B29-6283-789F-F345-9C1F45596C65}"/>
              </a:ext>
            </a:extLst>
          </p:cNvPr>
          <p:cNvCxnSpPr>
            <a:cxnSpLocks/>
            <a:stCxn id="9" idx="0"/>
            <a:endCxn id="14" idx="3"/>
          </p:cNvCxnSpPr>
          <p:nvPr/>
        </p:nvCxnSpPr>
        <p:spPr>
          <a:xfrm rot="16200000" flipV="1">
            <a:off x="8101544" y="1433349"/>
            <a:ext cx="1893413" cy="989524"/>
          </a:xfrm>
          <a:prstGeom prst="bentConnector2">
            <a:avLst/>
          </a:prstGeom>
          <a:noFill/>
          <a:ln w="19050">
            <a:solidFill>
              <a:srgbClr val="5A6B86"/>
            </a:solidFill>
            <a:prstDash val="lgDash"/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CCF1269-E07D-9D6B-C58F-26F5CAAD79C2}"/>
              </a:ext>
            </a:extLst>
          </p:cNvPr>
          <p:cNvGrpSpPr/>
          <p:nvPr/>
        </p:nvGrpSpPr>
        <p:grpSpPr>
          <a:xfrm>
            <a:off x="9796446" y="1805529"/>
            <a:ext cx="1714197" cy="856034"/>
            <a:chOff x="7507403" y="1006814"/>
            <a:chExt cx="814194" cy="856034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0D9EC61-E4C2-24CC-B959-3AFFD5EAAC78}"/>
                </a:ext>
              </a:extLst>
            </p:cNvPr>
            <p:cNvSpPr/>
            <p:nvPr/>
          </p:nvSpPr>
          <p:spPr>
            <a:xfrm>
              <a:off x="7507403" y="1006814"/>
              <a:ext cx="814194" cy="85603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6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📜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Manifest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C051FB2-A201-341D-3A63-4AE00C68DDFB}"/>
                </a:ext>
              </a:extLst>
            </p:cNvPr>
            <p:cNvSpPr/>
            <p:nvPr/>
          </p:nvSpPr>
          <p:spPr>
            <a:xfrm>
              <a:off x="7553548" y="1378149"/>
              <a:ext cx="730942" cy="40632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28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🧩 </a:t>
              </a:r>
              <a:r>
                <a:rPr lang="en-GB" sz="2000" dirty="0">
                  <a:solidFill>
                    <a:schemeClr val="tx1"/>
                  </a:solidFill>
                  <a:latin typeface="+mj-lt"/>
                  <a:cs typeface="Arial" panose="020B0604020202020204" pitchFamily="34" charset="0"/>
                </a:rPr>
                <a:t>Schema</a:t>
              </a:r>
            </a:p>
          </p:txBody>
        </p:sp>
      </p:grpSp>
      <p:sp>
        <p:nvSpPr>
          <p:cNvPr id="94" name="TextBox 93">
            <a:extLst>
              <a:ext uri="{FF2B5EF4-FFF2-40B4-BE49-F238E27FC236}">
                <a16:creationId xmlns:a16="http://schemas.microsoft.com/office/drawing/2014/main" id="{5E3A2D6A-E22A-1191-9179-C363EA269C12}"/>
              </a:ext>
            </a:extLst>
          </p:cNvPr>
          <p:cNvSpPr txBox="1"/>
          <p:nvPr/>
        </p:nvSpPr>
        <p:spPr>
          <a:xfrm>
            <a:off x="2477666" y="3412720"/>
            <a:ext cx="426505" cy="490493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l"/>
            <a:r>
              <a:rPr lang="en-GB" dirty="0"/>
              <a:t>     </a:t>
            </a:r>
          </a:p>
        </p:txBody>
      </p:sp>
      <p:cxnSp>
        <p:nvCxnSpPr>
          <p:cNvPr id="102" name="Straight Arrow Connector 12">
            <a:extLst>
              <a:ext uri="{FF2B5EF4-FFF2-40B4-BE49-F238E27FC236}">
                <a16:creationId xmlns:a16="http://schemas.microsoft.com/office/drawing/2014/main" id="{29763B0D-408C-493E-8726-1C6695F8C818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>
            <a:off x="2552006" y="3382063"/>
            <a:ext cx="5802285" cy="119"/>
          </a:xfrm>
          <a:prstGeom prst="straightConnector1">
            <a:avLst/>
          </a:prstGeom>
          <a:ln>
            <a:solidFill>
              <a:schemeClr val="accent2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2" name="Content Placeholder 2">
            <a:extLst>
              <a:ext uri="{FF2B5EF4-FFF2-40B4-BE49-F238E27FC236}">
                <a16:creationId xmlns:a16="http://schemas.microsoft.com/office/drawing/2014/main" id="{E2F9E063-929C-F5D0-F3CA-51FE0CF62BE7}"/>
              </a:ext>
            </a:extLst>
          </p:cNvPr>
          <p:cNvSpPr txBox="1">
            <a:spLocks/>
          </p:cNvSpPr>
          <p:nvPr/>
        </p:nvSpPr>
        <p:spPr>
          <a:xfrm>
            <a:off x="2118032" y="1105451"/>
            <a:ext cx="1370111" cy="70788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discover </a:t>
            </a:r>
            <a:b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schema</a:t>
            </a:r>
          </a:p>
        </p:txBody>
      </p:sp>
      <p:sp>
        <p:nvSpPr>
          <p:cNvPr id="123" name="Rounded Rectangle 122">
            <a:extLst>
              <a:ext uri="{FF2B5EF4-FFF2-40B4-BE49-F238E27FC236}">
                <a16:creationId xmlns:a16="http://schemas.microsoft.com/office/drawing/2014/main" id="{8DEFF183-02E5-502D-BC86-983BD1696D94}"/>
              </a:ext>
            </a:extLst>
          </p:cNvPr>
          <p:cNvSpPr/>
          <p:nvPr/>
        </p:nvSpPr>
        <p:spPr>
          <a:xfrm>
            <a:off x="1726623" y="1370275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24" name="Content Placeholder 2">
            <a:extLst>
              <a:ext uri="{FF2B5EF4-FFF2-40B4-BE49-F238E27FC236}">
                <a16:creationId xmlns:a16="http://schemas.microsoft.com/office/drawing/2014/main" id="{44D94B5B-BB4D-0B57-812C-A76F14682C9E}"/>
              </a:ext>
            </a:extLst>
          </p:cNvPr>
          <p:cNvSpPr txBox="1">
            <a:spLocks/>
          </p:cNvSpPr>
          <p:nvPr/>
        </p:nvSpPr>
        <p:spPr>
          <a:xfrm>
            <a:off x="3401950" y="2884740"/>
            <a:ext cx="2221183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Invoke API</a:t>
            </a:r>
          </a:p>
        </p:txBody>
      </p:sp>
      <p:sp>
        <p:nvSpPr>
          <p:cNvPr id="125" name="Rounded Rectangle 124">
            <a:extLst>
              <a:ext uri="{FF2B5EF4-FFF2-40B4-BE49-F238E27FC236}">
                <a16:creationId xmlns:a16="http://schemas.microsoft.com/office/drawing/2014/main" id="{7A5B9B6F-AAC5-C087-73B0-181922D9AD04}"/>
              </a:ext>
            </a:extLst>
          </p:cNvPr>
          <p:cNvSpPr/>
          <p:nvPr/>
        </p:nvSpPr>
        <p:spPr>
          <a:xfrm>
            <a:off x="3032282" y="2904795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32" name="Content Placeholder 2">
            <a:extLst>
              <a:ext uri="{FF2B5EF4-FFF2-40B4-BE49-F238E27FC236}">
                <a16:creationId xmlns:a16="http://schemas.microsoft.com/office/drawing/2014/main" id="{DDEFEE83-1060-1DC4-A7DB-E86592215795}"/>
              </a:ext>
            </a:extLst>
          </p:cNvPr>
          <p:cNvSpPr txBox="1">
            <a:spLocks/>
          </p:cNvSpPr>
          <p:nvPr/>
        </p:nvSpPr>
        <p:spPr>
          <a:xfrm>
            <a:off x="10104734" y="965233"/>
            <a:ext cx="1223154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publish</a:t>
            </a:r>
          </a:p>
        </p:txBody>
      </p:sp>
      <p:sp>
        <p:nvSpPr>
          <p:cNvPr id="133" name="Rounded Rectangle 132">
            <a:extLst>
              <a:ext uri="{FF2B5EF4-FFF2-40B4-BE49-F238E27FC236}">
                <a16:creationId xmlns:a16="http://schemas.microsoft.com/office/drawing/2014/main" id="{BEF7F092-C1A7-CBAE-7D23-3C48C322C06E}"/>
              </a:ext>
            </a:extLst>
          </p:cNvPr>
          <p:cNvSpPr/>
          <p:nvPr/>
        </p:nvSpPr>
        <p:spPr>
          <a:xfrm>
            <a:off x="9735065" y="985288"/>
            <a:ext cx="360000" cy="360000"/>
          </a:xfrm>
          <a:prstGeom prst="roundRect">
            <a:avLst/>
          </a:prstGeom>
          <a:solidFill>
            <a:srgbClr val="5A6B8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0</a:t>
            </a:r>
          </a:p>
        </p:txBody>
      </p: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A69B091E-576B-81C1-AFA9-4398F47BF20F}"/>
              </a:ext>
            </a:extLst>
          </p:cNvPr>
          <p:cNvGrpSpPr/>
          <p:nvPr/>
        </p:nvGrpSpPr>
        <p:grpSpPr>
          <a:xfrm>
            <a:off x="3767223" y="1350231"/>
            <a:ext cx="1761397" cy="1038741"/>
            <a:chOff x="7507403" y="1006813"/>
            <a:chExt cx="691415" cy="1038741"/>
          </a:xfrm>
        </p:grpSpPr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6147D7F7-3E22-9835-4F11-6A608E162372}"/>
                </a:ext>
              </a:extLst>
            </p:cNvPr>
            <p:cNvSpPr/>
            <p:nvPr/>
          </p:nvSpPr>
          <p:spPr>
            <a:xfrm>
              <a:off x="7538137" y="1386857"/>
              <a:ext cx="628958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🔎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Finder</a:t>
              </a:r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5691782A-2AEF-5425-A840-3C166071EA63}"/>
                </a:ext>
              </a:extLst>
            </p:cNvPr>
            <p:cNvSpPr/>
            <p:nvPr/>
          </p:nvSpPr>
          <p:spPr>
            <a:xfrm>
              <a:off x="7507403" y="1006813"/>
              <a:ext cx="691415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cxnSp>
        <p:nvCxnSpPr>
          <p:cNvPr id="147" name="Straight Arrow Connector 12">
            <a:extLst>
              <a:ext uri="{FF2B5EF4-FFF2-40B4-BE49-F238E27FC236}">
                <a16:creationId xmlns:a16="http://schemas.microsoft.com/office/drawing/2014/main" id="{90C438AD-1CE6-2503-3FAE-5BC0053D2E3A}"/>
              </a:ext>
            </a:extLst>
          </p:cNvPr>
          <p:cNvCxnSpPr>
            <a:cxnSpLocks/>
            <a:stCxn id="14" idx="1"/>
            <a:endCxn id="145" idx="0"/>
          </p:cNvCxnSpPr>
          <p:nvPr/>
        </p:nvCxnSpPr>
        <p:spPr>
          <a:xfrm rot="10800000" flipV="1">
            <a:off x="4647922" y="981403"/>
            <a:ext cx="2121368" cy="368827"/>
          </a:xfrm>
          <a:prstGeom prst="bentConnector2">
            <a:avLst/>
          </a:prstGeom>
          <a:noFill/>
          <a:ln w="19050">
            <a:solidFill>
              <a:srgbClr val="5A6B86"/>
            </a:solidFill>
            <a:prstDash val="lgDash"/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0" name="Content Placeholder 2">
            <a:extLst>
              <a:ext uri="{FF2B5EF4-FFF2-40B4-BE49-F238E27FC236}">
                <a16:creationId xmlns:a16="http://schemas.microsoft.com/office/drawing/2014/main" id="{CDCE48FA-5EA5-3A72-9D1A-4CEDBFD37438}"/>
              </a:ext>
            </a:extLst>
          </p:cNvPr>
          <p:cNvSpPr txBox="1">
            <a:spLocks/>
          </p:cNvSpPr>
          <p:nvPr/>
        </p:nvSpPr>
        <p:spPr>
          <a:xfrm>
            <a:off x="4975958" y="478640"/>
            <a:ext cx="1370111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subscribe</a:t>
            </a:r>
          </a:p>
        </p:txBody>
      </p:sp>
      <p:sp>
        <p:nvSpPr>
          <p:cNvPr id="151" name="Rounded Rectangle 150">
            <a:extLst>
              <a:ext uri="{FF2B5EF4-FFF2-40B4-BE49-F238E27FC236}">
                <a16:creationId xmlns:a16="http://schemas.microsoft.com/office/drawing/2014/main" id="{8F664F76-1515-F104-06FC-A0C947461680}"/>
              </a:ext>
            </a:extLst>
          </p:cNvPr>
          <p:cNvSpPr/>
          <p:nvPr/>
        </p:nvSpPr>
        <p:spPr>
          <a:xfrm>
            <a:off x="4615958" y="494463"/>
            <a:ext cx="360000" cy="360000"/>
          </a:xfrm>
          <a:prstGeom prst="roundRect">
            <a:avLst/>
          </a:prstGeom>
          <a:solidFill>
            <a:srgbClr val="5A6B8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07FDBB-A3C3-4919-6409-A419E961B16D}"/>
              </a:ext>
            </a:extLst>
          </p:cNvPr>
          <p:cNvSpPr txBox="1"/>
          <p:nvPr/>
        </p:nvSpPr>
        <p:spPr>
          <a:xfrm>
            <a:off x="147264" y="6233934"/>
            <a:ext cx="2138406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INTEGRATOR</a:t>
            </a:r>
          </a:p>
        </p:txBody>
      </p:sp>
    </p:spTree>
    <p:extLst>
      <p:ext uri="{BB962C8B-B14F-4D97-AF65-F5344CB8AC3E}">
        <p14:creationId xmlns:p14="http://schemas.microsoft.com/office/powerpoint/2010/main" val="1398224580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AWS">
  <a:themeElements>
    <a:clrScheme name="Custom 1">
      <a:dk1>
        <a:srgbClr val="000000"/>
      </a:dk1>
      <a:lt1>
        <a:srgbClr val="FFFFFF"/>
      </a:lt1>
      <a:dk2>
        <a:srgbClr val="424242"/>
      </a:dk2>
      <a:lt2>
        <a:srgbClr val="E7E6E6"/>
      </a:lt2>
      <a:accent1>
        <a:srgbClr val="EE7674"/>
      </a:accent1>
      <a:accent2>
        <a:srgbClr val="EB975C"/>
      </a:accent2>
      <a:accent3>
        <a:srgbClr val="D8B83E"/>
      </a:accent3>
      <a:accent4>
        <a:srgbClr val="77AD41"/>
      </a:accent4>
      <a:accent5>
        <a:srgbClr val="4E68E3"/>
      </a:accent5>
      <a:accent6>
        <a:srgbClr val="AA87F0"/>
      </a:accent6>
      <a:hlink>
        <a:srgbClr val="5DADFD"/>
      </a:hlink>
      <a:folHlink>
        <a:srgbClr val="89BDEE"/>
      </a:folHlink>
    </a:clrScheme>
    <a:fontScheme name="Custom 1">
      <a:majorFont>
        <a:latin typeface="Amazon Ember Display"/>
        <a:ea typeface=""/>
        <a:cs typeface=""/>
      </a:majorFont>
      <a:minorFont>
        <a:latin typeface="Amazon Ember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45720" tIns="45720" rIns="45720" rtlCol="0" anchor="ctr"/>
      <a:lstStyle>
        <a:defPPr algn="ctr">
          <a:defRPr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reInvent2022_Template_20220602_jk" id="{4D40DF26-0619-F045-92CA-85A149055DE4}" vid="{7DC3BE44-FE2F-D447-8D75-5EE52C00B4F1}"/>
    </a:ext>
  </a:extLst>
</a:theme>
</file>

<file path=ppt/theme/theme2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AWS</Template>
  <TotalTime>47508</TotalTime>
  <Words>35</Words>
  <Application>Microsoft Macintosh PowerPoint</Application>
  <PresentationFormat>Widescreen</PresentationFormat>
  <Paragraphs>22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Amazon Ember Display</vt:lpstr>
      <vt:lpstr>Arial</vt:lpstr>
      <vt:lpstr>Amazon Ember</vt:lpstr>
      <vt:lpstr>Segoe UI</vt:lpstr>
      <vt:lpstr>Wingdings</vt:lpstr>
      <vt:lpstr>AWS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SriHari Thotapalli</dc:creator>
  <cp:lastModifiedBy>Jorge Fonseca</cp:lastModifiedBy>
  <cp:revision>162</cp:revision>
  <dcterms:created xsi:type="dcterms:W3CDTF">2022-10-07T16:14:37Z</dcterms:created>
  <dcterms:modified xsi:type="dcterms:W3CDTF">2025-10-17T10:04:48Z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9eed6f-34eb-4453-9f97-09510b9b219f_Enabled">
    <vt:lpwstr>true</vt:lpwstr>
  </property>
  <property fmtid="{D5CDD505-2E9C-101B-9397-08002B2CF9AE}" pid="3" name="MSIP_Label_929eed6f-34eb-4453-9f97-09510b9b219f_SetDate">
    <vt:lpwstr>2025-04-22T20:21:15Z</vt:lpwstr>
  </property>
  <property fmtid="{D5CDD505-2E9C-101B-9397-08002B2CF9AE}" pid="4" name="MSIP_Label_929eed6f-34eb-4453-9f97-09510b9b219f_Method">
    <vt:lpwstr>Standard</vt:lpwstr>
  </property>
  <property fmtid="{D5CDD505-2E9C-101B-9397-08002B2CF9AE}" pid="5" name="MSIP_Label_929eed6f-34eb-4453-9f97-09510b9b219f_Name">
    <vt:lpwstr>Amazon Pending_Classification</vt:lpwstr>
  </property>
  <property fmtid="{D5CDD505-2E9C-101B-9397-08002B2CF9AE}" pid="6" name="MSIP_Label_929eed6f-34eb-4453-9f97-09510b9b219f_SiteId">
    <vt:lpwstr>5280104a-472d-4538-9ccf-1e1d0efe8b1b</vt:lpwstr>
  </property>
  <property fmtid="{D5CDD505-2E9C-101B-9397-08002B2CF9AE}" pid="7" name="MSIP_Label_929eed6f-34eb-4453-9f97-09510b9b219f_ActionId">
    <vt:lpwstr>2a515a83-fe88-48d7-88ce-4b4718d9d303</vt:lpwstr>
  </property>
  <property fmtid="{D5CDD505-2E9C-101B-9397-08002B2CF9AE}" pid="8" name="MSIP_Label_929eed6f-34eb-4453-9f97-09510b9b219f_ContentBits">
    <vt:lpwstr>0</vt:lpwstr>
  </property>
  <property fmtid="{D5CDD505-2E9C-101B-9397-08002B2CF9AE}" pid="9" name="MSIP_Label_929eed6f-34eb-4453-9f97-09510b9b219f_Tag">
    <vt:lpwstr>50, 3, 0, 1</vt:lpwstr>
  </property>
</Properties>
</file>