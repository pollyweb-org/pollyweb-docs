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696" r:id="rId2"/>
    <p:sldId id="1826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💬 User Chats" id="{56E71F63-9C4A-9B47-BF54-219E0CBE47D8}">
          <p14:sldIdLst>
            <p14:sldId id="1696"/>
            <p14:sldId id="18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CD53-A1E2-31E0-BB54-0098EF97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012F6-9643-5074-584D-D2A91B81E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3F2EC-D7EE-3939-945F-B253E6E37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A3BF26-8E07-9792-6599-0D3B7D53904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1A679-030F-D061-74C6-E801B071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4339A7-700A-A83D-9E4A-B72D8C087B6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10/17/25 11:05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1730-382F-2CF4-2C4D-153943EF6D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25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35FD-5C76-19D6-8C34-F2B00A12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0D570-4C50-3C47-234C-B7BF7BB3C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ADEA8-5AD3-A490-6247-C9D4840AC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92D0E9F-6395-39D9-199C-FAE6842F917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81117-FB84-2D44-1648-55CAF04D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D4AEAE-41B3-B83D-4301-6BF77293589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10/17/25 11:05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2EA41-D884-14DB-D4E7-417166E189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21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80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4787-3DAE-0E67-EA05-42BB4CF5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90CF87-B3D3-DF2D-10D7-942B6AA5A409}"/>
              </a:ext>
            </a:extLst>
          </p:cNvPr>
          <p:cNvGrpSpPr/>
          <p:nvPr/>
        </p:nvGrpSpPr>
        <p:grpSpPr>
          <a:xfrm>
            <a:off x="1171542" y="2602175"/>
            <a:ext cx="1504486" cy="1014729"/>
            <a:chOff x="7507403" y="1006813"/>
            <a:chExt cx="714587" cy="1014729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08E5900-83BA-919E-DEA5-A40D91064B75}"/>
                </a:ext>
              </a:extLst>
            </p:cNvPr>
            <p:cNvSpPr/>
            <p:nvPr/>
          </p:nvSpPr>
          <p:spPr>
            <a:xfrm>
              <a:off x="7553549" y="1378148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1510338-3F37-09A3-5989-24186F3F2C6C}"/>
                </a:ext>
              </a:extLst>
            </p:cNvPr>
            <p:cNvSpPr/>
            <p:nvPr/>
          </p:nvSpPr>
          <p:spPr>
            <a:xfrm>
              <a:off x="7507403" y="1006813"/>
              <a:ext cx="71458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826ADA6-3FF8-3943-9B86-399BB72D6CE4}"/>
              </a:ext>
            </a:extLst>
          </p:cNvPr>
          <p:cNvGrpSpPr/>
          <p:nvPr/>
        </p:nvGrpSpPr>
        <p:grpSpPr>
          <a:xfrm>
            <a:off x="4724623" y="455243"/>
            <a:ext cx="2505685" cy="1490223"/>
            <a:chOff x="6096000" y="4418672"/>
            <a:chExt cx="2505685" cy="1490223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0CC97A2-3E4D-1ABE-2FE5-1C9A43F482FB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77D1ECC-8687-CC32-8C47-E0C94E0038FB}"/>
                </a:ext>
              </a:extLst>
            </p:cNvPr>
            <p:cNvSpPr/>
            <p:nvPr/>
          </p:nvSpPr>
          <p:spPr>
            <a:xfrm>
              <a:off x="6214847" y="4553221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76FE380-608D-ED19-D772-160871C76C12}"/>
                </a:ext>
              </a:extLst>
            </p:cNvPr>
            <p:cNvSpPr/>
            <p:nvPr/>
          </p:nvSpPr>
          <p:spPr>
            <a:xfrm>
              <a:off x="7930386" y="5223362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63BDEF6B-886E-63D7-84EA-4D884121ABAA}"/>
                </a:ext>
              </a:extLst>
            </p:cNvPr>
            <p:cNvSpPr/>
            <p:nvPr/>
          </p:nvSpPr>
          <p:spPr>
            <a:xfrm>
              <a:off x="6214847" y="5223362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Broker</a:t>
              </a:r>
            </a:p>
          </p:txBody>
        </p:sp>
      </p:grpSp>
      <p:sp>
        <p:nvSpPr>
          <p:cNvPr id="166" name="Can 165">
            <a:extLst>
              <a:ext uri="{FF2B5EF4-FFF2-40B4-BE49-F238E27FC236}">
                <a16:creationId xmlns:a16="http://schemas.microsoft.com/office/drawing/2014/main" id="{21F5BAA8-8B4F-A545-305C-514E2D6CF7F1}"/>
              </a:ext>
            </a:extLst>
          </p:cNvPr>
          <p:cNvSpPr/>
          <p:nvPr/>
        </p:nvSpPr>
        <p:spPr>
          <a:xfrm>
            <a:off x="2032912" y="3446097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08510BA-6ACC-A82C-F701-A658531D589C}"/>
              </a:ext>
            </a:extLst>
          </p:cNvPr>
          <p:cNvGrpSpPr/>
          <p:nvPr/>
        </p:nvGrpSpPr>
        <p:grpSpPr>
          <a:xfrm>
            <a:off x="9001197" y="2602175"/>
            <a:ext cx="1571397" cy="1014729"/>
            <a:chOff x="7507403" y="1006813"/>
            <a:chExt cx="746368" cy="1014729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F70FF8C3-4E24-E95F-90BA-8D3BF48DCF04}"/>
                </a:ext>
              </a:extLst>
            </p:cNvPr>
            <p:cNvSpPr/>
            <p:nvPr/>
          </p:nvSpPr>
          <p:spPr>
            <a:xfrm>
              <a:off x="7553549" y="1378148"/>
              <a:ext cx="66844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1BCEC72-957E-EBD9-E929-238F221AA25A}"/>
                </a:ext>
              </a:extLst>
            </p:cNvPr>
            <p:cNvSpPr/>
            <p:nvPr/>
          </p:nvSpPr>
          <p:spPr>
            <a:xfrm>
              <a:off x="7507403" y="1006813"/>
              <a:ext cx="74636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70" name="Can 169">
            <a:extLst>
              <a:ext uri="{FF2B5EF4-FFF2-40B4-BE49-F238E27FC236}">
                <a16:creationId xmlns:a16="http://schemas.microsoft.com/office/drawing/2014/main" id="{294A319E-BB5F-20FB-11F8-24BC16B996EA}"/>
              </a:ext>
            </a:extLst>
          </p:cNvPr>
          <p:cNvSpPr/>
          <p:nvPr/>
        </p:nvSpPr>
        <p:spPr>
          <a:xfrm>
            <a:off x="9862572" y="3446097"/>
            <a:ext cx="1504417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disclosures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A6B8C48-2A0B-EE0E-5ACB-C67FD5DA9D0A}"/>
              </a:ext>
            </a:extLst>
          </p:cNvPr>
          <p:cNvSpPr/>
          <p:nvPr/>
        </p:nvSpPr>
        <p:spPr>
          <a:xfrm>
            <a:off x="4724624" y="2622347"/>
            <a:ext cx="2505685" cy="2453035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0969E7F-907D-CE0E-BE7C-1112C2858B6F}"/>
              </a:ext>
            </a:extLst>
          </p:cNvPr>
          <p:cNvSpPr txBox="1"/>
          <p:nvPr/>
        </p:nvSpPr>
        <p:spPr>
          <a:xfrm>
            <a:off x="4924142" y="3028679"/>
            <a:ext cx="229018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sharing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bindings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goodbye!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3" name="Straight Arrow Connector 12">
            <a:extLst>
              <a:ext uri="{FF2B5EF4-FFF2-40B4-BE49-F238E27FC236}">
                <a16:creationId xmlns:a16="http://schemas.microsoft.com/office/drawing/2014/main" id="{0E4AB0BD-0D13-0E80-0C36-1296FAC3F488}"/>
              </a:ext>
            </a:extLst>
          </p:cNvPr>
          <p:cNvCxnSpPr>
            <a:cxnSpLocks/>
            <a:stCxn id="159" idx="1"/>
            <a:endCxn id="154" idx="0"/>
          </p:cNvCxnSpPr>
          <p:nvPr/>
        </p:nvCxnSpPr>
        <p:spPr>
          <a:xfrm rot="10800000" flipV="1">
            <a:off x="1923785" y="1200355"/>
            <a:ext cx="2800838" cy="140182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A185FD4-0021-5024-5DEC-BC3618BE456C}"/>
              </a:ext>
            </a:extLst>
          </p:cNvPr>
          <p:cNvSpPr txBox="1"/>
          <p:nvPr/>
        </p:nvSpPr>
        <p:spPr>
          <a:xfrm>
            <a:off x="4736498" y="2628569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session talker</a:t>
            </a:r>
          </a:p>
        </p:txBody>
      </p:sp>
      <p:cxnSp>
        <p:nvCxnSpPr>
          <p:cNvPr id="178" name="Straight Arrow Connector 12">
            <a:extLst>
              <a:ext uri="{FF2B5EF4-FFF2-40B4-BE49-F238E27FC236}">
                <a16:creationId xmlns:a16="http://schemas.microsoft.com/office/drawing/2014/main" id="{435F9D06-FEF9-844D-9CBA-B606C6C7C838}"/>
              </a:ext>
            </a:extLst>
          </p:cNvPr>
          <p:cNvCxnSpPr>
            <a:cxnSpLocks/>
            <a:stCxn id="159" idx="3"/>
            <a:endCxn id="169" idx="0"/>
          </p:cNvCxnSpPr>
          <p:nvPr/>
        </p:nvCxnSpPr>
        <p:spPr>
          <a:xfrm>
            <a:off x="7230308" y="1200355"/>
            <a:ext cx="2556588" cy="140182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5" name="Straight Arrow Connector 12">
            <a:extLst>
              <a:ext uri="{FF2B5EF4-FFF2-40B4-BE49-F238E27FC236}">
                <a16:creationId xmlns:a16="http://schemas.microsoft.com/office/drawing/2014/main" id="{785F9C63-7201-CDC3-E3B5-C59A4DA845E7}"/>
              </a:ext>
            </a:extLst>
          </p:cNvPr>
          <p:cNvCxnSpPr>
            <a:cxnSpLocks/>
            <a:stCxn id="169" idx="2"/>
            <a:endCxn id="213" idx="3"/>
          </p:cNvCxnSpPr>
          <p:nvPr/>
        </p:nvCxnSpPr>
        <p:spPr>
          <a:xfrm rot="5400000">
            <a:off x="7230398" y="3035372"/>
            <a:ext cx="1974966" cy="3138031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6" name="Straight Arrow Connector 12">
            <a:extLst>
              <a:ext uri="{FF2B5EF4-FFF2-40B4-BE49-F238E27FC236}">
                <a16:creationId xmlns:a16="http://schemas.microsoft.com/office/drawing/2014/main" id="{596A3AB3-F84B-B3A1-1C9D-F20B633A7C5A}"/>
              </a:ext>
            </a:extLst>
          </p:cNvPr>
          <p:cNvCxnSpPr>
            <a:cxnSpLocks/>
            <a:endCxn id="153" idx="3"/>
          </p:cNvCxnSpPr>
          <p:nvPr/>
        </p:nvCxnSpPr>
        <p:spPr>
          <a:xfrm flipH="1">
            <a:off x="2592900" y="3254602"/>
            <a:ext cx="2115743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Arrow Connector 12">
            <a:extLst>
              <a:ext uri="{FF2B5EF4-FFF2-40B4-BE49-F238E27FC236}">
                <a16:creationId xmlns:a16="http://schemas.microsoft.com/office/drawing/2014/main" id="{8C7A82BF-D111-B72D-1CDC-DE713AC6E5F2}"/>
              </a:ext>
            </a:extLst>
          </p:cNvPr>
          <p:cNvCxnSpPr>
            <a:cxnSpLocks/>
            <a:endCxn id="168" idx="1"/>
          </p:cNvCxnSpPr>
          <p:nvPr/>
        </p:nvCxnSpPr>
        <p:spPr>
          <a:xfrm>
            <a:off x="7242183" y="3254602"/>
            <a:ext cx="1856169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4" name="Content Placeholder 2">
            <a:extLst>
              <a:ext uri="{FF2B5EF4-FFF2-40B4-BE49-F238E27FC236}">
                <a16:creationId xmlns:a16="http://schemas.microsoft.com/office/drawing/2014/main" id="{5E61E1F4-4463-1AAC-9711-C89C4111AF83}"/>
              </a:ext>
            </a:extLst>
          </p:cNvPr>
          <p:cNvSpPr txBox="1">
            <a:spLocks/>
          </p:cNvSpPr>
          <p:nvPr/>
        </p:nvSpPr>
        <p:spPr>
          <a:xfrm>
            <a:off x="7594934" y="670828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</a:t>
            </a:r>
          </a:p>
        </p:txBody>
      </p: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590CDAD6-7D2E-A06C-E448-B282126F63D2}"/>
              </a:ext>
            </a:extLst>
          </p:cNvPr>
          <p:cNvSpPr txBox="1">
            <a:spLocks/>
          </p:cNvSpPr>
          <p:nvPr/>
        </p:nvSpPr>
        <p:spPr>
          <a:xfrm>
            <a:off x="3116330" y="679538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D6EEBCE6-606C-943D-6359-FD31F2931BA2}"/>
              </a:ext>
            </a:extLst>
          </p:cNvPr>
          <p:cNvSpPr/>
          <p:nvPr/>
        </p:nvSpPr>
        <p:spPr>
          <a:xfrm>
            <a:off x="4225192" y="69959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9" name="Straight Arrow Connector 12">
            <a:extLst>
              <a:ext uri="{FF2B5EF4-FFF2-40B4-BE49-F238E27FC236}">
                <a16:creationId xmlns:a16="http://schemas.microsoft.com/office/drawing/2014/main" id="{79320CF7-D4A0-DC0B-2634-0448745F38F5}"/>
              </a:ext>
            </a:extLst>
          </p:cNvPr>
          <p:cNvCxnSpPr>
            <a:cxnSpLocks/>
            <a:stCxn id="159" idx="2"/>
            <a:endCxn id="171" idx="0"/>
          </p:cNvCxnSpPr>
          <p:nvPr/>
        </p:nvCxnSpPr>
        <p:spPr>
          <a:xfrm>
            <a:off x="5977466" y="1945466"/>
            <a:ext cx="1" cy="67688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7F2F1798-AF65-347B-2926-84A6231FE96E}"/>
              </a:ext>
            </a:extLst>
          </p:cNvPr>
          <p:cNvSpPr txBox="1"/>
          <p:nvPr/>
        </p:nvSpPr>
        <p:spPr>
          <a:xfrm>
            <a:off x="5180856" y="5391815"/>
            <a:ext cx="146800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F9497136-3035-646C-4A9C-9C6FDE6B7607}"/>
              </a:ext>
            </a:extLst>
          </p:cNvPr>
          <p:cNvCxnSpPr>
            <a:cxnSpLocks/>
            <a:stCxn id="213" idx="1"/>
            <a:endCxn id="154" idx="2"/>
          </p:cNvCxnSpPr>
          <p:nvPr/>
        </p:nvCxnSpPr>
        <p:spPr>
          <a:xfrm rot="10800000">
            <a:off x="1923786" y="3616904"/>
            <a:ext cx="3257071" cy="1974966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A1CDB884-C71E-78C4-B09B-58F3B2BDB15C}"/>
              </a:ext>
            </a:extLst>
          </p:cNvPr>
          <p:cNvSpPr/>
          <p:nvPr/>
        </p:nvSpPr>
        <p:spPr>
          <a:xfrm>
            <a:off x="2821859" y="275576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10D8762B-FD51-D5EE-5891-34574C9A7E53}"/>
              </a:ext>
            </a:extLst>
          </p:cNvPr>
          <p:cNvSpPr/>
          <p:nvPr/>
        </p:nvSpPr>
        <p:spPr>
          <a:xfrm>
            <a:off x="7361030" y="696614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15149B9D-F21C-58AA-8BEB-D6164015A0C6}"/>
              </a:ext>
            </a:extLst>
          </p:cNvPr>
          <p:cNvSpPr/>
          <p:nvPr/>
        </p:nvSpPr>
        <p:spPr>
          <a:xfrm>
            <a:off x="8509775" y="275405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2BF52716-2DBD-6435-444D-87307B55A1BF}"/>
              </a:ext>
            </a:extLst>
          </p:cNvPr>
          <p:cNvSpPr/>
          <p:nvPr/>
        </p:nvSpPr>
        <p:spPr>
          <a:xfrm>
            <a:off x="5464993" y="209382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FE81FE34-E43B-0CCE-2591-A04BB2A2C448}"/>
              </a:ext>
            </a:extLst>
          </p:cNvPr>
          <p:cNvSpPr/>
          <p:nvPr/>
        </p:nvSpPr>
        <p:spPr>
          <a:xfrm>
            <a:off x="9300462" y="3735764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B8733A-F5D2-F40A-ED89-F32F86FAF82E}"/>
              </a:ext>
            </a:extLst>
          </p:cNvPr>
          <p:cNvSpPr txBox="1"/>
          <p:nvPr/>
        </p:nvSpPr>
        <p:spPr>
          <a:xfrm>
            <a:off x="4795798" y="1156034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AA626-2B28-5830-D774-0EE964056B8F}"/>
              </a:ext>
            </a:extLst>
          </p:cNvPr>
          <p:cNvSpPr txBox="1"/>
          <p:nvPr/>
        </p:nvSpPr>
        <p:spPr>
          <a:xfrm>
            <a:off x="147264" y="6233934"/>
            <a:ext cx="183864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HOST #1/2</a:t>
            </a:r>
          </a:p>
        </p:txBody>
      </p:sp>
    </p:spTree>
    <p:extLst>
      <p:ext uri="{BB962C8B-B14F-4D97-AF65-F5344CB8AC3E}">
        <p14:creationId xmlns:p14="http://schemas.microsoft.com/office/powerpoint/2010/main" val="151704079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EA6B6-8271-7AA2-8499-5B22CE32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6EA5CF7-C9E9-76A3-9470-3D1FD855EEAC}"/>
              </a:ext>
            </a:extLst>
          </p:cNvPr>
          <p:cNvGrpSpPr/>
          <p:nvPr/>
        </p:nvGrpSpPr>
        <p:grpSpPr>
          <a:xfrm>
            <a:off x="237263" y="1807052"/>
            <a:ext cx="1504486" cy="1014729"/>
            <a:chOff x="7507403" y="1006813"/>
            <a:chExt cx="714587" cy="1014729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2A8E863A-DB8F-2DBB-FA04-1A4EA18F8CB7}"/>
                </a:ext>
              </a:extLst>
            </p:cNvPr>
            <p:cNvSpPr/>
            <p:nvPr/>
          </p:nvSpPr>
          <p:spPr>
            <a:xfrm>
              <a:off x="7553549" y="1378148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F3FED7E-EDAC-8515-AE92-6971C196DF17}"/>
                </a:ext>
              </a:extLst>
            </p:cNvPr>
            <p:cNvSpPr/>
            <p:nvPr/>
          </p:nvSpPr>
          <p:spPr>
            <a:xfrm>
              <a:off x="7507403" y="1006813"/>
              <a:ext cx="71458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27ECB6F-B5F3-3035-B462-6659B2BB6A5D}"/>
              </a:ext>
            </a:extLst>
          </p:cNvPr>
          <p:cNvGrpSpPr/>
          <p:nvPr/>
        </p:nvGrpSpPr>
        <p:grpSpPr>
          <a:xfrm>
            <a:off x="4724623" y="206768"/>
            <a:ext cx="2505685" cy="1490223"/>
            <a:chOff x="6096000" y="4418672"/>
            <a:chExt cx="2505685" cy="1490223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29B4D3D-E678-2A99-97FC-79E84EDF4B72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00B1978-7BE3-17C4-BA88-9FA4E8068B73}"/>
                </a:ext>
              </a:extLst>
            </p:cNvPr>
            <p:cNvSpPr/>
            <p:nvPr/>
          </p:nvSpPr>
          <p:spPr>
            <a:xfrm>
              <a:off x="6214847" y="4553221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2D8CC8B-BFEC-DBAB-7384-1C7B926E17ED}"/>
                </a:ext>
              </a:extLst>
            </p:cNvPr>
            <p:cNvSpPr/>
            <p:nvPr/>
          </p:nvSpPr>
          <p:spPr>
            <a:xfrm>
              <a:off x="7930386" y="5223362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71FE8691-E874-3A79-5D5D-FE94D152A8C3}"/>
                </a:ext>
              </a:extLst>
            </p:cNvPr>
            <p:cNvSpPr/>
            <p:nvPr/>
          </p:nvSpPr>
          <p:spPr>
            <a:xfrm>
              <a:off x="6214847" y="5223362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Broker</a:t>
              </a:r>
            </a:p>
          </p:txBody>
        </p:sp>
      </p:grpSp>
      <p:sp>
        <p:nvSpPr>
          <p:cNvPr id="166" name="Can 165">
            <a:extLst>
              <a:ext uri="{FF2B5EF4-FFF2-40B4-BE49-F238E27FC236}">
                <a16:creationId xmlns:a16="http://schemas.microsoft.com/office/drawing/2014/main" id="{CCEA7ADF-E9F8-A9EF-7002-DD759DD3A382}"/>
              </a:ext>
            </a:extLst>
          </p:cNvPr>
          <p:cNvSpPr/>
          <p:nvPr/>
        </p:nvSpPr>
        <p:spPr>
          <a:xfrm>
            <a:off x="1098633" y="2650974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chats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733A7A6-F794-6F45-B73B-D2744DD00232}"/>
              </a:ext>
            </a:extLst>
          </p:cNvPr>
          <p:cNvSpPr/>
          <p:nvPr/>
        </p:nvSpPr>
        <p:spPr>
          <a:xfrm>
            <a:off x="9437625" y="745603"/>
            <a:ext cx="2505685" cy="2453035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C2F56F8-31F5-1F66-0E14-F5EC5CD797BB}"/>
              </a:ext>
            </a:extLst>
          </p:cNvPr>
          <p:cNvSpPr txBox="1"/>
          <p:nvPr/>
        </p:nvSpPr>
        <p:spPr>
          <a:xfrm>
            <a:off x="9637143" y="1151935"/>
            <a:ext cx="229018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sharing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bindings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goodbye!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3" name="Straight Arrow Connector 12">
            <a:extLst>
              <a:ext uri="{FF2B5EF4-FFF2-40B4-BE49-F238E27FC236}">
                <a16:creationId xmlns:a16="http://schemas.microsoft.com/office/drawing/2014/main" id="{7FBB9B9B-7F85-0FBF-B65C-C461C70662AF}"/>
              </a:ext>
            </a:extLst>
          </p:cNvPr>
          <p:cNvCxnSpPr>
            <a:cxnSpLocks/>
            <a:stCxn id="159" idx="1"/>
            <a:endCxn id="154" idx="0"/>
          </p:cNvCxnSpPr>
          <p:nvPr/>
        </p:nvCxnSpPr>
        <p:spPr>
          <a:xfrm rot="10800000" flipV="1">
            <a:off x="989507" y="951880"/>
            <a:ext cx="3735117" cy="855172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46206297-B1BE-E838-9B24-5665C6432745}"/>
              </a:ext>
            </a:extLst>
          </p:cNvPr>
          <p:cNvSpPr txBox="1"/>
          <p:nvPr/>
        </p:nvSpPr>
        <p:spPr>
          <a:xfrm>
            <a:off x="9449499" y="751825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interactions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96" name="Straight Arrow Connector 12">
            <a:extLst>
              <a:ext uri="{FF2B5EF4-FFF2-40B4-BE49-F238E27FC236}">
                <a16:creationId xmlns:a16="http://schemas.microsoft.com/office/drawing/2014/main" id="{DE240BC8-5326-4658-0431-10BFBAE50887}"/>
              </a:ext>
            </a:extLst>
          </p:cNvPr>
          <p:cNvCxnSpPr>
            <a:cxnSpLocks/>
            <a:endCxn id="153" idx="3"/>
          </p:cNvCxnSpPr>
          <p:nvPr/>
        </p:nvCxnSpPr>
        <p:spPr>
          <a:xfrm flipH="1">
            <a:off x="1658621" y="2459478"/>
            <a:ext cx="7695876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08167690-A742-D665-9888-45C6AC6EC249}"/>
              </a:ext>
            </a:extLst>
          </p:cNvPr>
          <p:cNvSpPr txBox="1">
            <a:spLocks/>
          </p:cNvSpPr>
          <p:nvPr/>
        </p:nvSpPr>
        <p:spPr>
          <a:xfrm>
            <a:off x="3116330" y="431063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59B74ED3-523B-E1B5-28CF-1ABDC5F30CDE}"/>
              </a:ext>
            </a:extLst>
          </p:cNvPr>
          <p:cNvSpPr/>
          <p:nvPr/>
        </p:nvSpPr>
        <p:spPr>
          <a:xfrm>
            <a:off x="4225192" y="45111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9" name="Straight Arrow Connector 12">
            <a:extLst>
              <a:ext uri="{FF2B5EF4-FFF2-40B4-BE49-F238E27FC236}">
                <a16:creationId xmlns:a16="http://schemas.microsoft.com/office/drawing/2014/main" id="{F4284FC2-6D2B-E789-A075-B677CD41A253}"/>
              </a:ext>
            </a:extLst>
          </p:cNvPr>
          <p:cNvCxnSpPr>
            <a:cxnSpLocks/>
            <a:stCxn id="159" idx="3"/>
            <a:endCxn id="174" idx="1"/>
          </p:cNvCxnSpPr>
          <p:nvPr/>
        </p:nvCxnSpPr>
        <p:spPr>
          <a:xfrm>
            <a:off x="7230308" y="951880"/>
            <a:ext cx="2219191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8A676340-E1A4-1330-3A63-11196F6AB7BA}"/>
              </a:ext>
            </a:extLst>
          </p:cNvPr>
          <p:cNvSpPr/>
          <p:nvPr/>
        </p:nvSpPr>
        <p:spPr>
          <a:xfrm>
            <a:off x="1887580" y="196064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F0623986-B1BC-FFC6-365D-0F6F4AC62399}"/>
              </a:ext>
            </a:extLst>
          </p:cNvPr>
          <p:cNvSpPr/>
          <p:nvPr/>
        </p:nvSpPr>
        <p:spPr>
          <a:xfrm>
            <a:off x="8928714" y="111254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69EC6D-488A-1A97-31B7-2E01EF2D27D6}"/>
              </a:ext>
            </a:extLst>
          </p:cNvPr>
          <p:cNvSpPr txBox="1"/>
          <p:nvPr/>
        </p:nvSpPr>
        <p:spPr>
          <a:xfrm>
            <a:off x="4795798" y="907559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1A082-C7B7-32ED-6309-7BFE396136AF}"/>
              </a:ext>
            </a:extLst>
          </p:cNvPr>
          <p:cNvSpPr txBox="1"/>
          <p:nvPr/>
        </p:nvSpPr>
        <p:spPr>
          <a:xfrm>
            <a:off x="147264" y="6233934"/>
            <a:ext cx="193322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HOST  #2/2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F0E81D-820E-F1EB-2A2D-29BF00A46748}"/>
              </a:ext>
            </a:extLst>
          </p:cNvPr>
          <p:cNvSpPr txBox="1">
            <a:spLocks/>
          </p:cNvSpPr>
          <p:nvPr/>
        </p:nvSpPr>
        <p:spPr>
          <a:xfrm>
            <a:off x="2257519" y="1934507"/>
            <a:ext cx="23469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new chat</a:t>
            </a:r>
          </a:p>
        </p:txBody>
      </p:sp>
    </p:spTree>
    <p:extLst>
      <p:ext uri="{BB962C8B-B14F-4D97-AF65-F5344CB8AC3E}">
        <p14:creationId xmlns:p14="http://schemas.microsoft.com/office/powerpoint/2010/main" val="357312063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47508</TotalTime>
  <Words>99</Words>
  <Application>Microsoft Macintosh PowerPoint</Application>
  <PresentationFormat>Widescreen</PresentationFormat>
  <Paragraphs>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162</cp:revision>
  <dcterms:created xsi:type="dcterms:W3CDTF">2022-10-07T16:14:37Z</dcterms:created>
  <dcterms:modified xsi:type="dcterms:W3CDTF">2025-10-17T10:05:41Z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2025-04-22T20:21:15Z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2a515a83-fe88-48d7-88ce-4b4718d9d303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