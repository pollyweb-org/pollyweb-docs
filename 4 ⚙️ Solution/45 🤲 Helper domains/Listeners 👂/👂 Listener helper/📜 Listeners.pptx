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35" r:id="rId2"/>
    <p:sldId id="1723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📜 Domain Manifest" id="{F06F95BB-D49F-7447-97EC-5C05B9195A06}">
          <p14:sldIdLst>
            <p14:sldId id="1835"/>
            <p14:sldId id="172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53AD4-D53B-81FE-0713-A8EF6D01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C6FFA-A699-206C-A41B-D95B27154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42638-2327-45B3-E3F7-756512BBA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BA1290-52C4-021C-193E-E6321093F3C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F8B8-AAEE-5B70-145B-EEA51A23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FAD3AC-A001-2041-B548-17037E097DF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3:44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2364C-73F0-81AD-CEE6-7A85A77D1A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DD51-350F-6313-E126-26614FD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7E806-8663-67AD-2556-02ED185D401B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📜 Listeners</a:t>
            </a:r>
          </a:p>
        </p:txBody>
      </p:sp>
    </p:spTree>
    <p:extLst>
      <p:ext uri="{BB962C8B-B14F-4D97-AF65-F5344CB8AC3E}">
        <p14:creationId xmlns:p14="http://schemas.microsoft.com/office/powerpoint/2010/main" val="32442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CDFC-826E-F46A-2BCA-B52190C4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977089E0-5576-190D-F034-73303B1DAB36}"/>
              </a:ext>
            </a:extLst>
          </p:cNvPr>
          <p:cNvSpPr/>
          <p:nvPr/>
        </p:nvSpPr>
        <p:spPr>
          <a:xfrm>
            <a:off x="1474504" y="2293990"/>
            <a:ext cx="9359150" cy="2689307"/>
          </a:xfrm>
          <a:prstGeom prst="rect">
            <a:avLst/>
          </a:prstGeom>
          <a:solidFill>
            <a:schemeClr val="tx1">
              <a:alpha val="1543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C2FA3F1-0D2A-3B8F-29BE-8FA669D00ACA}"/>
              </a:ext>
            </a:extLst>
          </p:cNvPr>
          <p:cNvGrpSpPr/>
          <p:nvPr/>
        </p:nvGrpSpPr>
        <p:grpSpPr>
          <a:xfrm>
            <a:off x="1149789" y="5602041"/>
            <a:ext cx="1720160" cy="1006989"/>
            <a:chOff x="6052974" y="1012716"/>
            <a:chExt cx="3735679" cy="1006989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C12777-C513-A0D0-1A18-79D45D6C4242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25B0E56-F5B8-1D3E-2743-6A61CC5B9ADB}"/>
                </a:ext>
              </a:extLst>
            </p:cNvPr>
            <p:cNvSpPr/>
            <p:nvPr/>
          </p:nvSpPr>
          <p:spPr>
            <a:xfrm>
              <a:off x="6052974" y="1012716"/>
              <a:ext cx="3735679" cy="10069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DABA7DE8-553F-0F33-392E-21933647D40F}"/>
              </a:ext>
            </a:extLst>
          </p:cNvPr>
          <p:cNvCxnSpPr>
            <a:cxnSpLocks/>
          </p:cNvCxnSpPr>
          <p:nvPr/>
        </p:nvCxnSpPr>
        <p:spPr>
          <a:xfrm flipH="1">
            <a:off x="5469153" y="842874"/>
            <a:ext cx="3" cy="942763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DA078BD4-FB8F-2E59-CF3D-03B1A5518D7D}"/>
              </a:ext>
            </a:extLst>
          </p:cNvPr>
          <p:cNvCxnSpPr>
            <a:cxnSpLocks/>
          </p:cNvCxnSpPr>
          <p:nvPr/>
        </p:nvCxnSpPr>
        <p:spPr>
          <a:xfrm flipH="1">
            <a:off x="3384337" y="784372"/>
            <a:ext cx="9542" cy="1011831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C804A9A5-3250-C382-0B7C-17D57A966081}"/>
              </a:ext>
            </a:extLst>
          </p:cNvPr>
          <p:cNvCxnSpPr>
            <a:cxnSpLocks/>
            <a:stCxn id="14" idx="2"/>
            <a:endCxn id="135" idx="0"/>
          </p:cNvCxnSpPr>
          <p:nvPr/>
        </p:nvCxnSpPr>
        <p:spPr>
          <a:xfrm rot="5400000">
            <a:off x="2985225" y="1530367"/>
            <a:ext cx="658718" cy="2577909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BF08F2D-CA5C-D12B-59BD-D5852B25A2FB}"/>
              </a:ext>
            </a:extLst>
          </p:cNvPr>
          <p:cNvSpPr txBox="1"/>
          <p:nvPr/>
        </p:nvSpPr>
        <p:spPr>
          <a:xfrm>
            <a:off x="1923895" y="4796507"/>
            <a:ext cx="136695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7FEA71-F2C6-E3AD-9C0B-461EBC4D94EE}"/>
              </a:ext>
            </a:extLst>
          </p:cNvPr>
          <p:cNvGrpSpPr/>
          <p:nvPr/>
        </p:nvGrpSpPr>
        <p:grpSpPr>
          <a:xfrm>
            <a:off x="3103276" y="1796203"/>
            <a:ext cx="5825944" cy="683556"/>
            <a:chOff x="4455758" y="3216390"/>
            <a:chExt cx="2989631" cy="68355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4EEFDD3-78C0-EB94-B47D-E68A863324E9}"/>
                </a:ext>
              </a:extLst>
            </p:cNvPr>
            <p:cNvSpPr/>
            <p:nvPr/>
          </p:nvSpPr>
          <p:spPr>
            <a:xfrm>
              <a:off x="4455758" y="3216390"/>
              <a:ext cx="2989631" cy="6835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8E00B5-B125-14BC-1155-944E830EE298}"/>
                </a:ext>
              </a:extLst>
            </p:cNvPr>
            <p:cNvSpPr/>
            <p:nvPr/>
          </p:nvSpPr>
          <p:spPr>
            <a:xfrm>
              <a:off x="4494342" y="3273509"/>
              <a:ext cx="29188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/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listeners.nlweb.org</a:t>
              </a: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30575F4D-D584-9445-F1C9-392D179F5F55}"/>
              </a:ext>
            </a:extLst>
          </p:cNvPr>
          <p:cNvSpPr txBox="1"/>
          <p:nvPr/>
        </p:nvSpPr>
        <p:spPr>
          <a:xfrm>
            <a:off x="5731581" y="429750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  <a:endParaRPr lang="en-GB" sz="2800" baseline="-17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4366AC3-9072-2625-BF8F-B1EF029D5347}"/>
              </a:ext>
            </a:extLst>
          </p:cNvPr>
          <p:cNvGrpSpPr/>
          <p:nvPr/>
        </p:nvGrpSpPr>
        <p:grpSpPr>
          <a:xfrm>
            <a:off x="1065968" y="3148680"/>
            <a:ext cx="1919322" cy="988753"/>
            <a:chOff x="6139541" y="1010602"/>
            <a:chExt cx="3444792" cy="98875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88C93DD-234D-3969-DD60-BD61417EE5D1}"/>
                </a:ext>
              </a:extLst>
            </p:cNvPr>
            <p:cNvSpPr/>
            <p:nvPr/>
          </p:nvSpPr>
          <p:spPr>
            <a:xfrm>
              <a:off x="6139541" y="1010602"/>
              <a:ext cx="3444792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8643CED-AD84-B60C-9CBE-CD4C62109424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027C19F-A527-7726-D9BE-038B28243031}"/>
              </a:ext>
            </a:extLst>
          </p:cNvPr>
          <p:cNvSpPr/>
          <p:nvPr/>
        </p:nvSpPr>
        <p:spPr>
          <a:xfrm>
            <a:off x="5168697" y="332767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22080-B4F0-A175-9E4C-A890E1DECA65}"/>
              </a:ext>
            </a:extLst>
          </p:cNvPr>
          <p:cNvSpPr/>
          <p:nvPr/>
        </p:nvSpPr>
        <p:spPr>
          <a:xfrm>
            <a:off x="3050746" y="331502"/>
            <a:ext cx="175912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3998B-BAE9-7D16-5073-0EA9040F2F8F}"/>
              </a:ext>
            </a:extLst>
          </p:cNvPr>
          <p:cNvSpPr txBox="1"/>
          <p:nvPr/>
        </p:nvSpPr>
        <p:spPr>
          <a:xfrm flipH="1">
            <a:off x="4494714" y="1796203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4F5BA-FB0E-5402-FEBD-42C85C393ECD}"/>
              </a:ext>
            </a:extLst>
          </p:cNvPr>
          <p:cNvSpPr txBox="1"/>
          <p:nvPr/>
        </p:nvSpPr>
        <p:spPr>
          <a:xfrm>
            <a:off x="5984288" y="1106692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updated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 </a:t>
            </a:r>
          </a:p>
        </p:txBody>
      </p: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98DAFFC2-2446-52A6-06A9-3A99772F34B2}"/>
              </a:ext>
            </a:extLst>
          </p:cNvPr>
          <p:cNvCxnSpPr>
            <a:cxnSpLocks/>
            <a:stCxn id="32" idx="1"/>
            <a:endCxn id="55" idx="0"/>
          </p:cNvCxnSpPr>
          <p:nvPr/>
        </p:nvCxnSpPr>
        <p:spPr>
          <a:xfrm rot="10800000" flipV="1">
            <a:off x="8518714" y="650671"/>
            <a:ext cx="1839798" cy="1149709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C35D0D1-8DE7-A453-14B9-D44A25CEF8A6}"/>
              </a:ext>
            </a:extLst>
          </p:cNvPr>
          <p:cNvSpPr/>
          <p:nvPr/>
        </p:nvSpPr>
        <p:spPr>
          <a:xfrm>
            <a:off x="10358512" y="369580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3D74FB-1C9D-A544-69B4-B77DA15AD630}"/>
              </a:ext>
            </a:extLst>
          </p:cNvPr>
          <p:cNvSpPr txBox="1"/>
          <p:nvPr/>
        </p:nvSpPr>
        <p:spPr>
          <a:xfrm>
            <a:off x="3401036" y="105750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228EC1-E3D6-ACCE-2B82-A67688C0B505}"/>
              </a:ext>
            </a:extLst>
          </p:cNvPr>
          <p:cNvSpPr txBox="1"/>
          <p:nvPr/>
        </p:nvSpPr>
        <p:spPr>
          <a:xfrm>
            <a:off x="8510743" y="101249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E0D8F6-2DFB-B3EE-479E-0E6FFCB97DE2}"/>
              </a:ext>
            </a:extLst>
          </p:cNvPr>
          <p:cNvGrpSpPr/>
          <p:nvPr/>
        </p:nvGrpSpPr>
        <p:grpSpPr>
          <a:xfrm>
            <a:off x="5970642" y="3883333"/>
            <a:ext cx="734400" cy="993617"/>
            <a:chOff x="5780568" y="1038192"/>
            <a:chExt cx="4136743" cy="99361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3F9511C-6DA6-48F3-3F67-CD627FFF01BB}"/>
                </a:ext>
              </a:extLst>
            </p:cNvPr>
            <p:cNvSpPr/>
            <p:nvPr/>
          </p:nvSpPr>
          <p:spPr>
            <a:xfrm>
              <a:off x="5780568" y="1038192"/>
              <a:ext cx="4136743" cy="9936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BC24231-1D6A-726D-D913-81F3410232D6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DD649F-DF64-52B1-EEA7-FAFF9DDCFF86}"/>
              </a:ext>
            </a:extLst>
          </p:cNvPr>
          <p:cNvGrpSpPr/>
          <p:nvPr/>
        </p:nvGrpSpPr>
        <p:grpSpPr>
          <a:xfrm>
            <a:off x="9821174" y="3148680"/>
            <a:ext cx="685549" cy="988753"/>
            <a:chOff x="6139541" y="1010602"/>
            <a:chExt cx="1016877" cy="98875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CE37080-8792-78FB-9F20-276DFC20F750}"/>
                </a:ext>
              </a:extLst>
            </p:cNvPr>
            <p:cNvSpPr/>
            <p:nvPr/>
          </p:nvSpPr>
          <p:spPr>
            <a:xfrm>
              <a:off x="6139541" y="1010602"/>
              <a:ext cx="1016877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8457377-60FB-C85F-73D3-C7C0221E5B53}"/>
                </a:ext>
              </a:extLst>
            </p:cNvPr>
            <p:cNvSpPr/>
            <p:nvPr/>
          </p:nvSpPr>
          <p:spPr>
            <a:xfrm>
              <a:off x="6236556" y="1375596"/>
              <a:ext cx="82128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4272CB2-105D-69EA-BDDF-7F2EEE4EE211}"/>
              </a:ext>
            </a:extLst>
          </p:cNvPr>
          <p:cNvSpPr txBox="1"/>
          <p:nvPr/>
        </p:nvSpPr>
        <p:spPr>
          <a:xfrm flipH="1">
            <a:off x="8409890" y="180038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8C2E78F3-3219-47FF-C7C9-27FEEAA0A454}"/>
              </a:ext>
            </a:extLst>
          </p:cNvPr>
          <p:cNvCxnSpPr>
            <a:cxnSpLocks/>
            <a:stCxn id="55" idx="2"/>
            <a:endCxn id="51" idx="0"/>
          </p:cNvCxnSpPr>
          <p:nvPr/>
        </p:nvCxnSpPr>
        <p:spPr>
          <a:xfrm rot="16200000" flipH="1">
            <a:off x="9014061" y="1998792"/>
            <a:ext cx="654540" cy="164523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4E8011E-641B-A786-7BAF-A0C4C9FB5954}"/>
              </a:ext>
            </a:extLst>
          </p:cNvPr>
          <p:cNvSpPr txBox="1"/>
          <p:nvPr/>
        </p:nvSpPr>
        <p:spPr>
          <a:xfrm flipH="1">
            <a:off x="6058364" y="4491790"/>
            <a:ext cx="111688" cy="38878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E4E099-D23D-5E27-028F-CE0974FA4874}"/>
              </a:ext>
            </a:extLst>
          </p:cNvPr>
          <p:cNvSpPr txBox="1"/>
          <p:nvPr/>
        </p:nvSpPr>
        <p:spPr>
          <a:xfrm flipH="1">
            <a:off x="6478650" y="4491790"/>
            <a:ext cx="239414" cy="38878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1CC97E5D-F451-70F0-061F-823DB6187153}"/>
              </a:ext>
            </a:extLst>
          </p:cNvPr>
          <p:cNvCxnSpPr>
            <a:cxnSpLocks/>
            <a:stCxn id="62" idx="3"/>
            <a:endCxn id="73" idx="2"/>
          </p:cNvCxnSpPr>
          <p:nvPr/>
        </p:nvCxnSpPr>
        <p:spPr>
          <a:xfrm rot="10800000">
            <a:off x="2714706" y="4120217"/>
            <a:ext cx="3343658" cy="56596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F15729D-0F45-D497-6BAD-9BB39B81A11F}"/>
              </a:ext>
            </a:extLst>
          </p:cNvPr>
          <p:cNvSpPr txBox="1"/>
          <p:nvPr/>
        </p:nvSpPr>
        <p:spPr>
          <a:xfrm flipH="1">
            <a:off x="2260117" y="3156328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714D6C-76F4-43A2-65B8-A3A7849F298B}"/>
              </a:ext>
            </a:extLst>
          </p:cNvPr>
          <p:cNvSpPr txBox="1"/>
          <p:nvPr/>
        </p:nvSpPr>
        <p:spPr>
          <a:xfrm flipH="1">
            <a:off x="9570220" y="3151983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31F33671-9DBE-F8F6-2F4E-99B864A2C0A8}"/>
              </a:ext>
            </a:extLst>
          </p:cNvPr>
          <p:cNvCxnSpPr>
            <a:cxnSpLocks/>
            <a:stCxn id="64" idx="1"/>
            <a:endCxn id="75" idx="2"/>
          </p:cNvCxnSpPr>
          <p:nvPr/>
        </p:nvCxnSpPr>
        <p:spPr>
          <a:xfrm flipV="1">
            <a:off x="6718064" y="4115871"/>
            <a:ext cx="3306745" cy="57031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B2BEDC3-F1AE-B9CC-A958-2B7077B68937}"/>
              </a:ext>
            </a:extLst>
          </p:cNvPr>
          <p:cNvSpPr txBox="1"/>
          <p:nvPr/>
        </p:nvSpPr>
        <p:spPr>
          <a:xfrm flipH="1">
            <a:off x="6579530" y="175080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F3C207CB-C2C4-F310-C122-289FF7DE0D69}"/>
              </a:ext>
            </a:extLst>
          </p:cNvPr>
          <p:cNvCxnSpPr>
            <a:cxnSpLocks/>
          </p:cNvCxnSpPr>
          <p:nvPr/>
        </p:nvCxnSpPr>
        <p:spPr>
          <a:xfrm flipH="1">
            <a:off x="2985290" y="3638272"/>
            <a:ext cx="6796749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53F001B-09F1-BD66-D604-CDAF981A664E}"/>
              </a:ext>
            </a:extLst>
          </p:cNvPr>
          <p:cNvGrpSpPr/>
          <p:nvPr/>
        </p:nvGrpSpPr>
        <p:grpSpPr>
          <a:xfrm>
            <a:off x="9838532" y="5610750"/>
            <a:ext cx="701642" cy="998280"/>
            <a:chOff x="5762276" y="1021425"/>
            <a:chExt cx="4347468" cy="99828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1C65F65-A410-0C21-8DBF-37960AC22A61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0A45397-53F3-AE54-9B6E-F68177B8DA84}"/>
                </a:ext>
              </a:extLst>
            </p:cNvPr>
            <p:cNvSpPr/>
            <p:nvPr/>
          </p:nvSpPr>
          <p:spPr>
            <a:xfrm>
              <a:off x="5762276" y="1021425"/>
              <a:ext cx="4347468" cy="998280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6673ADF7-BDDA-D815-C1DB-C99818E37BC8}"/>
              </a:ext>
            </a:extLst>
          </p:cNvPr>
          <p:cNvCxnSpPr>
            <a:cxnSpLocks/>
            <a:stCxn id="134" idx="2"/>
            <a:endCxn id="144" idx="0"/>
          </p:cNvCxnSpPr>
          <p:nvPr/>
        </p:nvCxnSpPr>
        <p:spPr>
          <a:xfrm flipH="1">
            <a:off x="2009869" y="4075857"/>
            <a:ext cx="17263" cy="1526184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C4BF1B39-D286-0E0C-D4C2-0046DA68A181}"/>
              </a:ext>
            </a:extLst>
          </p:cNvPr>
          <p:cNvCxnSpPr>
            <a:cxnSpLocks/>
            <a:stCxn id="51" idx="2"/>
            <a:endCxn id="101" idx="0"/>
          </p:cNvCxnSpPr>
          <p:nvPr/>
        </p:nvCxnSpPr>
        <p:spPr>
          <a:xfrm>
            <a:off x="10163949" y="4137433"/>
            <a:ext cx="25404" cy="147331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88C8899-C2D3-2A6A-E1B5-2ACF5ADB02B0}"/>
              </a:ext>
            </a:extLst>
          </p:cNvPr>
          <p:cNvCxnSpPr>
            <a:cxnSpLocks/>
            <a:stCxn id="46" idx="2"/>
            <a:endCxn id="100" idx="1"/>
          </p:cNvCxnSpPr>
          <p:nvPr/>
        </p:nvCxnSpPr>
        <p:spPr>
          <a:xfrm rot="16200000" flipH="1">
            <a:off x="7441928" y="3772863"/>
            <a:ext cx="1369063" cy="3577235"/>
          </a:xfrm>
          <a:prstGeom prst="bentConnector2">
            <a:avLst/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040332B-F235-7263-0972-6584D07C49CB}"/>
              </a:ext>
            </a:extLst>
          </p:cNvPr>
          <p:cNvSpPr txBox="1"/>
          <p:nvPr/>
        </p:nvSpPr>
        <p:spPr>
          <a:xfrm>
            <a:off x="6259894" y="492766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D3D8AA2-9114-EDCF-B56F-714AAD3C59D9}"/>
              </a:ext>
            </a:extLst>
          </p:cNvPr>
          <p:cNvSpPr txBox="1"/>
          <p:nvPr/>
        </p:nvSpPr>
        <p:spPr>
          <a:xfrm>
            <a:off x="10098687" y="492367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1CEDF8D-E393-CD4A-8B04-B6B574BB233A}"/>
              </a:ext>
            </a:extLst>
          </p:cNvPr>
          <p:cNvSpPr txBox="1"/>
          <p:nvPr/>
        </p:nvSpPr>
        <p:spPr>
          <a:xfrm>
            <a:off x="2619357" y="4241792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13101E5-39C4-78BD-8820-6153DD2A7F83}"/>
              </a:ext>
            </a:extLst>
          </p:cNvPr>
          <p:cNvSpPr txBox="1"/>
          <p:nvPr/>
        </p:nvSpPr>
        <p:spPr>
          <a:xfrm>
            <a:off x="6621411" y="4184160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44514B0-0AFB-260F-A916-69486D8093FC}"/>
              </a:ext>
            </a:extLst>
          </p:cNvPr>
          <p:cNvSpPr txBox="1"/>
          <p:nvPr/>
        </p:nvSpPr>
        <p:spPr>
          <a:xfrm>
            <a:off x="2905389" y="3174434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stream</a:t>
            </a:r>
          </a:p>
        </p:txBody>
      </p:sp>
      <p:cxnSp>
        <p:nvCxnSpPr>
          <p:cNvPr id="154" name="Straight Arrow Connector 12">
            <a:extLst>
              <a:ext uri="{FF2B5EF4-FFF2-40B4-BE49-F238E27FC236}">
                <a16:creationId xmlns:a16="http://schemas.microsoft.com/office/drawing/2014/main" id="{9842C5EF-2CCA-BD62-D612-797E8F839D3D}"/>
              </a:ext>
            </a:extLst>
          </p:cNvPr>
          <p:cNvCxnSpPr>
            <a:cxnSpLocks/>
            <a:stCxn id="32" idx="3"/>
            <a:endCxn id="51" idx="3"/>
          </p:cNvCxnSpPr>
          <p:nvPr/>
        </p:nvCxnSpPr>
        <p:spPr>
          <a:xfrm flipH="1">
            <a:off x="10506723" y="650672"/>
            <a:ext cx="406702" cy="2992385"/>
          </a:xfrm>
          <a:prstGeom prst="bentConnector3">
            <a:avLst>
              <a:gd name="adj1" fmla="val -56208"/>
            </a:avLst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A3C426CE-7E0F-FA10-BCEE-EBEF9D056398}"/>
              </a:ext>
            </a:extLst>
          </p:cNvPr>
          <p:cNvSpPr txBox="1"/>
          <p:nvPr/>
        </p:nvSpPr>
        <p:spPr>
          <a:xfrm>
            <a:off x="10373893" y="1353900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20C2A81-2299-7291-63C9-A45ADD69E92F}"/>
              </a:ext>
            </a:extLst>
          </p:cNvPr>
          <p:cNvSpPr txBox="1"/>
          <p:nvPr/>
        </p:nvSpPr>
        <p:spPr>
          <a:xfrm rot="16200000">
            <a:off x="10120137" y="1162393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849E1463-C289-63C4-1090-C16BBAFA88F3}"/>
              </a:ext>
            </a:extLst>
          </p:cNvPr>
          <p:cNvSpPr/>
          <p:nvPr/>
        </p:nvSpPr>
        <p:spPr>
          <a:xfrm>
            <a:off x="5615396" y="113933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05C96E79-81F9-0770-0FB5-36DFA81DAEB4}"/>
              </a:ext>
            </a:extLst>
          </p:cNvPr>
          <p:cNvSpPr/>
          <p:nvPr/>
        </p:nvSpPr>
        <p:spPr>
          <a:xfrm>
            <a:off x="4726620" y="258536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8FCB9F5-90A9-20D3-5FDF-4D3E54EFE371}"/>
              </a:ext>
            </a:extLst>
          </p:cNvPr>
          <p:cNvSpPr txBox="1"/>
          <p:nvPr/>
        </p:nvSpPr>
        <p:spPr>
          <a:xfrm>
            <a:off x="5072691" y="2568346"/>
            <a:ext cx="2462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route by latency </a:t>
            </a:r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🔀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30D76CD-9BFF-39A5-A764-9B5E9A87CC55}"/>
              </a:ext>
            </a:extLst>
          </p:cNvPr>
          <p:cNvSpPr/>
          <p:nvPr/>
        </p:nvSpPr>
        <p:spPr>
          <a:xfrm>
            <a:off x="3683365" y="400005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A93A9E-EE15-D151-7A65-619E44802207}"/>
              </a:ext>
            </a:extLst>
          </p:cNvPr>
          <p:cNvSpPr txBox="1"/>
          <p:nvPr/>
        </p:nvSpPr>
        <p:spPr>
          <a:xfrm>
            <a:off x="4029436" y="3983036"/>
            <a:ext cx="2183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replicate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AFDB5476-EB69-E96B-1F28-C3A224DED0B0}"/>
              </a:ext>
            </a:extLst>
          </p:cNvPr>
          <p:cNvSpPr/>
          <p:nvPr/>
        </p:nvSpPr>
        <p:spPr>
          <a:xfrm>
            <a:off x="2404149" y="51206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AA69115-C4C7-1CF2-CD9F-32FF18500F2E}"/>
              </a:ext>
            </a:extLst>
          </p:cNvPr>
          <p:cNvSpPr txBox="1"/>
          <p:nvPr/>
        </p:nvSpPr>
        <p:spPr>
          <a:xfrm>
            <a:off x="2750221" y="5103611"/>
            <a:ext cx="1081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B832C39-0038-D42A-22B5-3B7C08192199}"/>
              </a:ext>
            </a:extLst>
          </p:cNvPr>
          <p:cNvSpPr txBox="1"/>
          <p:nvPr/>
        </p:nvSpPr>
        <p:spPr>
          <a:xfrm>
            <a:off x="6369504" y="5850681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2285079-DA05-D70E-DE02-26C2687BE296}"/>
              </a:ext>
            </a:extLst>
          </p:cNvPr>
          <p:cNvSpPr txBox="1"/>
          <p:nvPr/>
        </p:nvSpPr>
        <p:spPr>
          <a:xfrm>
            <a:off x="8512508" y="2452037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64513AC-D228-C61C-681C-760A54795AB9}"/>
              </a:ext>
            </a:extLst>
          </p:cNvPr>
          <p:cNvSpPr txBox="1"/>
          <p:nvPr/>
        </p:nvSpPr>
        <p:spPr>
          <a:xfrm>
            <a:off x="4157370" y="2466983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81C668C-5693-2576-A290-3B4D33D8BF75}"/>
              </a:ext>
            </a:extLst>
          </p:cNvPr>
          <p:cNvSpPr txBox="1"/>
          <p:nvPr/>
        </p:nvSpPr>
        <p:spPr>
          <a:xfrm>
            <a:off x="1497769" y="2296542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glow>
                    <a:schemeClr val="bg1"/>
                  </a:glow>
                </a:effectLst>
              </a:rPr>
              <a:t>cluster</a:t>
            </a:r>
            <a:endParaRPr lang="en-GB" sz="2800" baseline="-17000" dirty="0">
              <a:solidFill>
                <a:schemeClr val="bg1">
                  <a:lumMod val="50000"/>
                  <a:lumOff val="5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105020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47361</TotalTime>
  <Words>63</Words>
  <Application>Microsoft Macintosh PowerPoint</Application>
  <PresentationFormat>Widescreen</PresentationFormat>
  <Paragraphs>47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158</cp:revision>
  <dcterms:created xsi:type="dcterms:W3CDTF">2022-10-07T16:14:37Z</dcterms:created>
  <dcterms:modified xsi:type="dcterms:W3CDTF">2025-10-15T14:45:07Z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2025-04-22T20:24:11Z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0273951c-fd53-413d-88cd-89e7cfbec521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