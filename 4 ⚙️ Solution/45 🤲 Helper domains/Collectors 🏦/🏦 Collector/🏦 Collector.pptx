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42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💳 User Payments" id="{1A9CE56E-D584-2B48-BB32-CC12D44B6CEE}">
          <p14:sldIdLst>
            <p14:sldId id="1742"/>
          </p14:sldIdLst>
        </p14:section>
        <p14:section name="Default Section" id="{95EB813E-D102-FA40-8E25-4F35EBD229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6052-13E1-6E7B-CEC7-B9FD7913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74528-4D7E-BC32-1FFF-D03C5DA73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3E18-F847-947F-745C-EFAC06661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C9DB89-8F5B-F4E0-0303-A4E066C807F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BE827-2541-CC5A-32ED-7D1D94DB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050203-2746-01BF-68A1-9674CCC6012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B747B-6C58-773A-CBEE-9085867017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4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8A53-2A2B-F068-EACA-A89FF89B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7313E9E-B85E-3050-01A9-0B92C8A2DDFE}"/>
              </a:ext>
            </a:extLst>
          </p:cNvPr>
          <p:cNvGrpSpPr/>
          <p:nvPr/>
        </p:nvGrpSpPr>
        <p:grpSpPr>
          <a:xfrm>
            <a:off x="3579239" y="1440928"/>
            <a:ext cx="2836748" cy="1038741"/>
            <a:chOff x="3355998" y="1319213"/>
            <a:chExt cx="2344420" cy="103874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4F8EF71-0620-803B-5DC0-D59E9B925973}"/>
                </a:ext>
              </a:extLst>
            </p:cNvPr>
            <p:cNvSpPr/>
            <p:nvPr/>
          </p:nvSpPr>
          <p:spPr>
            <a:xfrm>
              <a:off x="3446251" y="1706525"/>
              <a:ext cx="217530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EFCD24E-4C32-D389-D67C-5996B9838A09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02E2FB-C95A-82A6-241C-C852297F7A72}"/>
              </a:ext>
            </a:extLst>
          </p:cNvPr>
          <p:cNvGrpSpPr/>
          <p:nvPr/>
        </p:nvGrpSpPr>
        <p:grpSpPr>
          <a:xfrm>
            <a:off x="6999830" y="1443433"/>
            <a:ext cx="3252035" cy="1014729"/>
            <a:chOff x="6896275" y="3372365"/>
            <a:chExt cx="2221184" cy="101472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C3447E3-D7DD-D95C-D3CC-3A719F28CE5B}"/>
                </a:ext>
              </a:extLst>
            </p:cNvPr>
            <p:cNvSpPr/>
            <p:nvPr/>
          </p:nvSpPr>
          <p:spPr>
            <a:xfrm>
              <a:off x="6964264" y="3735665"/>
              <a:ext cx="208275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B7CB96-F56B-EEA1-023D-51E5A6B64260}"/>
                </a:ext>
              </a:extLst>
            </p:cNvPr>
            <p:cNvSpPr/>
            <p:nvPr/>
          </p:nvSpPr>
          <p:spPr>
            <a:xfrm>
              <a:off x="6896275" y="3372365"/>
              <a:ext cx="222118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</p:grp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4455B529-17C0-74D2-8759-99902C018559}"/>
              </a:ext>
            </a:extLst>
          </p:cNvPr>
          <p:cNvCxnSpPr>
            <a:cxnSpLocks/>
            <a:stCxn id="134" idx="0"/>
            <a:endCxn id="2" idx="0"/>
          </p:cNvCxnSpPr>
          <p:nvPr/>
        </p:nvCxnSpPr>
        <p:spPr>
          <a:xfrm rot="16200000" flipH="1">
            <a:off x="9420771" y="1495729"/>
            <a:ext cx="1479366" cy="1403824"/>
          </a:xfrm>
          <a:prstGeom prst="bentConnector3">
            <a:avLst>
              <a:gd name="adj1" fmla="val -33283"/>
            </a:avLst>
          </a:prstGeom>
          <a:noFill/>
          <a:ln w="19050">
            <a:solidFill>
              <a:schemeClr val="tx1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DE61A69F-5663-E754-24B4-D0DB862EEF52}"/>
              </a:ext>
            </a:extLst>
          </p:cNvPr>
          <p:cNvCxnSpPr>
            <a:cxnSpLocks/>
            <a:stCxn id="15" idx="3"/>
            <a:endCxn id="117" idx="2"/>
          </p:cNvCxnSpPr>
          <p:nvPr/>
        </p:nvCxnSpPr>
        <p:spPr>
          <a:xfrm flipV="1">
            <a:off x="2576715" y="2479669"/>
            <a:ext cx="1564253" cy="6064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3DE62425-5AC2-D175-845F-B455D310DBD2}"/>
              </a:ext>
            </a:extLst>
          </p:cNvPr>
          <p:cNvSpPr txBox="1">
            <a:spLocks/>
          </p:cNvSpPr>
          <p:nvPr/>
        </p:nvSpPr>
        <p:spPr>
          <a:xfrm>
            <a:off x="3105337" y="435256"/>
            <a:ext cx="29115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 B2C service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079D4BE8-97CC-D5FB-DED4-FF501C8AD49B}"/>
              </a:ext>
            </a:extLst>
          </p:cNvPr>
          <p:cNvSpPr/>
          <p:nvPr/>
        </p:nvSpPr>
        <p:spPr>
          <a:xfrm>
            <a:off x="2726711" y="46410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177F16-A808-FE2D-EDD7-6D2BCDADE2DF}"/>
              </a:ext>
            </a:extLst>
          </p:cNvPr>
          <p:cNvSpPr/>
          <p:nvPr/>
        </p:nvSpPr>
        <p:spPr>
          <a:xfrm>
            <a:off x="9906947" y="2937324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BC65C2-9D7D-63CF-DA95-CF00A200BEE7}"/>
              </a:ext>
            </a:extLst>
          </p:cNvPr>
          <p:cNvSpPr/>
          <p:nvPr/>
        </p:nvSpPr>
        <p:spPr>
          <a:xfrm>
            <a:off x="665877" y="2804980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13B98C-B417-FAA3-6E43-46E86CE505E0}"/>
              </a:ext>
            </a:extLst>
          </p:cNvPr>
          <p:cNvSpPr/>
          <p:nvPr/>
        </p:nvSpPr>
        <p:spPr>
          <a:xfrm>
            <a:off x="665877" y="682326"/>
            <a:ext cx="191083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4A9C8818-EEF2-B806-A111-4ECE0B85A231}"/>
              </a:ext>
            </a:extLst>
          </p:cNvPr>
          <p:cNvCxnSpPr>
            <a:cxnSpLocks/>
            <a:stCxn id="26" idx="3"/>
            <a:endCxn id="117" idx="0"/>
          </p:cNvCxnSpPr>
          <p:nvPr/>
        </p:nvCxnSpPr>
        <p:spPr>
          <a:xfrm>
            <a:off x="2576715" y="963418"/>
            <a:ext cx="1564253" cy="47398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CFA4FA6-B99D-19F8-306A-5F1769EE0EE4}"/>
              </a:ext>
            </a:extLst>
          </p:cNvPr>
          <p:cNvGrpSpPr/>
          <p:nvPr/>
        </p:nvGrpSpPr>
        <p:grpSpPr>
          <a:xfrm>
            <a:off x="2753087" y="3217116"/>
            <a:ext cx="3290157" cy="400110"/>
            <a:chOff x="3087195" y="3984765"/>
            <a:chExt cx="3290157" cy="400110"/>
          </a:xfrm>
        </p:grpSpPr>
        <p:sp>
          <p:nvSpPr>
            <p:cNvPr id="84" name="Content Placeholder 2">
              <a:extLst>
                <a:ext uri="{FF2B5EF4-FFF2-40B4-BE49-F238E27FC236}">
                  <a16:creationId xmlns:a16="http://schemas.microsoft.com/office/drawing/2014/main" id="{BC3EF660-4E3F-15FC-8B43-AB68DEB1A378}"/>
                </a:ext>
              </a:extLst>
            </p:cNvPr>
            <p:cNvSpPr txBox="1">
              <a:spLocks/>
            </p:cNvSpPr>
            <p:nvPr/>
          </p:nvSpPr>
          <p:spPr>
            <a:xfrm>
              <a:off x="3465821" y="3984765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 B2B service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C955D8B4-5B7E-CBDC-84EE-B7CDF741EA65}"/>
                </a:ext>
              </a:extLst>
            </p:cNvPr>
            <p:cNvSpPr/>
            <p:nvPr/>
          </p:nvSpPr>
          <p:spPr>
            <a:xfrm>
              <a:off x="3087195" y="401361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9A83FB2-2BD2-9347-5898-C434D2F612C8}"/>
              </a:ext>
            </a:extLst>
          </p:cNvPr>
          <p:cNvGrpSpPr/>
          <p:nvPr/>
        </p:nvGrpSpPr>
        <p:grpSpPr>
          <a:xfrm>
            <a:off x="5818055" y="438891"/>
            <a:ext cx="3290157" cy="400110"/>
            <a:chOff x="5911634" y="2271354"/>
            <a:chExt cx="3290157" cy="400110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C6A61252-30B2-C3F1-9A89-9FE156F14512}"/>
                </a:ext>
              </a:extLst>
            </p:cNvPr>
            <p:cNvSpPr txBox="1">
              <a:spLocks/>
            </p:cNvSpPr>
            <p:nvPr/>
          </p:nvSpPr>
          <p:spPr>
            <a:xfrm>
              <a:off x="6290260" y="2271354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traditional payment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DE88167-E0A6-84F5-FFE1-EBD48FD977A5}"/>
                </a:ext>
              </a:extLst>
            </p:cNvPr>
            <p:cNvSpPr/>
            <p:nvPr/>
          </p:nvSpPr>
          <p:spPr>
            <a:xfrm>
              <a:off x="5911634" y="230020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BFE0225-2885-3D18-DE0F-74E7178A7DF4}"/>
              </a:ext>
            </a:extLst>
          </p:cNvPr>
          <p:cNvGrpSpPr/>
          <p:nvPr/>
        </p:nvGrpSpPr>
        <p:grpSpPr>
          <a:xfrm>
            <a:off x="9451095" y="435256"/>
            <a:ext cx="2599811" cy="400110"/>
            <a:chOff x="8051584" y="579143"/>
            <a:chExt cx="2599811" cy="400110"/>
          </a:xfrm>
        </p:grpSpPr>
        <p:sp>
          <p:nvSpPr>
            <p:cNvPr id="97" name="Content Placeholder 2">
              <a:extLst>
                <a:ext uri="{FF2B5EF4-FFF2-40B4-BE49-F238E27FC236}">
                  <a16:creationId xmlns:a16="http://schemas.microsoft.com/office/drawing/2014/main" id="{A3565473-2ACF-3246-D51B-9FC0BE932742}"/>
                </a:ext>
              </a:extLst>
            </p:cNvPr>
            <p:cNvSpPr txBox="1">
              <a:spLocks/>
            </p:cNvSpPr>
            <p:nvPr/>
          </p:nvSpPr>
          <p:spPr>
            <a:xfrm>
              <a:off x="8430210" y="579143"/>
              <a:ext cx="222118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paid notification</a:t>
              </a: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7EEE3A35-A3E3-5B54-7017-3BC43556AD60}"/>
                </a:ext>
              </a:extLst>
            </p:cNvPr>
            <p:cNvSpPr/>
            <p:nvPr/>
          </p:nvSpPr>
          <p:spPr>
            <a:xfrm>
              <a:off x="8051584" y="60799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03" name="Can 102">
            <a:extLst>
              <a:ext uri="{FF2B5EF4-FFF2-40B4-BE49-F238E27FC236}">
                <a16:creationId xmlns:a16="http://schemas.microsoft.com/office/drawing/2014/main" id="{B169E425-D8FF-8CC5-77FE-FAB5725D5774}"/>
              </a:ext>
            </a:extLst>
          </p:cNvPr>
          <p:cNvSpPr/>
          <p:nvPr/>
        </p:nvSpPr>
        <p:spPr>
          <a:xfrm>
            <a:off x="5080488" y="2123874"/>
            <a:ext cx="1026274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receipts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73CDFE-3635-4B84-8545-A718A06907B6}"/>
              </a:ext>
            </a:extLst>
          </p:cNvPr>
          <p:cNvSpPr txBox="1"/>
          <p:nvPr/>
        </p:nvSpPr>
        <p:spPr>
          <a:xfrm>
            <a:off x="5652898" y="144092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EAE21600-0FA9-F7F2-F938-BC0BE9D66ED9}"/>
              </a:ext>
            </a:extLst>
          </p:cNvPr>
          <p:cNvCxnSpPr>
            <a:cxnSpLocks/>
            <a:stCxn id="115" idx="0"/>
            <a:endCxn id="109" idx="0"/>
          </p:cNvCxnSpPr>
          <p:nvPr/>
        </p:nvCxnSpPr>
        <p:spPr>
          <a:xfrm rot="5400000" flipH="1" flipV="1">
            <a:off x="6624974" y="648067"/>
            <a:ext cx="22088" cy="1600755"/>
          </a:xfrm>
          <a:prstGeom prst="bentConnector3">
            <a:avLst>
              <a:gd name="adj1" fmla="val 216990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959778B-13B9-07DB-6B22-2F018024A8F5}"/>
              </a:ext>
            </a:extLst>
          </p:cNvPr>
          <p:cNvSpPr txBox="1"/>
          <p:nvPr/>
        </p:nvSpPr>
        <p:spPr>
          <a:xfrm>
            <a:off x="7253653" y="1437400"/>
            <a:ext cx="365485" cy="10331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94C4C6A-9734-1C4B-A6E2-CF911FCDFC4E}"/>
              </a:ext>
            </a:extLst>
          </p:cNvPr>
          <p:cNvSpPr txBox="1"/>
          <p:nvPr/>
        </p:nvSpPr>
        <p:spPr>
          <a:xfrm>
            <a:off x="5652898" y="1459488"/>
            <a:ext cx="365485" cy="137227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0EA8965-6B1D-BE11-1FF7-4E0615E84077}"/>
              </a:ext>
            </a:extLst>
          </p:cNvPr>
          <p:cNvSpPr txBox="1"/>
          <p:nvPr/>
        </p:nvSpPr>
        <p:spPr>
          <a:xfrm>
            <a:off x="3958225" y="1437401"/>
            <a:ext cx="365485" cy="104226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32" name="Can 131">
            <a:extLst>
              <a:ext uri="{FF2B5EF4-FFF2-40B4-BE49-F238E27FC236}">
                <a16:creationId xmlns:a16="http://schemas.microsoft.com/office/drawing/2014/main" id="{09C1442C-FE1D-A7B1-E4A0-CDAAF9561BB3}"/>
              </a:ext>
            </a:extLst>
          </p:cNvPr>
          <p:cNvSpPr/>
          <p:nvPr/>
        </p:nvSpPr>
        <p:spPr>
          <a:xfrm>
            <a:off x="8957033" y="2045780"/>
            <a:ext cx="1026274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receipts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9354B9-4FA2-ACAA-7798-37C86AA97F79}"/>
              </a:ext>
            </a:extLst>
          </p:cNvPr>
          <p:cNvSpPr txBox="1"/>
          <p:nvPr/>
        </p:nvSpPr>
        <p:spPr>
          <a:xfrm>
            <a:off x="9275799" y="1457958"/>
            <a:ext cx="365485" cy="104226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145" name="Straight Arrow Connector 12">
            <a:extLst>
              <a:ext uri="{FF2B5EF4-FFF2-40B4-BE49-F238E27FC236}">
                <a16:creationId xmlns:a16="http://schemas.microsoft.com/office/drawing/2014/main" id="{A9B37019-DE30-8A99-B023-D2EDDB81CC31}"/>
              </a:ext>
            </a:extLst>
          </p:cNvPr>
          <p:cNvCxnSpPr>
            <a:cxnSpLocks/>
            <a:stCxn id="109" idx="2"/>
            <a:endCxn id="115" idx="2"/>
          </p:cNvCxnSpPr>
          <p:nvPr/>
        </p:nvCxnSpPr>
        <p:spPr>
          <a:xfrm rot="5400000">
            <a:off x="6455418" y="1850781"/>
            <a:ext cx="361203" cy="1600755"/>
          </a:xfrm>
          <a:prstGeom prst="bentConnector3">
            <a:avLst>
              <a:gd name="adj1" fmla="val 173026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D35DD19-C8BD-7597-7586-01690322CF4B}"/>
              </a:ext>
            </a:extLst>
          </p:cNvPr>
          <p:cNvGrpSpPr/>
          <p:nvPr/>
        </p:nvGrpSpPr>
        <p:grpSpPr>
          <a:xfrm>
            <a:off x="5806051" y="3217116"/>
            <a:ext cx="3290157" cy="400110"/>
            <a:chOff x="5911634" y="2271354"/>
            <a:chExt cx="3290157" cy="400110"/>
          </a:xfrm>
        </p:grpSpPr>
        <p:sp>
          <p:nvSpPr>
            <p:cNvPr id="160" name="Content Placeholder 2">
              <a:extLst>
                <a:ext uri="{FF2B5EF4-FFF2-40B4-BE49-F238E27FC236}">
                  <a16:creationId xmlns:a16="http://schemas.microsoft.com/office/drawing/2014/main" id="{B72475BA-15B0-845E-A3DF-037353F3186E}"/>
                </a:ext>
              </a:extLst>
            </p:cNvPr>
            <p:cNvSpPr txBox="1">
              <a:spLocks/>
            </p:cNvSpPr>
            <p:nvPr/>
          </p:nvSpPr>
          <p:spPr>
            <a:xfrm>
              <a:off x="6290260" y="2271354"/>
              <a:ext cx="291153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traditional receipt</a:t>
              </a:r>
            </a:p>
          </p:txBody>
        </p:sp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872548C3-F9E5-02B1-E130-FC5D6666854E}"/>
                </a:ext>
              </a:extLst>
            </p:cNvPr>
            <p:cNvSpPr/>
            <p:nvPr/>
          </p:nvSpPr>
          <p:spPr>
            <a:xfrm>
              <a:off x="5911634" y="230020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FCEBC4-8FCA-CA34-530E-A1063241507E}"/>
              </a:ext>
            </a:extLst>
          </p:cNvPr>
          <p:cNvSpPr txBox="1"/>
          <p:nvPr/>
        </p:nvSpPr>
        <p:spPr>
          <a:xfrm>
            <a:off x="147264" y="6233934"/>
            <a:ext cx="401231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COLLECTOR: Daily usage</a:t>
            </a:r>
          </a:p>
        </p:txBody>
      </p:sp>
    </p:spTree>
    <p:extLst>
      <p:ext uri="{BB962C8B-B14F-4D97-AF65-F5344CB8AC3E}">
        <p14:creationId xmlns:p14="http://schemas.microsoft.com/office/powerpoint/2010/main" val="178725138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47550</TotalTime>
  <Words>46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155</cp:revision>
  <dcterms:created xsi:type="dcterms:W3CDTF">2022-10-07T16:14:37Z</dcterms:created>
  <dcterms:modified xsi:type="dcterms:W3CDTF">2025-10-16T10:04:51Z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2025-04-22T20:20:57Z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bf14e818-fd77-4fbf-9a47-e0cf3bba9b8b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