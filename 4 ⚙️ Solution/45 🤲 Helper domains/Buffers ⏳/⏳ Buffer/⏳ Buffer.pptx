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763" r:id="rId2"/>
  </p:sld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F0603020204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📨 Domain Comms" id="{99CFD94D-794F-7A4C-8500-8C4EA52CB0E6}">
          <p14:sldIdLst>
            <p14:sldId id="1763"/>
          </p14:sldIdLst>
        </p14:section>
        <p14:section name="Default Section" id="{3347790E-766C-144A-829B-7966F370A95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1256"/>
    <a:srgbClr val="945200"/>
    <a:srgbClr val="AB7942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99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73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commentAuthors" Target="commentAuthor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2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5AA76E2-5387-0591-6806-A600C2228479}"/>
              </a:ext>
            </a:extLst>
          </p:cNvPr>
          <p:cNvGrpSpPr/>
          <p:nvPr/>
        </p:nvGrpSpPr>
        <p:grpSpPr>
          <a:xfrm>
            <a:off x="4703629" y="590463"/>
            <a:ext cx="1776583" cy="2043408"/>
            <a:chOff x="7507403" y="1006814"/>
            <a:chExt cx="697376" cy="20434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2D6AC1D-344D-AA77-6B95-6D3A7A4D98F1}"/>
                </a:ext>
              </a:extLst>
            </p:cNvPr>
            <p:cNvSpPr/>
            <p:nvPr/>
          </p:nvSpPr>
          <p:spPr>
            <a:xfrm>
              <a:off x="7507403" y="1006814"/>
              <a:ext cx="697376" cy="204340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8DEEFA4-E202-86D3-C618-FA86C0AAF42E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</p:grp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39001D68-FEB3-0A3F-7BAE-4A1CD6E666D8}"/>
              </a:ext>
            </a:extLst>
          </p:cNvPr>
          <p:cNvCxnSpPr>
            <a:cxnSpLocks/>
            <a:endCxn id="33" idx="3"/>
          </p:cNvCxnSpPr>
          <p:nvPr/>
        </p:nvCxnSpPr>
        <p:spPr>
          <a:xfrm rot="16200000" flipH="1">
            <a:off x="4610323" y="1796030"/>
            <a:ext cx="700825" cy="19513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E4AA81-C48C-E0CB-5C31-21CBFCA1FB81}"/>
              </a:ext>
            </a:extLst>
          </p:cNvPr>
          <p:cNvGrpSpPr/>
          <p:nvPr/>
        </p:nvGrpSpPr>
        <p:grpSpPr>
          <a:xfrm>
            <a:off x="200986" y="587245"/>
            <a:ext cx="2131291" cy="1038741"/>
            <a:chOff x="7507403" y="1006813"/>
            <a:chExt cx="691415" cy="103874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193745-5696-4667-3566-77573308F3D0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Streamer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A1D6169-8A1F-9DBE-16A5-A43E0AD247E9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D5E814C-7135-51A2-FEAF-C06A2BCCEB00}"/>
              </a:ext>
            </a:extLst>
          </p:cNvPr>
          <p:cNvSpPr txBox="1"/>
          <p:nvPr/>
        </p:nvSpPr>
        <p:spPr>
          <a:xfrm>
            <a:off x="218268" y="830863"/>
            <a:ext cx="8922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400" dirty="0"/>
          </a:p>
        </p:txBody>
      </p: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FC545FDC-D3A3-6D5C-C249-0CF8BA67BF55}"/>
              </a:ext>
            </a:extLst>
          </p:cNvPr>
          <p:cNvCxnSpPr>
            <a:cxnSpLocks/>
            <a:stCxn id="20" idx="3"/>
            <a:endCxn id="17" idx="1"/>
          </p:cNvCxnSpPr>
          <p:nvPr/>
        </p:nvCxnSpPr>
        <p:spPr>
          <a:xfrm>
            <a:off x="2234491" y="1248381"/>
            <a:ext cx="2547434" cy="3217"/>
          </a:xfrm>
          <a:prstGeom prst="straightConnector1">
            <a:avLst/>
          </a:prstGeom>
          <a:ln>
            <a:solidFill>
              <a:schemeClr val="accent2"/>
            </a:solidFill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505F773-645F-BDD8-1193-33EF43BE5788}"/>
              </a:ext>
            </a:extLst>
          </p:cNvPr>
          <p:cNvSpPr/>
          <p:nvPr/>
        </p:nvSpPr>
        <p:spPr>
          <a:xfrm>
            <a:off x="6612069" y="138326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A3682A-6963-1A73-AD3D-DF5335D03A42}"/>
              </a:ext>
            </a:extLst>
          </p:cNvPr>
          <p:cNvSpPr txBox="1">
            <a:spLocks/>
          </p:cNvSpPr>
          <p:nvPr/>
        </p:nvSpPr>
        <p:spPr>
          <a:xfrm>
            <a:off x="6970916" y="1354197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wake up!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27E69D1-A6AC-AFEB-E5FC-22652C513132}"/>
              </a:ext>
            </a:extLst>
          </p:cNvPr>
          <p:cNvGrpSpPr/>
          <p:nvPr/>
        </p:nvGrpSpPr>
        <p:grpSpPr>
          <a:xfrm>
            <a:off x="5058303" y="2001369"/>
            <a:ext cx="1325907" cy="485284"/>
            <a:chOff x="6815360" y="4134487"/>
            <a:chExt cx="1126524" cy="645912"/>
          </a:xfrm>
        </p:grpSpPr>
        <p:sp>
          <p:nvSpPr>
            <p:cNvPr id="33" name="Can 32">
              <a:extLst>
                <a:ext uri="{FF2B5EF4-FFF2-40B4-BE49-F238E27FC236}">
                  <a16:creationId xmlns:a16="http://schemas.microsoft.com/office/drawing/2014/main" id="{3CC379A6-8627-54A5-0D6A-6D73DE5EB486}"/>
                </a:ext>
              </a:extLst>
            </p:cNvPr>
            <p:cNvSpPr/>
            <p:nvPr/>
          </p:nvSpPr>
          <p:spPr>
            <a:xfrm rot="5400000">
              <a:off x="7055666" y="3894181"/>
              <a:ext cx="645912" cy="1126524"/>
            </a:xfrm>
            <a:prstGeom prst="ca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2B4EEDC-7498-9162-8649-24052650119E}"/>
                </a:ext>
              </a:extLst>
            </p:cNvPr>
            <p:cNvSpPr txBox="1"/>
            <p:nvPr/>
          </p:nvSpPr>
          <p:spPr>
            <a:xfrm>
              <a:off x="6891891" y="4255059"/>
              <a:ext cx="869994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2000" i="1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queue</a:t>
              </a:r>
            </a:p>
          </p:txBody>
        </p:sp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BA9FFC8-F9BE-DA30-29E4-5D66D26B0039}"/>
              </a:ext>
            </a:extLst>
          </p:cNvPr>
          <p:cNvSpPr/>
          <p:nvPr/>
        </p:nvSpPr>
        <p:spPr>
          <a:xfrm>
            <a:off x="2483416" y="140073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317DBD05-EA5B-4123-7DC4-EE72584832C2}"/>
              </a:ext>
            </a:extLst>
          </p:cNvPr>
          <p:cNvCxnSpPr>
            <a:cxnSpLocks/>
            <a:stCxn id="58" idx="2"/>
            <a:endCxn id="33" idx="1"/>
          </p:cNvCxnSpPr>
          <p:nvPr/>
        </p:nvCxnSpPr>
        <p:spPr>
          <a:xfrm rot="5400000">
            <a:off x="7755031" y="172368"/>
            <a:ext cx="700824" cy="3442464"/>
          </a:xfrm>
          <a:prstGeom prst="bentConnector2">
            <a:avLst/>
          </a:prstGeom>
          <a:ln>
            <a:solidFill>
              <a:schemeClr val="accent2"/>
            </a:solidFill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CA2BA75-A390-059A-4597-B848FBFB94F4}"/>
              </a:ext>
            </a:extLst>
          </p:cNvPr>
          <p:cNvSpPr/>
          <p:nvPr/>
        </p:nvSpPr>
        <p:spPr>
          <a:xfrm>
            <a:off x="6619137" y="237085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D19FE98E-4E57-5434-FF94-BD0C192BA1B2}"/>
              </a:ext>
            </a:extLst>
          </p:cNvPr>
          <p:cNvSpPr txBox="1">
            <a:spLocks/>
          </p:cNvSpPr>
          <p:nvPr/>
        </p:nvSpPr>
        <p:spPr>
          <a:xfrm>
            <a:off x="6977984" y="2341796"/>
            <a:ext cx="200866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consume, sleep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0D6076-AC6B-0C06-0F99-A2AA3BDE7199}"/>
              </a:ext>
            </a:extLst>
          </p:cNvPr>
          <p:cNvGrpSpPr/>
          <p:nvPr/>
        </p:nvGrpSpPr>
        <p:grpSpPr>
          <a:xfrm>
            <a:off x="8658947" y="591734"/>
            <a:ext cx="3304846" cy="1038741"/>
            <a:chOff x="9314925" y="591734"/>
            <a:chExt cx="3304846" cy="103874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5005D1-53E0-02E8-3D2D-02CF5CA99102}"/>
                </a:ext>
              </a:extLst>
            </p:cNvPr>
            <p:cNvSpPr/>
            <p:nvPr/>
          </p:nvSpPr>
          <p:spPr>
            <a:xfrm>
              <a:off x="9314925" y="591734"/>
              <a:ext cx="3304846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FACFB15-F1E7-E7D6-9EB6-6B39C56A1588}"/>
                </a:ext>
              </a:extLst>
            </p:cNvPr>
            <p:cNvSpPr/>
            <p:nvPr/>
          </p:nvSpPr>
          <p:spPr>
            <a:xfrm>
              <a:off x="9405365" y="981005"/>
              <a:ext cx="2154576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🔔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Subscriber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5B5F7AA-D24D-A22C-832E-3D9856B81966}"/>
              </a:ext>
            </a:extLst>
          </p:cNvPr>
          <p:cNvGrpSpPr/>
          <p:nvPr/>
        </p:nvGrpSpPr>
        <p:grpSpPr>
          <a:xfrm>
            <a:off x="2917665" y="1355196"/>
            <a:ext cx="1445156" cy="1076322"/>
            <a:chOff x="2548607" y="4207312"/>
            <a:chExt cx="1445156" cy="107632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410C8F0-E5B1-EEB2-0834-C2A825707D13}"/>
                </a:ext>
              </a:extLst>
            </p:cNvPr>
            <p:cNvSpPr txBox="1"/>
            <p:nvPr/>
          </p:nvSpPr>
          <p:spPr>
            <a:xfrm>
              <a:off x="2548607" y="4207312"/>
              <a:ext cx="142828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public key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encrypted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events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0D09618-129E-A3D7-19C1-A71F3A107798}"/>
                </a:ext>
              </a:extLst>
            </p:cNvPr>
            <p:cNvSpPr txBox="1"/>
            <p:nvPr/>
          </p:nvSpPr>
          <p:spPr>
            <a:xfrm>
              <a:off x="3400316" y="4914302"/>
              <a:ext cx="593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endParaRPr lang="en-US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8EF3445-4CD6-EF4E-0D74-BECFF21CAF09}"/>
              </a:ext>
            </a:extLst>
          </p:cNvPr>
          <p:cNvGrpSpPr/>
          <p:nvPr/>
        </p:nvGrpSpPr>
        <p:grpSpPr>
          <a:xfrm>
            <a:off x="9919584" y="1715434"/>
            <a:ext cx="1821692" cy="753046"/>
            <a:chOff x="2548607" y="4207312"/>
            <a:chExt cx="1821692" cy="753046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4E2918D-F08F-E548-0A77-45BBFCD102C2}"/>
                </a:ext>
              </a:extLst>
            </p:cNvPr>
            <p:cNvSpPr txBox="1"/>
            <p:nvPr/>
          </p:nvSpPr>
          <p:spPr>
            <a:xfrm>
              <a:off x="2548607" y="4207312"/>
              <a:ext cx="170218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decrypt with private key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AF6258E-1015-EE87-93AA-600DBD05F11A}"/>
                </a:ext>
              </a:extLst>
            </p:cNvPr>
            <p:cNvSpPr txBox="1"/>
            <p:nvPr/>
          </p:nvSpPr>
          <p:spPr>
            <a:xfrm>
              <a:off x="3855178" y="4591026"/>
              <a:ext cx="51512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🔑</a:t>
              </a:r>
              <a:endParaRPr lang="en-US" dirty="0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099AD5C0-81BD-6C6D-9428-51B66C29487C}"/>
              </a:ext>
            </a:extLst>
          </p:cNvPr>
          <p:cNvSpPr/>
          <p:nvPr/>
        </p:nvSpPr>
        <p:spPr>
          <a:xfrm>
            <a:off x="10994403" y="981005"/>
            <a:ext cx="892797" cy="5621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DNS</a:t>
            </a:r>
          </a:p>
        </p:txBody>
      </p: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83EAF23A-0632-1D7A-653B-AC729C1DB186}"/>
              </a:ext>
            </a:extLst>
          </p:cNvPr>
          <p:cNvCxnSpPr>
            <a:cxnSpLocks/>
            <a:stCxn id="21" idx="0"/>
            <a:endCxn id="87" idx="0"/>
          </p:cNvCxnSpPr>
          <p:nvPr/>
        </p:nvCxnSpPr>
        <p:spPr>
          <a:xfrm rot="16200000" flipH="1">
            <a:off x="6156837" y="-4302960"/>
            <a:ext cx="393760" cy="10174170"/>
          </a:xfrm>
          <a:prstGeom prst="bentConnector3">
            <a:avLst>
              <a:gd name="adj1" fmla="val -100967"/>
            </a:avLst>
          </a:prstGeom>
          <a:ln>
            <a:solidFill>
              <a:schemeClr val="accent4"/>
            </a:solidFill>
            <a:prstDash val="dash"/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6F7A60B2-9A0F-76BB-526C-8343038E26B7}"/>
              </a:ext>
            </a:extLst>
          </p:cNvPr>
          <p:cNvSpPr/>
          <p:nvPr/>
        </p:nvSpPr>
        <p:spPr>
          <a:xfrm>
            <a:off x="2477483" y="33862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7B1B513-E201-061A-AD21-E93BB706B797}"/>
              </a:ext>
            </a:extLst>
          </p:cNvPr>
          <p:cNvGrpSpPr/>
          <p:nvPr/>
        </p:nvGrpSpPr>
        <p:grpSpPr>
          <a:xfrm>
            <a:off x="2843416" y="290280"/>
            <a:ext cx="1796388" cy="782457"/>
            <a:chOff x="1389777" y="1966013"/>
            <a:chExt cx="1796388" cy="782457"/>
          </a:xfrm>
        </p:grpSpPr>
        <p:sp>
          <p:nvSpPr>
            <p:cNvPr id="89" name="Content Placeholder 2">
              <a:extLst>
                <a:ext uri="{FF2B5EF4-FFF2-40B4-BE49-F238E27FC236}">
                  <a16:creationId xmlns:a16="http://schemas.microsoft.com/office/drawing/2014/main" id="{29667772-5B94-342F-A665-85A9C14F4EEB}"/>
                </a:ext>
              </a:extLst>
            </p:cNvPr>
            <p:cNvSpPr txBox="1">
              <a:spLocks/>
            </p:cNvSpPr>
            <p:nvPr/>
          </p:nvSpPr>
          <p:spPr>
            <a:xfrm>
              <a:off x="1389777" y="1966013"/>
              <a:ext cx="153489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subscriber’s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public key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EBF6F8F-D2DE-8217-E7F7-12470CD37ED5}"/>
                </a:ext>
              </a:extLst>
            </p:cNvPr>
            <p:cNvSpPr txBox="1"/>
            <p:nvPr/>
          </p:nvSpPr>
          <p:spPr>
            <a:xfrm>
              <a:off x="2592718" y="2379138"/>
              <a:ext cx="593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🔑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2A1AAF-476E-5F41-FE04-629944005D56}"/>
              </a:ext>
            </a:extLst>
          </p:cNvPr>
          <p:cNvSpPr txBox="1"/>
          <p:nvPr/>
        </p:nvSpPr>
        <p:spPr>
          <a:xfrm>
            <a:off x="147264" y="6233934"/>
            <a:ext cx="3313408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BUFFER: Daily usage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59BCF5A2-D11C-B575-A78D-570453732D40}"/>
              </a:ext>
            </a:extLst>
          </p:cNvPr>
          <p:cNvCxnSpPr>
            <a:cxnSpLocks/>
            <a:stCxn id="17" idx="3"/>
            <a:endCxn id="58" idx="1"/>
          </p:cNvCxnSpPr>
          <p:nvPr/>
        </p:nvCxnSpPr>
        <p:spPr>
          <a:xfrm>
            <a:off x="6384211" y="1251598"/>
            <a:ext cx="2365176" cy="10499"/>
          </a:xfrm>
          <a:prstGeom prst="straightConnector1">
            <a:avLst/>
          </a:prstGeom>
          <a:ln>
            <a:solidFill>
              <a:schemeClr val="accent2"/>
            </a:solidFill>
            <a:headEnd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14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50049</TotalTime>
  <Words>46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Amazon Ember Display</vt:lpstr>
      <vt:lpstr>Arial</vt:lpstr>
      <vt:lpstr>Amazon Ember</vt:lpstr>
      <vt:lpstr>Wingdings</vt:lpstr>
      <vt:lpstr>AWS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160</cp:revision>
  <dcterms:created xsi:type="dcterms:W3CDTF">2022-10-07T16:14:37Z</dcterms:created>
  <dcterms:modified xsi:type="dcterms:W3CDTF">2025-10-15T19:24:17Z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2025-04-22T20:23:49Z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2279434c-2844-442c-aab4-b2cb19003bc0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