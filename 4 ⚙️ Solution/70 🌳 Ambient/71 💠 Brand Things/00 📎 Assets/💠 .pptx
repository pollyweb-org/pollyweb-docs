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839" r:id="rId2"/>
    <p:sldId id="1766" r:id="rId3"/>
    <p:sldId id="1767" r:id="rId4"/>
    <p:sldId id="1764" r:id="rId5"/>
    <p:sldId id="1770" r:id="rId6"/>
    <p:sldId id="1786" r:id="rId7"/>
    <p:sldId id="1794" r:id="rId8"/>
    <p:sldId id="1793" r:id="rId9"/>
  </p:sldIdLst>
  <p:sldSz cx="12192000" cy="6858000"/>
  <p:notesSz cx="6858000" cy="9144000"/>
  <p:embeddedFontLst>
    <p:embeddedFont>
      <p:font typeface="Amazon Ember" panose="020B0603020204020204" pitchFamily="34" charset="0"/>
      <p:regular r:id="rId12"/>
      <p:bold r:id="rId13"/>
      <p:italic r:id="rId14"/>
      <p:boldItalic r:id="rId15"/>
    </p:embeddedFont>
    <p:embeddedFont>
      <p:font typeface="Amazon Ember Display" panose="020F0603020204020204" pitchFamily="34" charset="0"/>
      <p:regular r:id="rId16"/>
      <p:bold r:id="rId17"/>
      <p:italic r:id="rId18"/>
      <p:boldItalic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💠 Brand Things" id="{F5F53290-E124-1F47-99D1-3D40DE96DC76}">
          <p14:sldIdLst>
            <p14:sldId id="1839"/>
            <p14:sldId id="1766"/>
            <p14:sldId id="1767"/>
            <p14:sldId id="1764"/>
            <p14:sldId id="1770"/>
            <p14:sldId id="1786"/>
            <p14:sldId id="1794"/>
            <p14:sldId id="17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1" d="100"/>
          <a:sy n="121" d="100"/>
        </p:scale>
        <p:origin x="200" y="3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485EE-1B0C-5FDA-9EE4-3AC758F7D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85BAF-D16F-1974-849C-788B80635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FD674-7B80-F530-DC21-8BDA85FD4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6478688-15BD-A186-B72C-AEFA4C5BF26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581C7-FEFB-08D6-93FD-F81517B4B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611A932-49DE-2EF8-9574-6B3BFA78A9C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9/9/25 9:21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8AB25-B393-D1F1-9B75-F56CA376ED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96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EAC4-45B2-F564-0D64-5E7D628D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39CFB-AA72-AADB-91F6-9ECE344F2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AACFE-32CC-BF15-E7BA-03B10A24F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0EF1923-4165-A169-7444-C2B681483FD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9FAA7-29B6-D4EA-B996-1D11DBD7E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95FAEA-EE17-0ECE-ADD4-7548A0097BF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9/9/25 9:21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B2BB5-EA6B-FD2C-CB93-3B6B3B9E20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203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04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748AF-4277-EAAB-87D3-2A0154AB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F7C8CA-DFFC-EF44-A801-A7CC99544B90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💠 Brand Things</a:t>
            </a:r>
          </a:p>
        </p:txBody>
      </p:sp>
    </p:spTree>
    <p:extLst>
      <p:ext uri="{BB962C8B-B14F-4D97-AF65-F5344CB8AC3E}">
        <p14:creationId xmlns:p14="http://schemas.microsoft.com/office/powerpoint/2010/main" val="90420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E370FBBE-D83B-45FF-0C7C-F690D65FBF98}"/>
              </a:ext>
            </a:extLst>
          </p:cNvPr>
          <p:cNvGrpSpPr/>
          <p:nvPr/>
        </p:nvGrpSpPr>
        <p:grpSpPr>
          <a:xfrm>
            <a:off x="7199643" y="1316369"/>
            <a:ext cx="2379462" cy="3833758"/>
            <a:chOff x="-427350" y="4568789"/>
            <a:chExt cx="2379462" cy="383375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C6E4B36-02FC-A5BF-987F-8B90297FECBF}"/>
                </a:ext>
              </a:extLst>
            </p:cNvPr>
            <p:cNvGrpSpPr/>
            <p:nvPr/>
          </p:nvGrpSpPr>
          <p:grpSpPr>
            <a:xfrm>
              <a:off x="-427350" y="5347089"/>
              <a:ext cx="2204184" cy="1034461"/>
              <a:chOff x="4739478" y="3056276"/>
              <a:chExt cx="2003803" cy="1034461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96E8D77-48D2-4306-71A2-80167D0BB25D}"/>
                  </a:ext>
                </a:extLst>
              </p:cNvPr>
              <p:cNvSpPr/>
              <p:nvPr/>
            </p:nvSpPr>
            <p:spPr>
              <a:xfrm>
                <a:off x="4739478" y="3056276"/>
                <a:ext cx="2003803" cy="103446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💠</a:t>
                </a:r>
                <a:r>
                  <a:rPr lang="en-US" sz="2800" baseline="-17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Thing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A79FE31-0EB8-3DB1-F07D-9569FA8CFF22}"/>
                  </a:ext>
                </a:extLst>
              </p:cNvPr>
              <p:cNvSpPr/>
              <p:nvPr/>
            </p:nvSpPr>
            <p:spPr>
              <a:xfrm>
                <a:off x="4827872" y="3428999"/>
                <a:ext cx="1828508" cy="56218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💍 </a:t>
                </a:r>
                <a:r>
                  <a:rPr lang="en-GB" sz="24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Userable</a:t>
                </a:r>
              </a:p>
            </p:txBody>
          </p: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F841A1F-4165-D050-CEF6-7C123D490459}"/>
                </a:ext>
              </a:extLst>
            </p:cNvPr>
            <p:cNvSpPr/>
            <p:nvPr/>
          </p:nvSpPr>
          <p:spPr>
            <a:xfrm>
              <a:off x="-336205" y="6424019"/>
              <a:ext cx="2258368" cy="1978528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144000" tIns="144000" rIns="144000" bIns="144000" anchor="t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🔑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keys</a:t>
              </a:r>
            </a:p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👓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glasses</a:t>
              </a:r>
            </a:p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⏱️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watches</a:t>
              </a:r>
            </a:p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💍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US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jewelry</a:t>
              </a:r>
              <a:endParaRPr lang="en-US" sz="2400" dirty="0"/>
            </a:p>
          </p:txBody>
        </p:sp>
        <p:sp>
          <p:nvSpPr>
            <p:cNvPr id="48" name="Content Placeholder 2">
              <a:extLst>
                <a:ext uri="{FF2B5EF4-FFF2-40B4-BE49-F238E27FC236}">
                  <a16:creationId xmlns:a16="http://schemas.microsoft.com/office/drawing/2014/main" id="{8C570A66-F96F-8600-F819-D40797B7DA8A}"/>
                </a:ext>
              </a:extLst>
            </p:cNvPr>
            <p:cNvSpPr txBox="1">
              <a:spLocks/>
            </p:cNvSpPr>
            <p:nvPr/>
          </p:nvSpPr>
          <p:spPr>
            <a:xfrm>
              <a:off x="766054" y="4568789"/>
              <a:ext cx="118605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pay,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access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E201231-6C0D-FDA3-2BD7-8BF8FCBF3BBD}"/>
              </a:ext>
            </a:extLst>
          </p:cNvPr>
          <p:cNvGrpSpPr/>
          <p:nvPr/>
        </p:nvGrpSpPr>
        <p:grpSpPr>
          <a:xfrm>
            <a:off x="9686063" y="4790520"/>
            <a:ext cx="2075301" cy="1034461"/>
            <a:chOff x="4739477" y="3056276"/>
            <a:chExt cx="1886637" cy="103446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B22D45-E5D7-F428-072C-F9622557A6CC}"/>
                </a:ext>
              </a:extLst>
            </p:cNvPr>
            <p:cNvSpPr/>
            <p:nvPr/>
          </p:nvSpPr>
          <p:spPr>
            <a:xfrm>
              <a:off x="4739477" y="3056276"/>
              <a:ext cx="1886637" cy="103446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💍</a:t>
              </a:r>
              <a:r>
                <a:rPr lang="en-US" sz="28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Userable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50301-4A5C-425B-DF8B-CDC4DE34F002}"/>
                </a:ext>
              </a:extLst>
            </p:cNvPr>
            <p:cNvSpPr/>
            <p:nvPr/>
          </p:nvSpPr>
          <p:spPr>
            <a:xfrm>
              <a:off x="4827873" y="3428999"/>
              <a:ext cx="1703621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⌚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Tapband</a:t>
              </a:r>
            </a:p>
          </p:txBody>
        </p:sp>
      </p:grpSp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931BF006-6C1E-2222-2EF0-C77CAA1F7936}"/>
              </a:ext>
            </a:extLst>
          </p:cNvPr>
          <p:cNvCxnSpPr>
            <a:cxnSpLocks/>
            <a:stCxn id="14" idx="3"/>
            <a:endCxn id="10" idx="0"/>
          </p:cNvCxnSpPr>
          <p:nvPr/>
        </p:nvCxnSpPr>
        <p:spPr>
          <a:xfrm>
            <a:off x="9403827" y="2611900"/>
            <a:ext cx="1319887" cy="217862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36F8E52-9EE5-2B82-996C-AC7CC6EAB464}"/>
              </a:ext>
            </a:extLst>
          </p:cNvPr>
          <p:cNvSpPr txBox="1">
            <a:spLocks/>
          </p:cNvSpPr>
          <p:nvPr/>
        </p:nvSpPr>
        <p:spPr>
          <a:xfrm rot="5400000">
            <a:off x="9998831" y="3232151"/>
            <a:ext cx="183972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effectLst>
                  <a:glow>
                    <a:schemeClr val="bg1"/>
                  </a:glow>
                </a:effectLst>
              </a:rPr>
              <a:t>smart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A4654E3-5245-A617-19BC-FA9D498BA5C0}"/>
              </a:ext>
            </a:extLst>
          </p:cNvPr>
          <p:cNvGrpSpPr/>
          <p:nvPr/>
        </p:nvGrpSpPr>
        <p:grpSpPr>
          <a:xfrm>
            <a:off x="3820455" y="367439"/>
            <a:ext cx="1848054" cy="1023792"/>
            <a:chOff x="7503733" y="1006813"/>
            <a:chExt cx="725431" cy="102379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018840B-9AEA-ADFF-C9B3-98D87B4AB7D5}"/>
                </a:ext>
              </a:extLst>
            </p:cNvPr>
            <p:cNvSpPr/>
            <p:nvPr/>
          </p:nvSpPr>
          <p:spPr>
            <a:xfrm>
              <a:off x="7503733" y="1006813"/>
              <a:ext cx="725431" cy="10237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Locator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B66D480-585B-C624-0E52-46F97D9841BD}"/>
                </a:ext>
              </a:extLst>
            </p:cNvPr>
            <p:cNvSpPr/>
            <p:nvPr/>
          </p:nvSpPr>
          <p:spPr>
            <a:xfrm>
              <a:off x="7538291" y="1378148"/>
              <a:ext cx="652508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💠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Thing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CCFCA3A8-681E-005D-A8CE-76FE28A4478B}"/>
              </a:ext>
            </a:extLst>
          </p:cNvPr>
          <p:cNvSpPr/>
          <p:nvPr/>
        </p:nvSpPr>
        <p:spPr>
          <a:xfrm>
            <a:off x="3908492" y="1391231"/>
            <a:ext cx="2520178" cy="1978528"/>
          </a:xfrm>
          <a:prstGeom prst="rect">
            <a:avLst/>
          </a:prstGeom>
          <a:noFill/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t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🐬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animal chips</a:t>
            </a:r>
            <a:b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🎾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equipment</a:t>
            </a:r>
          </a:p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👕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clothing</a:t>
            </a:r>
            <a:b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📚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books</a:t>
            </a:r>
            <a:b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🐶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pet ID tags</a:t>
            </a:r>
          </a:p>
        </p:txBody>
      </p:sp>
      <p:cxnSp>
        <p:nvCxnSpPr>
          <p:cNvPr id="31" name="Straight Arrow Connector 12">
            <a:extLst>
              <a:ext uri="{FF2B5EF4-FFF2-40B4-BE49-F238E27FC236}">
                <a16:creationId xmlns:a16="http://schemas.microsoft.com/office/drawing/2014/main" id="{588BF08A-17A6-E1F5-FA71-1D60C947B0AC}"/>
              </a:ext>
            </a:extLst>
          </p:cNvPr>
          <p:cNvCxnSpPr>
            <a:cxnSpLocks/>
            <a:stCxn id="28" idx="3"/>
            <a:endCxn id="14" idx="0"/>
          </p:cNvCxnSpPr>
          <p:nvPr/>
        </p:nvCxnSpPr>
        <p:spPr>
          <a:xfrm>
            <a:off x="5668509" y="879335"/>
            <a:ext cx="2633226" cy="121533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DA5BAA5-4F12-CB9E-5BE8-D772BCC04AA5}"/>
              </a:ext>
            </a:extLst>
          </p:cNvPr>
          <p:cNvSpPr txBox="1">
            <a:spLocks/>
          </p:cNvSpPr>
          <p:nvPr/>
        </p:nvSpPr>
        <p:spPr>
          <a:xfrm>
            <a:off x="6685504" y="469798"/>
            <a:ext cx="227096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effectLst>
                  <a:glow>
                    <a:schemeClr val="bg1"/>
                  </a:glow>
                </a:effectLst>
              </a:rPr>
              <a:t>specialization 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AA733BE-B78F-037D-61AA-2EC8F945C24E}"/>
              </a:ext>
            </a:extLst>
          </p:cNvPr>
          <p:cNvSpPr txBox="1">
            <a:spLocks/>
          </p:cNvSpPr>
          <p:nvPr/>
        </p:nvSpPr>
        <p:spPr>
          <a:xfrm>
            <a:off x="10756345" y="4058297"/>
            <a:ext cx="131818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unlock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untrace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55ED102-960F-0E76-72BB-E42714B787A0}"/>
              </a:ext>
            </a:extLst>
          </p:cNvPr>
          <p:cNvGrpSpPr/>
          <p:nvPr/>
        </p:nvGrpSpPr>
        <p:grpSpPr>
          <a:xfrm>
            <a:off x="472253" y="2498433"/>
            <a:ext cx="2379144" cy="3769317"/>
            <a:chOff x="8936432" y="1276942"/>
            <a:chExt cx="2379144" cy="376931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6AE7CE1-D94A-D581-DA57-CF8E7A8A00CC}"/>
                </a:ext>
              </a:extLst>
            </p:cNvPr>
            <p:cNvSpPr/>
            <p:nvPr/>
          </p:nvSpPr>
          <p:spPr>
            <a:xfrm>
              <a:off x="9047441" y="2377118"/>
              <a:ext cx="1662280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🤖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Robot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CAA07B0-A447-B19D-1BE7-47AAA4900EDA}"/>
                </a:ext>
              </a:extLst>
            </p:cNvPr>
            <p:cNvGrpSpPr/>
            <p:nvPr/>
          </p:nvGrpSpPr>
          <p:grpSpPr>
            <a:xfrm>
              <a:off x="8936432" y="1276942"/>
              <a:ext cx="2379144" cy="3769317"/>
              <a:chOff x="8936432" y="1276942"/>
              <a:chExt cx="2379144" cy="3769317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9CDA6FF-8B6E-B8DF-CEBB-A5D811D0D635}"/>
                  </a:ext>
                </a:extLst>
              </p:cNvPr>
              <p:cNvSpPr/>
              <p:nvPr/>
            </p:nvSpPr>
            <p:spPr>
              <a:xfrm>
                <a:off x="8936432" y="2004395"/>
                <a:ext cx="1881024" cy="103446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💠</a:t>
                </a:r>
                <a:r>
                  <a:rPr lang="en-US" sz="2800" baseline="-17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Thing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A1BDF6D-DAB8-622C-27E9-AADD86B33F25}"/>
                  </a:ext>
                </a:extLst>
              </p:cNvPr>
              <p:cNvSpPr/>
              <p:nvPr/>
            </p:nvSpPr>
            <p:spPr>
              <a:xfrm>
                <a:off x="9057208" y="3067731"/>
                <a:ext cx="2258368" cy="1978528"/>
              </a:xfrm>
              <a:prstGeom prst="rect">
                <a:avLst/>
              </a:prstGeom>
              <a:noFill/>
              <a:ln w="28575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144000" tIns="144000" rIns="144000" bIns="144000" anchor="t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📺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en-GB" sz="24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appliances</a:t>
                </a:r>
              </a:p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💡</a:t>
                </a:r>
                <a:r>
                  <a:rPr lang="en-GB" sz="24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 lights</a:t>
                </a:r>
              </a:p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🖨️</a:t>
                </a:r>
                <a:r>
                  <a:rPr lang="en-GB" sz="24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 printers</a:t>
                </a:r>
              </a:p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🚙</a:t>
                </a:r>
                <a:r>
                  <a:rPr lang="en-GB" sz="24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 vehicles</a:t>
                </a:r>
                <a:endParaRPr lang="en-GB" sz="2400" dirty="0"/>
              </a:p>
            </p:txBody>
          </p:sp>
          <p:sp>
            <p:nvSpPr>
              <p:cNvPr id="44" name="Content Placeholder 2">
                <a:extLst>
                  <a:ext uri="{FF2B5EF4-FFF2-40B4-BE49-F238E27FC236}">
                    <a16:creationId xmlns:a16="http://schemas.microsoft.com/office/drawing/2014/main" id="{68A01BCD-242F-C13B-B8C6-F38B72A2A7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97310" y="1276942"/>
                <a:ext cx="1186058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- remote</a:t>
                </a:r>
                <a:b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</a:b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control</a:t>
                </a:r>
              </a:p>
            </p:txBody>
          </p:sp>
        </p:grpSp>
      </p:grpSp>
      <p:cxnSp>
        <p:nvCxnSpPr>
          <p:cNvPr id="45" name="Straight Arrow Connector 12">
            <a:extLst>
              <a:ext uri="{FF2B5EF4-FFF2-40B4-BE49-F238E27FC236}">
                <a16:creationId xmlns:a16="http://schemas.microsoft.com/office/drawing/2014/main" id="{D5745F0C-3C8D-072C-AD55-6CB707E4F630}"/>
              </a:ext>
            </a:extLst>
          </p:cNvPr>
          <p:cNvCxnSpPr>
            <a:cxnSpLocks/>
            <a:stCxn id="28" idx="1"/>
            <a:endCxn id="40" idx="0"/>
          </p:cNvCxnSpPr>
          <p:nvPr/>
        </p:nvCxnSpPr>
        <p:spPr>
          <a:xfrm rot="10800000" flipV="1">
            <a:off x="1412765" y="879334"/>
            <a:ext cx="2407690" cy="2346551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1B8D44B2-2CD6-1D6D-9702-418DB99090B5}"/>
              </a:ext>
            </a:extLst>
          </p:cNvPr>
          <p:cNvSpPr txBox="1">
            <a:spLocks/>
          </p:cNvSpPr>
          <p:nvPr/>
        </p:nvSpPr>
        <p:spPr>
          <a:xfrm>
            <a:off x="1322281" y="460087"/>
            <a:ext cx="227096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effectLst>
                  <a:glow>
                    <a:schemeClr val="bg1"/>
                  </a:glow>
                </a:effectLst>
              </a:rPr>
              <a:t>specialization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4FF4D-84D5-95F9-877D-DF92F8D7C42C}"/>
              </a:ext>
            </a:extLst>
          </p:cNvPr>
          <p:cNvSpPr txBox="1"/>
          <p:nvPr/>
        </p:nvSpPr>
        <p:spPr>
          <a:xfrm>
            <a:off x="206409" y="6409189"/>
            <a:ext cx="68768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THING</a:t>
            </a:r>
          </a:p>
        </p:txBody>
      </p:sp>
    </p:spTree>
    <p:extLst>
      <p:ext uri="{BB962C8B-B14F-4D97-AF65-F5344CB8AC3E}">
        <p14:creationId xmlns:p14="http://schemas.microsoft.com/office/powerpoint/2010/main" val="215943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B23D4-349A-6938-DF90-618C2B538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>
            <a:extLst>
              <a:ext uri="{FF2B5EF4-FFF2-40B4-BE49-F238E27FC236}">
                <a16:creationId xmlns:a16="http://schemas.microsoft.com/office/drawing/2014/main" id="{423A6EEB-6494-F82B-1BD2-D36D734B44F2}"/>
              </a:ext>
            </a:extLst>
          </p:cNvPr>
          <p:cNvSpPr/>
          <p:nvPr/>
        </p:nvSpPr>
        <p:spPr>
          <a:xfrm>
            <a:off x="8681986" y="209921"/>
            <a:ext cx="3301465" cy="3698398"/>
          </a:xfrm>
          <a:prstGeom prst="rect">
            <a:avLst/>
          </a:prstGeom>
          <a:solidFill>
            <a:schemeClr val="accent2">
              <a:alpha val="151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2134015-C45E-114F-D8C5-EC25D397AAFA}"/>
              </a:ext>
            </a:extLst>
          </p:cNvPr>
          <p:cNvSpPr/>
          <p:nvPr/>
        </p:nvSpPr>
        <p:spPr>
          <a:xfrm>
            <a:off x="208548" y="209920"/>
            <a:ext cx="3362425" cy="3698398"/>
          </a:xfrm>
          <a:prstGeom prst="rect">
            <a:avLst/>
          </a:prstGeom>
          <a:solidFill>
            <a:schemeClr val="accent5">
              <a:alpha val="151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83" name="Straight Arrow Connector 12">
            <a:extLst>
              <a:ext uri="{FF2B5EF4-FFF2-40B4-BE49-F238E27FC236}">
                <a16:creationId xmlns:a16="http://schemas.microsoft.com/office/drawing/2014/main" id="{851DF64B-DBC1-54CF-A9B3-44EC2DAD37E1}"/>
              </a:ext>
            </a:extLst>
          </p:cNvPr>
          <p:cNvCxnSpPr>
            <a:cxnSpLocks/>
            <a:stCxn id="57" idx="3"/>
            <a:endCxn id="6" idx="1"/>
          </p:cNvCxnSpPr>
          <p:nvPr/>
        </p:nvCxnSpPr>
        <p:spPr>
          <a:xfrm>
            <a:off x="3316903" y="1077444"/>
            <a:ext cx="189719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6" name="Content Placeholder 2">
            <a:extLst>
              <a:ext uri="{FF2B5EF4-FFF2-40B4-BE49-F238E27FC236}">
                <a16:creationId xmlns:a16="http://schemas.microsoft.com/office/drawing/2014/main" id="{9611376E-06A6-56FC-C891-E5EE95A276A3}"/>
              </a:ext>
            </a:extLst>
          </p:cNvPr>
          <p:cNvSpPr txBox="1">
            <a:spLocks/>
          </p:cNvSpPr>
          <p:nvPr/>
        </p:nvSpPr>
        <p:spPr>
          <a:xfrm>
            <a:off x="3939474" y="656014"/>
            <a:ext cx="12581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</a:t>
            </a:r>
          </a:p>
        </p:txBody>
      </p:sp>
      <p:cxnSp>
        <p:nvCxnSpPr>
          <p:cNvPr id="39" name="Straight Arrow Connector 12">
            <a:extLst>
              <a:ext uri="{FF2B5EF4-FFF2-40B4-BE49-F238E27FC236}">
                <a16:creationId xmlns:a16="http://schemas.microsoft.com/office/drawing/2014/main" id="{D7B62366-1458-F68B-0285-28527DE30101}"/>
              </a:ext>
            </a:extLst>
          </p:cNvPr>
          <p:cNvCxnSpPr>
            <a:cxnSpLocks/>
            <a:stCxn id="29" idx="1"/>
            <a:endCxn id="6" idx="3"/>
          </p:cNvCxnSpPr>
          <p:nvPr/>
        </p:nvCxnSpPr>
        <p:spPr>
          <a:xfrm flipH="1">
            <a:off x="7063676" y="1077027"/>
            <a:ext cx="182418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202CD9F7-B58B-9355-58E3-549CEB86D534}"/>
              </a:ext>
            </a:extLst>
          </p:cNvPr>
          <p:cNvSpPr txBox="1">
            <a:spLocks/>
          </p:cNvSpPr>
          <p:nvPr/>
        </p:nvSpPr>
        <p:spPr>
          <a:xfrm>
            <a:off x="7219513" y="653629"/>
            <a:ext cx="12581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265D571-3D74-D11E-DBDC-1EE08B380773}"/>
              </a:ext>
            </a:extLst>
          </p:cNvPr>
          <p:cNvGrpSpPr/>
          <p:nvPr/>
        </p:nvGrpSpPr>
        <p:grpSpPr>
          <a:xfrm>
            <a:off x="410760" y="411531"/>
            <a:ext cx="2906142" cy="1446550"/>
            <a:chOff x="882399" y="719544"/>
            <a:chExt cx="2906142" cy="144655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AFB2BC7-FB39-D578-C50D-90A2A5201FC7}"/>
                </a:ext>
              </a:extLst>
            </p:cNvPr>
            <p:cNvGrpSpPr/>
            <p:nvPr/>
          </p:nvGrpSpPr>
          <p:grpSpPr>
            <a:xfrm>
              <a:off x="882399" y="727049"/>
              <a:ext cx="2906142" cy="1376872"/>
              <a:chOff x="5578804" y="162390"/>
              <a:chExt cx="2906142" cy="1376872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734FE9B-4DB6-2C17-9C5E-52D7F7E7F0ED}"/>
                  </a:ext>
                </a:extLst>
              </p:cNvPr>
              <p:cNvSpPr/>
              <p:nvPr/>
            </p:nvSpPr>
            <p:spPr>
              <a:xfrm>
                <a:off x="5578804" y="162390"/>
                <a:ext cx="2906142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A0FC63E-63C5-5B75-BBDD-0A0A43F4E6E1}"/>
                  </a:ext>
                </a:extLst>
              </p:cNvPr>
              <p:cNvSpPr/>
              <p:nvPr/>
            </p:nvSpPr>
            <p:spPr>
              <a:xfrm>
                <a:off x="6593268" y="25368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Wallet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1DC79AB7-DA4B-CD8F-66FE-ED1F121CF33D}"/>
                  </a:ext>
                </a:extLst>
              </p:cNvPr>
              <p:cNvSpPr/>
              <p:nvPr/>
            </p:nvSpPr>
            <p:spPr>
              <a:xfrm>
                <a:off x="7229651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BCF33E7-2477-A364-EF63-3D984E0352B4}"/>
                  </a:ext>
                </a:extLst>
              </p:cNvPr>
              <p:cNvSpPr/>
              <p:nvPr/>
            </p:nvSpPr>
            <p:spPr>
              <a:xfrm>
                <a:off x="7861924" y="89899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AEF14B0-90A4-290B-E389-E91C6237668A}"/>
                  </a:ext>
                </a:extLst>
              </p:cNvPr>
              <p:cNvSpPr/>
              <p:nvPr/>
            </p:nvSpPr>
            <p:spPr>
              <a:xfrm>
                <a:off x="6589696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4E22FC7-C708-30D7-02D4-5BAA68653AA2}"/>
                  </a:ext>
                </a:extLst>
              </p:cNvPr>
              <p:cNvSpPr txBox="1"/>
              <p:nvPr/>
            </p:nvSpPr>
            <p:spPr>
              <a:xfrm>
                <a:off x="6576210" y="769821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7E64610-49C6-FECB-5FD1-D68F6FE5DCF7}"/>
                  </a:ext>
                </a:extLst>
              </p:cNvPr>
              <p:cNvSpPr txBox="1"/>
              <p:nvPr/>
            </p:nvSpPr>
            <p:spPr>
              <a:xfrm>
                <a:off x="6606493" y="192605"/>
                <a:ext cx="5743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US" sz="3600" dirty="0"/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5E73755-DB64-99B5-2478-2B128DD75620}"/>
                </a:ext>
              </a:extLst>
            </p:cNvPr>
            <p:cNvSpPr txBox="1"/>
            <p:nvPr/>
          </p:nvSpPr>
          <p:spPr>
            <a:xfrm>
              <a:off x="883786" y="719544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98" name="Content Placeholder 2">
              <a:extLst>
                <a:ext uri="{FF2B5EF4-FFF2-40B4-BE49-F238E27FC236}">
                  <a16:creationId xmlns:a16="http://schemas.microsoft.com/office/drawing/2014/main" id="{6BF41704-D35C-7841-A7B9-5587D32E115D}"/>
                </a:ext>
              </a:extLst>
            </p:cNvPr>
            <p:cNvSpPr txBox="1">
              <a:spLocks/>
            </p:cNvSpPr>
            <p:nvPr/>
          </p:nvSpPr>
          <p:spPr>
            <a:xfrm>
              <a:off x="905366" y="753629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E187FF5-84BE-1008-9C18-36EBBA7F4231}"/>
              </a:ext>
            </a:extLst>
          </p:cNvPr>
          <p:cNvGrpSpPr/>
          <p:nvPr/>
        </p:nvGrpSpPr>
        <p:grpSpPr>
          <a:xfrm>
            <a:off x="8887865" y="403670"/>
            <a:ext cx="2889136" cy="1446550"/>
            <a:chOff x="8887865" y="750664"/>
            <a:chExt cx="2889136" cy="144655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24A4E6C-BE22-46E2-E946-ACA3B65E5A3D}"/>
                </a:ext>
              </a:extLst>
            </p:cNvPr>
            <p:cNvGrpSpPr/>
            <p:nvPr/>
          </p:nvGrpSpPr>
          <p:grpSpPr>
            <a:xfrm>
              <a:off x="8887865" y="750664"/>
              <a:ext cx="2889136" cy="1446550"/>
              <a:chOff x="334439" y="2940858"/>
              <a:chExt cx="2889136" cy="144655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129C5CA-0B48-411F-DAEA-70BC7A945377}"/>
                  </a:ext>
                </a:extLst>
              </p:cNvPr>
              <p:cNvSpPr/>
              <p:nvPr/>
            </p:nvSpPr>
            <p:spPr>
              <a:xfrm>
                <a:off x="334439" y="2974943"/>
                <a:ext cx="2889136" cy="12785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DDBF608A-7393-CC91-9BB2-56130B36CE7E}"/>
                  </a:ext>
                </a:extLst>
              </p:cNvPr>
              <p:cNvGrpSpPr/>
              <p:nvPr/>
            </p:nvGrpSpPr>
            <p:grpSpPr>
              <a:xfrm>
                <a:off x="2218409" y="2940858"/>
                <a:ext cx="1005166" cy="1446550"/>
                <a:chOff x="3200080" y="385707"/>
                <a:chExt cx="1005166" cy="1446550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34DFBF8-E229-ADFA-B54D-8DE745B139AD}"/>
                    </a:ext>
                  </a:extLst>
                </p:cNvPr>
                <p:cNvSpPr txBox="1"/>
                <p:nvPr/>
              </p:nvSpPr>
              <p:spPr>
                <a:xfrm>
                  <a:off x="3200080" y="385707"/>
                  <a:ext cx="1005166" cy="144655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88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🧑‍🦱</a:t>
                  </a:r>
                  <a:endParaRPr lang="en-GB" sz="8800" dirty="0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32214BC-30C9-AF4F-1F69-2A95FB3018DE}"/>
                    </a:ext>
                  </a:extLst>
                </p:cNvPr>
                <p:cNvSpPr txBox="1"/>
                <p:nvPr/>
              </p:nvSpPr>
              <p:spPr>
                <a:xfrm flipH="1">
                  <a:off x="3566678" y="1311563"/>
                  <a:ext cx="271970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GB" dirty="0"/>
                    <a:t>     </a:t>
                  </a:r>
                </a:p>
              </p:txBody>
            </p:sp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3F2BCAFA-3DD6-878B-6E1C-1E5C4161000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21660" y="419792"/>
                  <a:ext cx="962007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9144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ct val="100000"/>
                    </a:lnSpc>
                    <a:spcAft>
                      <a:spcPts val="600"/>
                    </a:spcAft>
                    <a:buNone/>
                  </a:pPr>
                  <a:r>
                    <a: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guest</a:t>
                  </a:r>
                </a:p>
              </p:txBody>
            </p:sp>
          </p:grpSp>
        </p:grp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83D2D72-70D4-6564-72B5-387E0B74EC70}"/>
                </a:ext>
              </a:extLst>
            </p:cNvPr>
            <p:cNvSpPr/>
            <p:nvPr/>
          </p:nvSpPr>
          <p:spPr>
            <a:xfrm>
              <a:off x="8959247" y="864862"/>
              <a:ext cx="181258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Wallet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E5A4CA73-9DAB-4888-5834-C8C9C8FE67BD}"/>
                </a:ext>
              </a:extLst>
            </p:cNvPr>
            <p:cNvSpPr/>
            <p:nvPr/>
          </p:nvSpPr>
          <p:spPr>
            <a:xfrm>
              <a:off x="9595630" y="1510168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38426B2-CF3B-91AF-DDC1-D5AD8A9FAC91}"/>
                </a:ext>
              </a:extLst>
            </p:cNvPr>
            <p:cNvSpPr/>
            <p:nvPr/>
          </p:nvSpPr>
          <p:spPr>
            <a:xfrm>
              <a:off x="10227903" y="1510167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7C5C906-9F22-BEA2-9711-8BEB9AA5710B}"/>
                </a:ext>
              </a:extLst>
            </p:cNvPr>
            <p:cNvSpPr/>
            <p:nvPr/>
          </p:nvSpPr>
          <p:spPr>
            <a:xfrm>
              <a:off x="8955675" y="1510168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111C9FE-E1FE-795B-C910-238E05A42C92}"/>
                </a:ext>
              </a:extLst>
            </p:cNvPr>
            <p:cNvSpPr txBox="1"/>
            <p:nvPr/>
          </p:nvSpPr>
          <p:spPr>
            <a:xfrm>
              <a:off x="8942189" y="1380997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7EF4883-3763-1627-06E8-07AC18CA8A38}"/>
                </a:ext>
              </a:extLst>
            </p:cNvPr>
            <p:cNvSpPr txBox="1"/>
            <p:nvPr/>
          </p:nvSpPr>
          <p:spPr>
            <a:xfrm>
              <a:off x="8970756" y="928962"/>
              <a:ext cx="5743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🧑‍🦱</a:t>
              </a:r>
            </a:p>
          </p:txBody>
        </p: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04226B-D911-3F01-8C69-97189984DB7C}"/>
              </a:ext>
            </a:extLst>
          </p:cNvPr>
          <p:cNvSpPr txBox="1">
            <a:spLocks/>
          </p:cNvSpPr>
          <p:nvPr/>
        </p:nvSpPr>
        <p:spPr>
          <a:xfrm>
            <a:off x="8852192" y="1838271"/>
            <a:ext cx="2546955" cy="191624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search instructions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add private notes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join groups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contact the owner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call emergency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return found item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EAB21-0DCD-E91A-AA26-BA6E6AA756A6}"/>
              </a:ext>
            </a:extLst>
          </p:cNvPr>
          <p:cNvSpPr txBox="1">
            <a:spLocks/>
          </p:cNvSpPr>
          <p:nvPr/>
        </p:nvSpPr>
        <p:spPr>
          <a:xfrm>
            <a:off x="340464" y="1837946"/>
            <a:ext cx="2906142" cy="191624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register and transfer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contact brand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report lost/stolen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set landing content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manage groups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set permissions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9B0C10-8AB4-1DE0-8FF4-CABCB44336B1}"/>
              </a:ext>
            </a:extLst>
          </p:cNvPr>
          <p:cNvSpPr txBox="1">
            <a:spLocks/>
          </p:cNvSpPr>
          <p:nvPr/>
        </p:nvSpPr>
        <p:spPr>
          <a:xfrm>
            <a:off x="3741179" y="2796069"/>
            <a:ext cx="1273477" cy="9514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plus all guest actions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53260C-6C37-849B-D48B-528AEF278724}"/>
              </a:ext>
            </a:extLst>
          </p:cNvPr>
          <p:cNvSpPr txBox="1"/>
          <p:nvPr/>
        </p:nvSpPr>
        <p:spPr>
          <a:xfrm>
            <a:off x="147264" y="6233934"/>
            <a:ext cx="311303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THING: Daily usage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43CB5A-1188-6193-6DB0-62FDB3BB21EE}"/>
              </a:ext>
            </a:extLst>
          </p:cNvPr>
          <p:cNvGrpSpPr/>
          <p:nvPr/>
        </p:nvGrpSpPr>
        <p:grpSpPr>
          <a:xfrm>
            <a:off x="5215622" y="568607"/>
            <a:ext cx="1848054" cy="1023792"/>
            <a:chOff x="7503733" y="1006813"/>
            <a:chExt cx="725431" cy="10237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FE66AC4-EC90-FBD7-3A90-04AE7FECBDA0}"/>
                </a:ext>
              </a:extLst>
            </p:cNvPr>
            <p:cNvSpPr/>
            <p:nvPr/>
          </p:nvSpPr>
          <p:spPr>
            <a:xfrm>
              <a:off x="7503733" y="1006813"/>
              <a:ext cx="725431" cy="10237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Locator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B758C0-23A7-AC74-D1D2-C6BC62E8B307}"/>
                </a:ext>
              </a:extLst>
            </p:cNvPr>
            <p:cNvSpPr/>
            <p:nvPr/>
          </p:nvSpPr>
          <p:spPr>
            <a:xfrm>
              <a:off x="7538291" y="1378148"/>
              <a:ext cx="652508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💠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Thing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503409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2AE0A-309E-5D3F-DDBC-E97FB2B95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Straight Arrow Connector 12">
            <a:extLst>
              <a:ext uri="{FF2B5EF4-FFF2-40B4-BE49-F238E27FC236}">
                <a16:creationId xmlns:a16="http://schemas.microsoft.com/office/drawing/2014/main" id="{D59B7082-4143-2623-1C76-45278DA5DDEC}"/>
              </a:ext>
            </a:extLst>
          </p:cNvPr>
          <p:cNvCxnSpPr>
            <a:cxnSpLocks/>
            <a:stCxn id="65" idx="3"/>
            <a:endCxn id="244" idx="2"/>
          </p:cNvCxnSpPr>
          <p:nvPr/>
        </p:nvCxnSpPr>
        <p:spPr>
          <a:xfrm flipV="1">
            <a:off x="2627575" y="2613127"/>
            <a:ext cx="2395326" cy="529072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5" name="Straight Arrow Connector 12">
            <a:extLst>
              <a:ext uri="{FF2B5EF4-FFF2-40B4-BE49-F238E27FC236}">
                <a16:creationId xmlns:a16="http://schemas.microsoft.com/office/drawing/2014/main" id="{ED5AD5EB-3A03-75D3-E698-D2677978B38D}"/>
              </a:ext>
            </a:extLst>
          </p:cNvPr>
          <p:cNvCxnSpPr>
            <a:cxnSpLocks/>
            <a:endCxn id="52" idx="0"/>
          </p:cNvCxnSpPr>
          <p:nvPr/>
        </p:nvCxnSpPr>
        <p:spPr>
          <a:xfrm flipH="1">
            <a:off x="9945274" y="1665090"/>
            <a:ext cx="1107" cy="69078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8DD56B9-ED02-7EA5-9D7C-18CD57605675}"/>
              </a:ext>
            </a:extLst>
          </p:cNvPr>
          <p:cNvGrpSpPr/>
          <p:nvPr/>
        </p:nvGrpSpPr>
        <p:grpSpPr>
          <a:xfrm>
            <a:off x="7034367" y="1195845"/>
            <a:ext cx="1644384" cy="400110"/>
            <a:chOff x="2311002" y="2314410"/>
            <a:chExt cx="1644384" cy="400110"/>
          </a:xfrm>
        </p:grpSpPr>
        <p:sp>
          <p:nvSpPr>
            <p:cNvPr id="195" name="Rounded Rectangle 194">
              <a:extLst>
                <a:ext uri="{FF2B5EF4-FFF2-40B4-BE49-F238E27FC236}">
                  <a16:creationId xmlns:a16="http://schemas.microsoft.com/office/drawing/2014/main" id="{892CD9F0-CC1B-803F-2375-C4A3C4912E3D}"/>
                </a:ext>
              </a:extLst>
            </p:cNvPr>
            <p:cNvSpPr/>
            <p:nvPr/>
          </p:nvSpPr>
          <p:spPr>
            <a:xfrm>
              <a:off x="2311002" y="2341681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96" name="Content Placeholder 2">
              <a:extLst>
                <a:ext uri="{FF2B5EF4-FFF2-40B4-BE49-F238E27FC236}">
                  <a16:creationId xmlns:a16="http://schemas.microsoft.com/office/drawing/2014/main" id="{F39B268E-7A38-9E9C-7362-DA360016496C}"/>
                </a:ext>
              </a:extLst>
            </p:cNvPr>
            <p:cNvSpPr txBox="1">
              <a:spLocks/>
            </p:cNvSpPr>
            <p:nvPr/>
          </p:nvSpPr>
          <p:spPr>
            <a:xfrm>
              <a:off x="2697236" y="2314410"/>
              <a:ext cx="125815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tap/scan</a:t>
              </a:r>
            </a:p>
          </p:txBody>
        </p:sp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9A101A84-7C2C-7E19-678F-EC89E04E94B8}"/>
              </a:ext>
            </a:extLst>
          </p:cNvPr>
          <p:cNvSpPr txBox="1"/>
          <p:nvPr/>
        </p:nvSpPr>
        <p:spPr>
          <a:xfrm>
            <a:off x="147264" y="6233934"/>
            <a:ext cx="5708294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CUSTODIAN: One-time registration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507D457-BB45-C864-4488-7234D9E4C378}"/>
              </a:ext>
            </a:extLst>
          </p:cNvPr>
          <p:cNvGrpSpPr/>
          <p:nvPr/>
        </p:nvGrpSpPr>
        <p:grpSpPr>
          <a:xfrm>
            <a:off x="8843180" y="2355870"/>
            <a:ext cx="2204187" cy="1038741"/>
            <a:chOff x="2752824" y="2732882"/>
            <a:chExt cx="2204187" cy="1038741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1EFA31E-F0D9-9A77-E916-3538A197F56E}"/>
                </a:ext>
              </a:extLst>
            </p:cNvPr>
            <p:cNvSpPr/>
            <p:nvPr/>
          </p:nvSpPr>
          <p:spPr>
            <a:xfrm>
              <a:off x="2752824" y="2732882"/>
              <a:ext cx="2204187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D4AA161-8158-DD48-D6AC-85AFC02EA22A}"/>
                </a:ext>
              </a:extLst>
            </p:cNvPr>
            <p:cNvSpPr/>
            <p:nvPr/>
          </p:nvSpPr>
          <p:spPr>
            <a:xfrm>
              <a:off x="2843026" y="3112925"/>
              <a:ext cx="203032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🎩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Custodian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D40ADBA-0E87-0DDE-BBE5-6C9B7F21504F}"/>
              </a:ext>
            </a:extLst>
          </p:cNvPr>
          <p:cNvGrpSpPr/>
          <p:nvPr/>
        </p:nvGrpSpPr>
        <p:grpSpPr>
          <a:xfrm>
            <a:off x="8656941" y="340769"/>
            <a:ext cx="2906142" cy="1446550"/>
            <a:chOff x="882399" y="719544"/>
            <a:chExt cx="2906142" cy="144655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90D5E8A-8592-A1CA-A373-0852C3D0C3BB}"/>
                </a:ext>
              </a:extLst>
            </p:cNvPr>
            <p:cNvGrpSpPr/>
            <p:nvPr/>
          </p:nvGrpSpPr>
          <p:grpSpPr>
            <a:xfrm>
              <a:off x="882399" y="727049"/>
              <a:ext cx="2906142" cy="1358584"/>
              <a:chOff x="5578804" y="162390"/>
              <a:chExt cx="2906142" cy="1358584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6624AED-4D44-5CB0-B4EA-302AA4384E2E}"/>
                  </a:ext>
                </a:extLst>
              </p:cNvPr>
              <p:cNvSpPr/>
              <p:nvPr/>
            </p:nvSpPr>
            <p:spPr>
              <a:xfrm>
                <a:off x="5578804" y="162390"/>
                <a:ext cx="2906142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FEA5976-07A8-AC41-E0BA-D32857090638}"/>
                  </a:ext>
                </a:extLst>
              </p:cNvPr>
              <p:cNvSpPr/>
              <p:nvPr/>
            </p:nvSpPr>
            <p:spPr>
              <a:xfrm>
                <a:off x="6593268" y="25368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Wallet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A32BAB9-98FD-82E3-DA6B-75BEF9C918DB}"/>
                  </a:ext>
                </a:extLst>
              </p:cNvPr>
              <p:cNvSpPr/>
              <p:nvPr/>
            </p:nvSpPr>
            <p:spPr>
              <a:xfrm>
                <a:off x="7229651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E10154F-744F-A0C6-71F4-3A32886C3F73}"/>
                  </a:ext>
                </a:extLst>
              </p:cNvPr>
              <p:cNvSpPr/>
              <p:nvPr/>
            </p:nvSpPr>
            <p:spPr>
              <a:xfrm>
                <a:off x="7861924" y="89899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01ED919-AB93-FD4F-987F-6B1CA7F6700F}"/>
                  </a:ext>
                </a:extLst>
              </p:cNvPr>
              <p:cNvSpPr/>
              <p:nvPr/>
            </p:nvSpPr>
            <p:spPr>
              <a:xfrm>
                <a:off x="6589696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14479A5-D7E1-61AB-537D-6CE9739A9071}"/>
                  </a:ext>
                </a:extLst>
              </p:cNvPr>
              <p:cNvSpPr txBox="1"/>
              <p:nvPr/>
            </p:nvSpPr>
            <p:spPr>
              <a:xfrm>
                <a:off x="6576210" y="751533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160E0F0-EC4D-623A-F6BC-021184284CB0}"/>
                  </a:ext>
                </a:extLst>
              </p:cNvPr>
              <p:cNvSpPr txBox="1"/>
              <p:nvPr/>
            </p:nvSpPr>
            <p:spPr>
              <a:xfrm>
                <a:off x="6606493" y="192605"/>
                <a:ext cx="5743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US" sz="3600" dirty="0"/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D887890-70AC-8854-AEEA-F350263A52FB}"/>
                </a:ext>
              </a:extLst>
            </p:cNvPr>
            <p:cNvSpPr txBox="1"/>
            <p:nvPr/>
          </p:nvSpPr>
          <p:spPr>
            <a:xfrm>
              <a:off x="883786" y="719544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98" name="Content Placeholder 2">
              <a:extLst>
                <a:ext uri="{FF2B5EF4-FFF2-40B4-BE49-F238E27FC236}">
                  <a16:creationId xmlns:a16="http://schemas.microsoft.com/office/drawing/2014/main" id="{6913ECC3-8D1B-A857-4E87-FE54DC80F2B5}"/>
                </a:ext>
              </a:extLst>
            </p:cNvPr>
            <p:cNvSpPr txBox="1">
              <a:spLocks/>
            </p:cNvSpPr>
            <p:nvPr/>
          </p:nvSpPr>
          <p:spPr>
            <a:xfrm>
              <a:off x="905366" y="753629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F87BFD2-4E1E-EF82-DE50-0750A67C5954}"/>
              </a:ext>
            </a:extLst>
          </p:cNvPr>
          <p:cNvGrpSpPr/>
          <p:nvPr/>
        </p:nvGrpSpPr>
        <p:grpSpPr>
          <a:xfrm>
            <a:off x="10134314" y="1800602"/>
            <a:ext cx="1644384" cy="400110"/>
            <a:chOff x="2311002" y="2304785"/>
            <a:chExt cx="1644384" cy="40011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F2DA5FDC-3E07-2F1F-56D7-B43C1FFA6B3D}"/>
                </a:ext>
              </a:extLst>
            </p:cNvPr>
            <p:cNvSpPr/>
            <p:nvPr/>
          </p:nvSpPr>
          <p:spPr>
            <a:xfrm>
              <a:off x="2311002" y="2341681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646EB9FD-37D7-E2BA-26BC-B2589514A657}"/>
                </a:ext>
              </a:extLst>
            </p:cNvPr>
            <p:cNvSpPr txBox="1">
              <a:spLocks/>
            </p:cNvSpPr>
            <p:nvPr/>
          </p:nvSpPr>
          <p:spPr>
            <a:xfrm>
              <a:off x="2697236" y="2304785"/>
              <a:ext cx="125815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register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C197843-4191-ABAC-AFC7-E2CFE1FEB04B}"/>
              </a:ext>
            </a:extLst>
          </p:cNvPr>
          <p:cNvGrpSpPr/>
          <p:nvPr/>
        </p:nvGrpSpPr>
        <p:grpSpPr>
          <a:xfrm>
            <a:off x="545195" y="2622828"/>
            <a:ext cx="2082380" cy="1038741"/>
            <a:chOff x="6104397" y="5100898"/>
            <a:chExt cx="4057968" cy="1038741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CC43FB1-1196-71FF-A9E3-DA2391267524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43E125F-2C97-06C4-9F48-9A9F06B88DFE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A53BB96-688F-3216-4C5F-5135E44DA01F}"/>
              </a:ext>
            </a:extLst>
          </p:cNvPr>
          <p:cNvGrpSpPr/>
          <p:nvPr/>
        </p:nvGrpSpPr>
        <p:grpSpPr>
          <a:xfrm>
            <a:off x="1738069" y="1870339"/>
            <a:ext cx="2021274" cy="400110"/>
            <a:chOff x="4384814" y="2244834"/>
            <a:chExt cx="2021274" cy="400110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E22BF39-0A0D-3FFB-AFB3-52E3A368930D}"/>
                </a:ext>
              </a:extLst>
            </p:cNvPr>
            <p:cNvSpPr txBox="1"/>
            <p:nvPr/>
          </p:nvSpPr>
          <p:spPr>
            <a:xfrm>
              <a:off x="4748530" y="2244834"/>
              <a:ext cx="16575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order things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6536D299-486B-3A01-E0D8-E50C248D2990}"/>
                </a:ext>
              </a:extLst>
            </p:cNvPr>
            <p:cNvSpPr/>
            <p:nvPr/>
          </p:nvSpPr>
          <p:spPr>
            <a:xfrm>
              <a:off x="4384814" y="2274373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1FAB6D0-77A9-4D04-2C1E-D725D4ACA1B4}"/>
              </a:ext>
            </a:extLst>
          </p:cNvPr>
          <p:cNvGrpSpPr/>
          <p:nvPr/>
        </p:nvGrpSpPr>
        <p:grpSpPr>
          <a:xfrm>
            <a:off x="2747541" y="574909"/>
            <a:ext cx="3087984" cy="400110"/>
            <a:chOff x="4384814" y="2254070"/>
            <a:chExt cx="3087984" cy="400110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8F89345-7723-DC65-48F1-E28876952E60}"/>
                </a:ext>
              </a:extLst>
            </p:cNvPr>
            <p:cNvSpPr txBox="1"/>
            <p:nvPr/>
          </p:nvSpPr>
          <p:spPr>
            <a:xfrm>
              <a:off x="4748529" y="2254070"/>
              <a:ext cx="272426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C846F0A4-8B60-0C93-3D61-3EF2E18A4993}"/>
                </a:ext>
              </a:extLst>
            </p:cNvPr>
            <p:cNvSpPr/>
            <p:nvPr/>
          </p:nvSpPr>
          <p:spPr>
            <a:xfrm>
              <a:off x="4384814" y="2274373"/>
              <a:ext cx="360000" cy="360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06E6A62-E697-E5FC-7AA4-6315ADC6C4C7}"/>
              </a:ext>
            </a:extLst>
          </p:cNvPr>
          <p:cNvGrpSpPr/>
          <p:nvPr/>
        </p:nvGrpSpPr>
        <p:grpSpPr>
          <a:xfrm>
            <a:off x="545195" y="578249"/>
            <a:ext cx="2073673" cy="1014729"/>
            <a:chOff x="7542594" y="1006813"/>
            <a:chExt cx="672723" cy="1014729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7ACDD9C-D1A5-CF8A-EB1C-84AF552A8AB4}"/>
                </a:ext>
              </a:extLst>
            </p:cNvPr>
            <p:cNvSpPr/>
            <p:nvPr/>
          </p:nvSpPr>
          <p:spPr>
            <a:xfrm>
              <a:off x="7573849" y="1386857"/>
              <a:ext cx="61113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Brand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4DA96D1-9272-D549-8C4D-528A714B2A79}"/>
                </a:ext>
              </a:extLst>
            </p:cNvPr>
            <p:cNvSpPr/>
            <p:nvPr/>
          </p:nvSpPr>
          <p:spPr>
            <a:xfrm>
              <a:off x="7542594" y="1006813"/>
              <a:ext cx="672723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29E1AC34-4235-2F43-4BD8-B7265BEEC240}"/>
              </a:ext>
            </a:extLst>
          </p:cNvPr>
          <p:cNvCxnSpPr>
            <a:cxnSpLocks/>
            <a:stCxn id="76" idx="2"/>
            <a:endCxn id="65" idx="0"/>
          </p:cNvCxnSpPr>
          <p:nvPr/>
        </p:nvCxnSpPr>
        <p:spPr>
          <a:xfrm>
            <a:off x="1582032" y="1592978"/>
            <a:ext cx="4353" cy="1029850"/>
          </a:xfrm>
          <a:prstGeom prst="straightConnector1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7" name="Straight Arrow Connector 12">
            <a:extLst>
              <a:ext uri="{FF2B5EF4-FFF2-40B4-BE49-F238E27FC236}">
                <a16:creationId xmlns:a16="http://schemas.microsoft.com/office/drawing/2014/main" id="{C0AA5C85-C1C3-D3A2-1873-7E0D8589319C}"/>
              </a:ext>
            </a:extLst>
          </p:cNvPr>
          <p:cNvCxnSpPr>
            <a:cxnSpLocks/>
            <a:stCxn id="52" idx="2"/>
            <a:endCxn id="65" idx="2"/>
          </p:cNvCxnSpPr>
          <p:nvPr/>
        </p:nvCxnSpPr>
        <p:spPr>
          <a:xfrm rot="5400000">
            <a:off x="5632351" y="-651354"/>
            <a:ext cx="266958" cy="8358889"/>
          </a:xfrm>
          <a:prstGeom prst="bentConnector3">
            <a:avLst>
              <a:gd name="adj1" fmla="val 185631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9" name="Straight Arrow Connector 12">
            <a:extLst>
              <a:ext uri="{FF2B5EF4-FFF2-40B4-BE49-F238E27FC236}">
                <a16:creationId xmlns:a16="http://schemas.microsoft.com/office/drawing/2014/main" id="{0BBACA21-F6EC-97AD-BBA1-DF8387C55D9B}"/>
              </a:ext>
            </a:extLst>
          </p:cNvPr>
          <p:cNvCxnSpPr>
            <a:cxnSpLocks/>
            <a:stCxn id="97" idx="1"/>
            <a:endCxn id="253" idx="0"/>
          </p:cNvCxnSpPr>
          <p:nvPr/>
        </p:nvCxnSpPr>
        <p:spPr>
          <a:xfrm rot="10800000" flipV="1">
            <a:off x="6038970" y="1064044"/>
            <a:ext cx="2619359" cy="536292"/>
          </a:xfrm>
          <a:prstGeom prst="bentConnector2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5" name="Straight Arrow Connector 12">
            <a:extLst>
              <a:ext uri="{FF2B5EF4-FFF2-40B4-BE49-F238E27FC236}">
                <a16:creationId xmlns:a16="http://schemas.microsoft.com/office/drawing/2014/main" id="{AD781AAE-E070-050F-0221-FEB2CF8D9B4F}"/>
              </a:ext>
            </a:extLst>
          </p:cNvPr>
          <p:cNvCxnSpPr>
            <a:cxnSpLocks/>
            <a:stCxn id="76" idx="3"/>
            <a:endCxn id="244" idx="0"/>
          </p:cNvCxnSpPr>
          <p:nvPr/>
        </p:nvCxnSpPr>
        <p:spPr>
          <a:xfrm>
            <a:off x="2618868" y="1085614"/>
            <a:ext cx="2404033" cy="51401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700E02D2-5BC8-D75A-83BC-73A60F24443C}"/>
              </a:ext>
            </a:extLst>
          </p:cNvPr>
          <p:cNvGrpSpPr/>
          <p:nvPr/>
        </p:nvGrpSpPr>
        <p:grpSpPr>
          <a:xfrm>
            <a:off x="2748706" y="3262611"/>
            <a:ext cx="2021274" cy="400110"/>
            <a:chOff x="4384814" y="2244834"/>
            <a:chExt cx="2021274" cy="400110"/>
          </a:xfrm>
        </p:grpSpPr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F0316D85-EB54-B067-303B-98FE91EE71A5}"/>
                </a:ext>
              </a:extLst>
            </p:cNvPr>
            <p:cNvSpPr txBox="1"/>
            <p:nvPr/>
          </p:nvSpPr>
          <p:spPr>
            <a:xfrm>
              <a:off x="4748530" y="2244834"/>
              <a:ext cx="16575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create</a:t>
              </a:r>
            </a:p>
          </p:txBody>
        </p:sp>
        <p:sp>
          <p:nvSpPr>
            <p:cNvPr id="232" name="Rounded Rectangle 231">
              <a:extLst>
                <a:ext uri="{FF2B5EF4-FFF2-40B4-BE49-F238E27FC236}">
                  <a16:creationId xmlns:a16="http://schemas.microsoft.com/office/drawing/2014/main" id="{AC46C8F4-D37F-314F-C546-976D45E8F96E}"/>
                </a:ext>
              </a:extLst>
            </p:cNvPr>
            <p:cNvSpPr/>
            <p:nvPr/>
          </p:nvSpPr>
          <p:spPr>
            <a:xfrm>
              <a:off x="4384814" y="2274373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886CFA01-7D18-6227-B5C7-77F6BE1D42B5}"/>
              </a:ext>
            </a:extLst>
          </p:cNvPr>
          <p:cNvGrpSpPr/>
          <p:nvPr/>
        </p:nvGrpSpPr>
        <p:grpSpPr>
          <a:xfrm>
            <a:off x="7601622" y="534030"/>
            <a:ext cx="3087984" cy="400110"/>
            <a:chOff x="4384814" y="2254070"/>
            <a:chExt cx="3087984" cy="400110"/>
          </a:xfrm>
        </p:grpSpPr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7BAA1FFE-044C-CDC3-DAD2-4AC3F4394E3F}"/>
                </a:ext>
              </a:extLst>
            </p:cNvPr>
            <p:cNvSpPr txBox="1"/>
            <p:nvPr/>
          </p:nvSpPr>
          <p:spPr>
            <a:xfrm>
              <a:off x="4748529" y="2254070"/>
              <a:ext cx="272426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buy</a:t>
              </a:r>
            </a:p>
          </p:txBody>
        </p:sp>
        <p:sp>
          <p:nvSpPr>
            <p:cNvPr id="235" name="Rounded Rectangle 234">
              <a:extLst>
                <a:ext uri="{FF2B5EF4-FFF2-40B4-BE49-F238E27FC236}">
                  <a16:creationId xmlns:a16="http://schemas.microsoft.com/office/drawing/2014/main" id="{2DA0E1E3-D98B-F2CD-DEC0-99D39B2A674C}"/>
                </a:ext>
              </a:extLst>
            </p:cNvPr>
            <p:cNvSpPr/>
            <p:nvPr/>
          </p:nvSpPr>
          <p:spPr>
            <a:xfrm>
              <a:off x="4384814" y="2274373"/>
              <a:ext cx="360000" cy="360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3E90EE59-8885-1DFC-0B37-E2048CD10109}"/>
              </a:ext>
            </a:extLst>
          </p:cNvPr>
          <p:cNvGrpSpPr/>
          <p:nvPr/>
        </p:nvGrpSpPr>
        <p:grpSpPr>
          <a:xfrm>
            <a:off x="10112642" y="3516584"/>
            <a:ext cx="1644384" cy="400110"/>
            <a:chOff x="2311002" y="2304785"/>
            <a:chExt cx="1644384" cy="400110"/>
          </a:xfrm>
        </p:grpSpPr>
        <p:sp>
          <p:nvSpPr>
            <p:cNvPr id="238" name="Rounded Rectangle 237">
              <a:extLst>
                <a:ext uri="{FF2B5EF4-FFF2-40B4-BE49-F238E27FC236}">
                  <a16:creationId xmlns:a16="http://schemas.microsoft.com/office/drawing/2014/main" id="{2182B3EB-63EC-B9CA-EE8E-D439CEFC2280}"/>
                </a:ext>
              </a:extLst>
            </p:cNvPr>
            <p:cNvSpPr/>
            <p:nvPr/>
          </p:nvSpPr>
          <p:spPr>
            <a:xfrm>
              <a:off x="2311002" y="2341681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39" name="Content Placeholder 2">
              <a:extLst>
                <a:ext uri="{FF2B5EF4-FFF2-40B4-BE49-F238E27FC236}">
                  <a16:creationId xmlns:a16="http://schemas.microsoft.com/office/drawing/2014/main" id="{31AF0CA7-05C2-DA3B-77CF-63B622061434}"/>
                </a:ext>
              </a:extLst>
            </p:cNvPr>
            <p:cNvSpPr txBox="1">
              <a:spLocks/>
            </p:cNvSpPr>
            <p:nvPr/>
          </p:nvSpPr>
          <p:spPr>
            <a:xfrm>
              <a:off x="2697236" y="2304785"/>
              <a:ext cx="125815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lock</a:t>
              </a:r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791B3E7D-2D19-1E5E-F729-28C5B9FB4D23}"/>
              </a:ext>
            </a:extLst>
          </p:cNvPr>
          <p:cNvGrpSpPr/>
          <p:nvPr/>
        </p:nvGrpSpPr>
        <p:grpSpPr>
          <a:xfrm>
            <a:off x="4664713" y="1599628"/>
            <a:ext cx="1848054" cy="1023792"/>
            <a:chOff x="4703214" y="3543931"/>
            <a:chExt cx="1848054" cy="1023792"/>
          </a:xfrm>
        </p:grpSpPr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D3814190-58FC-2B97-59E5-2FE569F1EF98}"/>
                </a:ext>
              </a:extLst>
            </p:cNvPr>
            <p:cNvGrpSpPr/>
            <p:nvPr/>
          </p:nvGrpSpPr>
          <p:grpSpPr>
            <a:xfrm>
              <a:off x="4703214" y="3543931"/>
              <a:ext cx="1848054" cy="1023792"/>
              <a:chOff x="4655087" y="4412949"/>
              <a:chExt cx="1848054" cy="1023792"/>
            </a:xfrm>
          </p:grpSpPr>
          <p:grpSp>
            <p:nvGrpSpPr>
              <p:cNvPr id="241" name="Group 240">
                <a:extLst>
                  <a:ext uri="{FF2B5EF4-FFF2-40B4-BE49-F238E27FC236}">
                    <a16:creationId xmlns:a16="http://schemas.microsoft.com/office/drawing/2014/main" id="{AEEEF2FE-AFFC-BB52-FC15-79F1FA8F7B43}"/>
                  </a:ext>
                </a:extLst>
              </p:cNvPr>
              <p:cNvGrpSpPr/>
              <p:nvPr/>
            </p:nvGrpSpPr>
            <p:grpSpPr>
              <a:xfrm>
                <a:off x="4655087" y="4412949"/>
                <a:ext cx="1848054" cy="1023792"/>
                <a:chOff x="7503733" y="1006813"/>
                <a:chExt cx="725431" cy="1023792"/>
              </a:xfrm>
            </p:grpSpPr>
            <p:sp>
              <p:nvSpPr>
                <p:cNvPr id="242" name="Rectangle 241">
                  <a:extLst>
                    <a:ext uri="{FF2B5EF4-FFF2-40B4-BE49-F238E27FC236}">
                      <a16:creationId xmlns:a16="http://schemas.microsoft.com/office/drawing/2014/main" id="{6337AE70-34D0-7B01-8E25-1CCAA462DC6C}"/>
                    </a:ext>
                  </a:extLst>
                </p:cNvPr>
                <p:cNvSpPr/>
                <p:nvPr/>
              </p:nvSpPr>
              <p:spPr>
                <a:xfrm>
                  <a:off x="7503733" y="1006813"/>
                  <a:ext cx="725431" cy="102379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GB" sz="2800" baseline="-11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🔆</a:t>
                  </a:r>
                  <a:r>
                    <a:rPr lang="en-GB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</a:t>
                  </a:r>
                  <a:r>
                    <a: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Locator</a:t>
                  </a:r>
                </a:p>
              </p:txBody>
            </p:sp>
            <p:sp>
              <p:nvSpPr>
                <p:cNvPr id="243" name="Rectangle 242">
                  <a:extLst>
                    <a:ext uri="{FF2B5EF4-FFF2-40B4-BE49-F238E27FC236}">
                      <a16:creationId xmlns:a16="http://schemas.microsoft.com/office/drawing/2014/main" id="{82B0ED5F-9DEE-CB36-8AC7-16617BDB4268}"/>
                    </a:ext>
                  </a:extLst>
                </p:cNvPr>
                <p:cNvSpPr/>
                <p:nvPr/>
              </p:nvSpPr>
              <p:spPr>
                <a:xfrm>
                  <a:off x="7538291" y="1378148"/>
                  <a:ext cx="652508" cy="562183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💠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Thing</a:t>
                  </a:r>
                </a:p>
              </p:txBody>
            </p:sp>
          </p:grp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2B09AF38-A17F-C668-A515-C68B53DBF1DC}"/>
                  </a:ext>
                </a:extLst>
              </p:cNvPr>
              <p:cNvSpPr txBox="1"/>
              <p:nvPr/>
            </p:nvSpPr>
            <p:spPr>
              <a:xfrm>
                <a:off x="4779494" y="4412949"/>
                <a:ext cx="467561" cy="1013499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no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</p:grp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497E988F-9010-8640-AFF8-DD6ECC984F4F}"/>
                </a:ext>
              </a:extLst>
            </p:cNvPr>
            <p:cNvSpPr txBox="1"/>
            <p:nvPr/>
          </p:nvSpPr>
          <p:spPr>
            <a:xfrm>
              <a:off x="5843689" y="3544639"/>
              <a:ext cx="467561" cy="1013499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53079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B868-9F96-F61C-4E52-C8BBE8D40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09AC6124-BECE-4630-A6D5-8B25C1D9E36A}"/>
              </a:ext>
            </a:extLst>
          </p:cNvPr>
          <p:cNvCxnSpPr>
            <a:cxnSpLocks/>
            <a:stCxn id="93" idx="0"/>
            <a:endCxn id="75" idx="1"/>
          </p:cNvCxnSpPr>
          <p:nvPr/>
        </p:nvCxnSpPr>
        <p:spPr>
          <a:xfrm rot="5400000" flipH="1" flipV="1">
            <a:off x="2281169" y="63856"/>
            <a:ext cx="1003365" cy="187964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8BE215-C628-470A-CBF5-24D5885D8FE3}"/>
              </a:ext>
            </a:extLst>
          </p:cNvPr>
          <p:cNvGrpSpPr/>
          <p:nvPr/>
        </p:nvGrpSpPr>
        <p:grpSpPr>
          <a:xfrm>
            <a:off x="3724649" y="1462925"/>
            <a:ext cx="1628208" cy="400110"/>
            <a:chOff x="2343832" y="2201084"/>
            <a:chExt cx="1628208" cy="400110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D48E2ECC-F0BE-50C1-E4ED-AE10A8C3ED19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3826BE18-C927-36C0-BAFB-43C21827E5CE}"/>
                </a:ext>
              </a:extLst>
            </p:cNvPr>
            <p:cNvSpPr txBox="1">
              <a:spLocks/>
            </p:cNvSpPr>
            <p:nvPr/>
          </p:nvSpPr>
          <p:spPr>
            <a:xfrm>
              <a:off x="2713890" y="2201084"/>
              <a:ext cx="125815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tap/scan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ED76DDD-5705-15BA-6E58-A270AE3E212F}"/>
              </a:ext>
            </a:extLst>
          </p:cNvPr>
          <p:cNvSpPr txBox="1"/>
          <p:nvPr/>
        </p:nvSpPr>
        <p:spPr>
          <a:xfrm>
            <a:off x="218143" y="6278524"/>
            <a:ext cx="381514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CUSTODIAN: Lost thing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0EEADE8-08A5-5B03-9776-98D429941CCC}"/>
              </a:ext>
            </a:extLst>
          </p:cNvPr>
          <p:cNvGrpSpPr/>
          <p:nvPr/>
        </p:nvGrpSpPr>
        <p:grpSpPr>
          <a:xfrm>
            <a:off x="4432958" y="3444740"/>
            <a:ext cx="2537277" cy="400110"/>
            <a:chOff x="2343832" y="2201084"/>
            <a:chExt cx="2537277" cy="400110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602FF09D-BE95-2C78-B308-F12E154DFF9D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" name="Content Placeholder 2">
              <a:extLst>
                <a:ext uri="{FF2B5EF4-FFF2-40B4-BE49-F238E27FC236}">
                  <a16:creationId xmlns:a16="http://schemas.microsoft.com/office/drawing/2014/main" id="{0B7D26FC-7AE8-39D4-E6FD-8A47526C244A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201084"/>
              <a:ext cx="216722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contact owner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52B3014-B96D-5B01-CE30-277B2EF6EDAC}"/>
              </a:ext>
            </a:extLst>
          </p:cNvPr>
          <p:cNvGrpSpPr/>
          <p:nvPr/>
        </p:nvGrpSpPr>
        <p:grpSpPr>
          <a:xfrm>
            <a:off x="4427925" y="4093156"/>
            <a:ext cx="2537277" cy="400110"/>
            <a:chOff x="2343832" y="2201084"/>
            <a:chExt cx="2537277" cy="400110"/>
          </a:xfrm>
        </p:grpSpPr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11991614-7BCF-5BB1-642E-1DD74962C2AB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2" name="Content Placeholder 2">
              <a:extLst>
                <a:ext uri="{FF2B5EF4-FFF2-40B4-BE49-F238E27FC236}">
                  <a16:creationId xmlns:a16="http://schemas.microsoft.com/office/drawing/2014/main" id="{A7FD5C32-11C9-C36C-00D1-FFBC79589BA8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201084"/>
              <a:ext cx="216722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initiate return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78D80BF-CFC3-E5CC-A695-CAEB9240A906}"/>
              </a:ext>
            </a:extLst>
          </p:cNvPr>
          <p:cNvGrpSpPr/>
          <p:nvPr/>
        </p:nvGrpSpPr>
        <p:grpSpPr>
          <a:xfrm>
            <a:off x="8978504" y="1463578"/>
            <a:ext cx="2906142" cy="1446550"/>
            <a:chOff x="882399" y="719544"/>
            <a:chExt cx="2906142" cy="144655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F19ECFE-336D-658F-D807-82E53EBAD4F9}"/>
                </a:ext>
              </a:extLst>
            </p:cNvPr>
            <p:cNvGrpSpPr/>
            <p:nvPr/>
          </p:nvGrpSpPr>
          <p:grpSpPr>
            <a:xfrm>
              <a:off x="882399" y="727049"/>
              <a:ext cx="2906142" cy="1376872"/>
              <a:chOff x="5578804" y="162390"/>
              <a:chExt cx="2906142" cy="1376872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98AD150-3111-3C07-8D0A-09A3C67BA8C5}"/>
                  </a:ext>
                </a:extLst>
              </p:cNvPr>
              <p:cNvSpPr/>
              <p:nvPr/>
            </p:nvSpPr>
            <p:spPr>
              <a:xfrm>
                <a:off x="5578804" y="162390"/>
                <a:ext cx="2906142" cy="1301101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2CDA513-F46E-5CEF-3EB5-31C69AAC271A}"/>
                  </a:ext>
                </a:extLst>
              </p:cNvPr>
              <p:cNvSpPr/>
              <p:nvPr/>
            </p:nvSpPr>
            <p:spPr>
              <a:xfrm>
                <a:off x="6593268" y="25368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Wallet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140938B-1335-E4C8-062E-1EEDD5A324DC}"/>
                  </a:ext>
                </a:extLst>
              </p:cNvPr>
              <p:cNvSpPr/>
              <p:nvPr/>
            </p:nvSpPr>
            <p:spPr>
              <a:xfrm>
                <a:off x="7229651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748A795-6FD9-BFEA-1C27-BD728EB08C4B}"/>
                  </a:ext>
                </a:extLst>
              </p:cNvPr>
              <p:cNvSpPr/>
              <p:nvPr/>
            </p:nvSpPr>
            <p:spPr>
              <a:xfrm>
                <a:off x="7861924" y="89899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4F3046B-D7B4-EF6D-D385-76A72A98AC97}"/>
                  </a:ext>
                </a:extLst>
              </p:cNvPr>
              <p:cNvSpPr/>
              <p:nvPr/>
            </p:nvSpPr>
            <p:spPr>
              <a:xfrm>
                <a:off x="6589696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83B118C-6080-464E-02C5-38B3EFE35D4B}"/>
                  </a:ext>
                </a:extLst>
              </p:cNvPr>
              <p:cNvSpPr txBox="1"/>
              <p:nvPr/>
            </p:nvSpPr>
            <p:spPr>
              <a:xfrm>
                <a:off x="6576210" y="769821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16731D2-84FD-5A7C-5E1A-1F460B402040}"/>
                  </a:ext>
                </a:extLst>
              </p:cNvPr>
              <p:cNvSpPr txBox="1"/>
              <p:nvPr/>
            </p:nvSpPr>
            <p:spPr>
              <a:xfrm>
                <a:off x="6606493" y="192605"/>
                <a:ext cx="5743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US" sz="3600" dirty="0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0C50BFE-BC0E-5A7D-7D3E-6C384E8B0B4D}"/>
                </a:ext>
              </a:extLst>
            </p:cNvPr>
            <p:cNvSpPr txBox="1"/>
            <p:nvPr/>
          </p:nvSpPr>
          <p:spPr>
            <a:xfrm>
              <a:off x="883786" y="719544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46" name="Content Placeholder 2">
              <a:extLst>
                <a:ext uri="{FF2B5EF4-FFF2-40B4-BE49-F238E27FC236}">
                  <a16:creationId xmlns:a16="http://schemas.microsoft.com/office/drawing/2014/main" id="{7682EEB6-FE63-80E8-1F6D-24A9B889C8FD}"/>
                </a:ext>
              </a:extLst>
            </p:cNvPr>
            <p:cNvSpPr txBox="1">
              <a:spLocks/>
            </p:cNvSpPr>
            <p:nvPr/>
          </p:nvSpPr>
          <p:spPr>
            <a:xfrm>
              <a:off x="905366" y="753629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3C94E77-6E6F-8159-9AC6-45B804CE889D}"/>
              </a:ext>
            </a:extLst>
          </p:cNvPr>
          <p:cNvGrpSpPr/>
          <p:nvPr/>
        </p:nvGrpSpPr>
        <p:grpSpPr>
          <a:xfrm>
            <a:off x="8985777" y="959808"/>
            <a:ext cx="2537277" cy="400110"/>
            <a:chOff x="2343832" y="2201084"/>
            <a:chExt cx="2537277" cy="400110"/>
          </a:xfrm>
        </p:grpSpPr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F1B33B22-CA6F-7AF9-6187-A40140DD56E4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0" name="Content Placeholder 2">
              <a:extLst>
                <a:ext uri="{FF2B5EF4-FFF2-40B4-BE49-F238E27FC236}">
                  <a16:creationId xmlns:a16="http://schemas.microsoft.com/office/drawing/2014/main" id="{B08F5F6B-6101-5395-54BD-A734FF628888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201084"/>
              <a:ext cx="216722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report lost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81345BE-AB52-392A-06D9-9C4A73216821}"/>
              </a:ext>
            </a:extLst>
          </p:cNvPr>
          <p:cNvGrpSpPr/>
          <p:nvPr/>
        </p:nvGrpSpPr>
        <p:grpSpPr>
          <a:xfrm>
            <a:off x="398461" y="1471275"/>
            <a:ext cx="2889136" cy="1446550"/>
            <a:chOff x="8887865" y="750664"/>
            <a:chExt cx="2889136" cy="1446550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2ABFD405-1229-F4D2-2D97-D10179143F11}"/>
                </a:ext>
              </a:extLst>
            </p:cNvPr>
            <p:cNvGrpSpPr/>
            <p:nvPr/>
          </p:nvGrpSpPr>
          <p:grpSpPr>
            <a:xfrm>
              <a:off x="8887865" y="750664"/>
              <a:ext cx="2889136" cy="1446550"/>
              <a:chOff x="334439" y="2940858"/>
              <a:chExt cx="2889136" cy="1446550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FF57671B-D1F0-BC89-32BC-7D5397CB76B9}"/>
                  </a:ext>
                </a:extLst>
              </p:cNvPr>
              <p:cNvSpPr/>
              <p:nvPr/>
            </p:nvSpPr>
            <p:spPr>
              <a:xfrm>
                <a:off x="334439" y="2974943"/>
                <a:ext cx="2889136" cy="127854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76B77E22-41A6-F150-DC7C-4C6C0BDE75B3}"/>
                  </a:ext>
                </a:extLst>
              </p:cNvPr>
              <p:cNvGrpSpPr/>
              <p:nvPr/>
            </p:nvGrpSpPr>
            <p:grpSpPr>
              <a:xfrm>
                <a:off x="2218409" y="2940858"/>
                <a:ext cx="1005166" cy="1446550"/>
                <a:chOff x="3200080" y="385707"/>
                <a:chExt cx="1005166" cy="1446550"/>
              </a:xfrm>
            </p:grpSpPr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4131999F-CA95-491D-F5B7-AF764FEAD4FE}"/>
                    </a:ext>
                  </a:extLst>
                </p:cNvPr>
                <p:cNvSpPr txBox="1"/>
                <p:nvPr/>
              </p:nvSpPr>
              <p:spPr>
                <a:xfrm>
                  <a:off x="3200080" y="385707"/>
                  <a:ext cx="1005166" cy="144655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88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🧑‍🦱</a:t>
                  </a:r>
                  <a:endParaRPr lang="en-GB" sz="8800" dirty="0"/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FACC70F2-54F6-E0EF-8BE1-61AF1632FA83}"/>
                    </a:ext>
                  </a:extLst>
                </p:cNvPr>
                <p:cNvSpPr txBox="1"/>
                <p:nvPr/>
              </p:nvSpPr>
              <p:spPr>
                <a:xfrm flipH="1">
                  <a:off x="3566678" y="1311563"/>
                  <a:ext cx="271970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GB" dirty="0"/>
                    <a:t>     </a:t>
                  </a:r>
                </a:p>
              </p:txBody>
            </p:sp>
            <p:sp>
              <p:nvSpPr>
                <p:cNvPr id="97" name="Content Placeholder 2">
                  <a:extLst>
                    <a:ext uri="{FF2B5EF4-FFF2-40B4-BE49-F238E27FC236}">
                      <a16:creationId xmlns:a16="http://schemas.microsoft.com/office/drawing/2014/main" id="{8523D487-FC6D-969E-21A5-C9D39D09A89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21660" y="419792"/>
                  <a:ext cx="962007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9144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ct val="100000"/>
                    </a:lnSpc>
                    <a:spcAft>
                      <a:spcPts val="600"/>
                    </a:spcAft>
                    <a:buNone/>
                  </a:pPr>
                  <a:r>
                    <a: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guest</a:t>
                  </a:r>
                </a:p>
              </p:txBody>
            </p:sp>
          </p:grpSp>
        </p:grp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9E8661D-6BDE-1727-F6D9-4381141AC5B7}"/>
                </a:ext>
              </a:extLst>
            </p:cNvPr>
            <p:cNvSpPr/>
            <p:nvPr/>
          </p:nvSpPr>
          <p:spPr>
            <a:xfrm>
              <a:off x="8959247" y="864862"/>
              <a:ext cx="181258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Wallet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A6040C-8B35-8037-5850-005D2A320999}"/>
                </a:ext>
              </a:extLst>
            </p:cNvPr>
            <p:cNvSpPr/>
            <p:nvPr/>
          </p:nvSpPr>
          <p:spPr>
            <a:xfrm>
              <a:off x="9595630" y="1510168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0BD3A91-C23B-141B-5461-C28C1348745F}"/>
                </a:ext>
              </a:extLst>
            </p:cNvPr>
            <p:cNvSpPr/>
            <p:nvPr/>
          </p:nvSpPr>
          <p:spPr>
            <a:xfrm>
              <a:off x="10227903" y="1510167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A1964C2-E3A7-1B43-9464-27F3D9406491}"/>
                </a:ext>
              </a:extLst>
            </p:cNvPr>
            <p:cNvSpPr/>
            <p:nvPr/>
          </p:nvSpPr>
          <p:spPr>
            <a:xfrm>
              <a:off x="8955675" y="1510168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2D623C1-206B-8463-84D0-48C15B8AE326}"/>
                </a:ext>
              </a:extLst>
            </p:cNvPr>
            <p:cNvSpPr txBox="1"/>
            <p:nvPr/>
          </p:nvSpPr>
          <p:spPr>
            <a:xfrm>
              <a:off x="8942189" y="1380997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39FDDF9-8FDC-10AF-830F-08A8DB7E6F09}"/>
                </a:ext>
              </a:extLst>
            </p:cNvPr>
            <p:cNvSpPr txBox="1"/>
            <p:nvPr/>
          </p:nvSpPr>
          <p:spPr>
            <a:xfrm>
              <a:off x="8970756" y="928962"/>
              <a:ext cx="5743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🧑‍🦱</a:t>
              </a:r>
            </a:p>
          </p:txBody>
        </p:sp>
      </p:grpSp>
      <p:cxnSp>
        <p:nvCxnSpPr>
          <p:cNvPr id="9" name="Straight Arrow Connector 12">
            <a:extLst>
              <a:ext uri="{FF2B5EF4-FFF2-40B4-BE49-F238E27FC236}">
                <a16:creationId xmlns:a16="http://schemas.microsoft.com/office/drawing/2014/main" id="{69B30511-D5B1-60F3-9658-57CD095BC15A}"/>
              </a:ext>
            </a:extLst>
          </p:cNvPr>
          <p:cNvCxnSpPr>
            <a:cxnSpLocks/>
            <a:stCxn id="93" idx="2"/>
            <a:endCxn id="18" idx="1"/>
          </p:cNvCxnSpPr>
          <p:nvPr/>
        </p:nvCxnSpPr>
        <p:spPr>
          <a:xfrm rot="16200000" flipH="1">
            <a:off x="1435437" y="3191495"/>
            <a:ext cx="1193259" cy="37807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257CE7-D095-7EAF-7B78-8AA352A4025B}"/>
              </a:ext>
            </a:extLst>
          </p:cNvPr>
          <p:cNvGrpSpPr/>
          <p:nvPr/>
        </p:nvGrpSpPr>
        <p:grpSpPr>
          <a:xfrm>
            <a:off x="2221104" y="3457792"/>
            <a:ext cx="2082380" cy="1038741"/>
            <a:chOff x="6104397" y="5100898"/>
            <a:chExt cx="4057968" cy="103874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085A72-400E-DF56-FDDC-828A321B185E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D589F2-38EF-A871-006C-C7685DE8F82A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</p:grp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F113470D-F7CC-40A0-8BA8-DE0544601544}"/>
              </a:ext>
            </a:extLst>
          </p:cNvPr>
          <p:cNvCxnSpPr>
            <a:cxnSpLocks/>
            <a:stCxn id="18" idx="3"/>
            <a:endCxn id="6" idx="1"/>
          </p:cNvCxnSpPr>
          <p:nvPr/>
        </p:nvCxnSpPr>
        <p:spPr>
          <a:xfrm>
            <a:off x="4303484" y="3977163"/>
            <a:ext cx="2962717" cy="293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D4C939E-BFA5-7D1B-27CC-EC994AA16EA8}"/>
              </a:ext>
            </a:extLst>
          </p:cNvPr>
          <p:cNvGrpSpPr/>
          <p:nvPr/>
        </p:nvGrpSpPr>
        <p:grpSpPr>
          <a:xfrm>
            <a:off x="3722674" y="327228"/>
            <a:ext cx="1848054" cy="1023792"/>
            <a:chOff x="7503733" y="1006813"/>
            <a:chExt cx="725431" cy="102379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5429508-E696-055C-135A-832D71600ACB}"/>
                </a:ext>
              </a:extLst>
            </p:cNvPr>
            <p:cNvSpPr/>
            <p:nvPr/>
          </p:nvSpPr>
          <p:spPr>
            <a:xfrm>
              <a:off x="7503733" y="1006813"/>
              <a:ext cx="725431" cy="10237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Locator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91C317D-C99B-A4A3-321A-90A1276EE317}"/>
                </a:ext>
              </a:extLst>
            </p:cNvPr>
            <p:cNvSpPr/>
            <p:nvPr/>
          </p:nvSpPr>
          <p:spPr>
            <a:xfrm>
              <a:off x="7538291" y="1378148"/>
              <a:ext cx="652508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💠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Thing</a:t>
              </a:r>
            </a:p>
          </p:txBody>
        </p:sp>
      </p:grpSp>
      <p:cxnSp>
        <p:nvCxnSpPr>
          <p:cNvPr id="64" name="Straight Arrow Connector 12">
            <a:extLst>
              <a:ext uri="{FF2B5EF4-FFF2-40B4-BE49-F238E27FC236}">
                <a16:creationId xmlns:a16="http://schemas.microsoft.com/office/drawing/2014/main" id="{789C6211-68E8-8D3A-81C1-80C3946974B9}"/>
              </a:ext>
            </a:extLst>
          </p:cNvPr>
          <p:cNvCxnSpPr>
            <a:cxnSpLocks/>
            <a:stCxn id="24" idx="0"/>
            <a:endCxn id="75" idx="3"/>
          </p:cNvCxnSpPr>
          <p:nvPr/>
        </p:nvCxnSpPr>
        <p:spPr>
          <a:xfrm rot="16200000" flipV="1">
            <a:off x="6214511" y="-141787"/>
            <a:ext cx="1252445" cy="254001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964823-8AAC-2E79-391A-084D2C7C457D}"/>
              </a:ext>
            </a:extLst>
          </p:cNvPr>
          <p:cNvGrpSpPr/>
          <p:nvPr/>
        </p:nvGrpSpPr>
        <p:grpSpPr>
          <a:xfrm>
            <a:off x="7266201" y="3460722"/>
            <a:ext cx="2290617" cy="1038741"/>
            <a:chOff x="7468329" y="2661829"/>
            <a:chExt cx="2290617" cy="103874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76987BA-2D16-0CAE-9A3C-12AF7B20CF3A}"/>
                </a:ext>
              </a:extLst>
            </p:cNvPr>
            <p:cNvGrpSpPr/>
            <p:nvPr/>
          </p:nvGrpSpPr>
          <p:grpSpPr>
            <a:xfrm>
              <a:off x="7468329" y="2661829"/>
              <a:ext cx="2290617" cy="1038741"/>
              <a:chOff x="6104397" y="5100898"/>
              <a:chExt cx="4057968" cy="103874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05E58A4-D13F-581E-66A9-F1060CD7DF5B}"/>
                  </a:ext>
                </a:extLst>
              </p:cNvPr>
              <p:cNvSpPr/>
              <p:nvPr/>
            </p:nvSpPr>
            <p:spPr>
              <a:xfrm>
                <a:off x="6258929" y="5490228"/>
                <a:ext cx="375912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🎩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Custodian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F2C8801-AB78-F081-F85B-A9F8D71525E5}"/>
                  </a:ext>
                </a:extLst>
              </p:cNvPr>
              <p:cNvSpPr/>
              <p:nvPr/>
            </p:nvSpPr>
            <p:spPr>
              <a:xfrm>
                <a:off x="6104397" y="5100898"/>
                <a:ext cx="4057968" cy="103874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user bound</a:t>
                </a: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76E6E12-7BA1-14A6-A0C8-C397454DDFC1}"/>
                </a:ext>
              </a:extLst>
            </p:cNvPr>
            <p:cNvSpPr txBox="1"/>
            <p:nvPr/>
          </p:nvSpPr>
          <p:spPr>
            <a:xfrm>
              <a:off x="7527090" y="2673713"/>
              <a:ext cx="304571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 </a:t>
              </a: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05596EC5-E8E8-01D1-75BE-6880D7BB438F}"/>
              </a:ext>
            </a:extLst>
          </p:cNvPr>
          <p:cNvSpPr txBox="1"/>
          <p:nvPr/>
        </p:nvSpPr>
        <p:spPr>
          <a:xfrm>
            <a:off x="3722674" y="317329"/>
            <a:ext cx="184805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1EDE0A5-1FE9-66BA-29E6-55353CC633D8}"/>
              </a:ext>
            </a:extLst>
          </p:cNvPr>
          <p:cNvGrpSpPr/>
          <p:nvPr/>
        </p:nvGrpSpPr>
        <p:grpSpPr>
          <a:xfrm>
            <a:off x="9707974" y="4093156"/>
            <a:ext cx="2537277" cy="400110"/>
            <a:chOff x="2343832" y="2201084"/>
            <a:chExt cx="2537277" cy="400110"/>
          </a:xfrm>
        </p:grpSpPr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E7552808-1FDB-A7D6-69B7-60DC412C9EFB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1" name="Content Placeholder 2">
              <a:extLst>
                <a:ext uri="{FF2B5EF4-FFF2-40B4-BE49-F238E27FC236}">
                  <a16:creationId xmlns:a16="http://schemas.microsoft.com/office/drawing/2014/main" id="{09E14402-BEA1-C499-C2BC-B667978BED03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201084"/>
              <a:ext cx="216722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notify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86FD349-2CDC-3B87-C2CC-4DC71E9C4886}"/>
              </a:ext>
            </a:extLst>
          </p:cNvPr>
          <p:cNvGrpSpPr/>
          <p:nvPr/>
        </p:nvGrpSpPr>
        <p:grpSpPr>
          <a:xfrm>
            <a:off x="5733107" y="615245"/>
            <a:ext cx="2537277" cy="420628"/>
            <a:chOff x="2343832" y="2181834"/>
            <a:chExt cx="2537277" cy="420628"/>
          </a:xfrm>
        </p:grpSpPr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A80C7420-AC04-BCC7-838E-F43EF5CF17F5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4" name="Content Placeholder 2">
              <a:extLst>
                <a:ext uri="{FF2B5EF4-FFF2-40B4-BE49-F238E27FC236}">
                  <a16:creationId xmlns:a16="http://schemas.microsoft.com/office/drawing/2014/main" id="{61186995-1071-C85F-F516-450229396D74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181834"/>
              <a:ext cx="2167220" cy="4206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pick-up </a:t>
              </a:r>
              <a:r>
                <a:rPr lang="en-US" sz="32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🛵</a:t>
              </a:r>
              <a:endPara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59FAC9B2-750D-758F-6A80-114621B05944}"/>
              </a:ext>
            </a:extLst>
          </p:cNvPr>
          <p:cNvCxnSpPr>
            <a:cxnSpLocks/>
            <a:stCxn id="6" idx="3"/>
            <a:endCxn id="47" idx="2"/>
          </p:cNvCxnSpPr>
          <p:nvPr/>
        </p:nvCxnSpPr>
        <p:spPr>
          <a:xfrm flipV="1">
            <a:off x="9556818" y="2772184"/>
            <a:ext cx="874757" cy="120790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76864A2-0552-F1C1-3181-BD056A432C44}"/>
              </a:ext>
            </a:extLst>
          </p:cNvPr>
          <p:cNvGrpSpPr/>
          <p:nvPr/>
        </p:nvGrpSpPr>
        <p:grpSpPr>
          <a:xfrm>
            <a:off x="6294383" y="1742556"/>
            <a:ext cx="2290617" cy="1052126"/>
            <a:chOff x="6342509" y="1588554"/>
            <a:chExt cx="2290617" cy="105212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A518E3D-44C2-71A1-2524-B2E820EC44D1}"/>
                </a:ext>
              </a:extLst>
            </p:cNvPr>
            <p:cNvGrpSpPr/>
            <p:nvPr/>
          </p:nvGrpSpPr>
          <p:grpSpPr>
            <a:xfrm>
              <a:off x="6342509" y="1588554"/>
              <a:ext cx="2290617" cy="1038741"/>
              <a:chOff x="7468329" y="4908736"/>
              <a:chExt cx="2290617" cy="103874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BD3BB60-2B81-AB9D-5EE7-1EC278A722A7}"/>
                  </a:ext>
                </a:extLst>
              </p:cNvPr>
              <p:cNvGrpSpPr/>
              <p:nvPr/>
            </p:nvGrpSpPr>
            <p:grpSpPr>
              <a:xfrm>
                <a:off x="7468329" y="4908736"/>
                <a:ext cx="2290617" cy="1038741"/>
                <a:chOff x="6104397" y="5100898"/>
                <a:chExt cx="4057968" cy="1038741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A96F5B71-25B3-DC3A-F3CA-B323525EBC2C}"/>
                    </a:ext>
                  </a:extLst>
                </p:cNvPr>
                <p:cNvSpPr/>
                <p:nvPr/>
              </p:nvSpPr>
              <p:spPr>
                <a:xfrm>
                  <a:off x="6258929" y="5490228"/>
                  <a:ext cx="375912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pPr>
                    <a:defRPr/>
                  </a:pPr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🛎️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Concierge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1C7F510-00FB-B237-16BB-0BDB9C929774}"/>
                    </a:ext>
                  </a:extLst>
                </p:cNvPr>
                <p:cNvSpPr/>
                <p:nvPr/>
              </p:nvSpPr>
              <p:spPr>
                <a:xfrm>
                  <a:off x="6104397" y="5100898"/>
                  <a:ext cx="4057968" cy="1038741"/>
                </a:xfrm>
                <a:prstGeom prst="rect">
                  <a:avLst/>
                </a:prstGeom>
                <a:noFill/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GB" sz="2800" baseline="-11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</a:t>
                  </a:r>
                  <a:r>
                    <a: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user bound</a:t>
                  </a: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B5A4033-E92F-109F-5347-27C7C5DB2A61}"/>
                  </a:ext>
                </a:extLst>
              </p:cNvPr>
              <p:cNvSpPr txBox="1"/>
              <p:nvPr/>
            </p:nvSpPr>
            <p:spPr>
              <a:xfrm>
                <a:off x="7527090" y="4920620"/>
                <a:ext cx="30457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 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9A8EAAA-317E-644A-BEFD-3084B6FC1BAB}"/>
                </a:ext>
              </a:extLst>
            </p:cNvPr>
            <p:cNvSpPr txBox="1"/>
            <p:nvPr/>
          </p:nvSpPr>
          <p:spPr>
            <a:xfrm flipH="1">
              <a:off x="7969827" y="1600438"/>
              <a:ext cx="378075" cy="1040242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l"/>
              <a:endParaRPr lang="en-US" dirty="0" err="1"/>
            </a:p>
          </p:txBody>
        </p:sp>
      </p:grp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1DEF669C-AA80-90BA-2C10-70DD23578018}"/>
              </a:ext>
            </a:extLst>
          </p:cNvPr>
          <p:cNvCxnSpPr>
            <a:cxnSpLocks/>
            <a:endCxn id="24" idx="2"/>
          </p:cNvCxnSpPr>
          <p:nvPr/>
        </p:nvCxnSpPr>
        <p:spPr>
          <a:xfrm flipH="1" flipV="1">
            <a:off x="8110738" y="2794682"/>
            <a:ext cx="1" cy="67275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7CAC6ED-34A2-C07F-060A-3AFC780062FB}"/>
              </a:ext>
            </a:extLst>
          </p:cNvPr>
          <p:cNvGrpSpPr/>
          <p:nvPr/>
        </p:nvGrpSpPr>
        <p:grpSpPr>
          <a:xfrm>
            <a:off x="8270384" y="2973384"/>
            <a:ext cx="1508882" cy="400110"/>
            <a:chOff x="2343832" y="2201084"/>
            <a:chExt cx="1508882" cy="400110"/>
          </a:xfrm>
        </p:grpSpPr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D9554A7C-A163-5027-B21B-7DA641BA7E05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9" name="Content Placeholder 2">
              <a:extLst>
                <a:ext uri="{FF2B5EF4-FFF2-40B4-BE49-F238E27FC236}">
                  <a16:creationId xmlns:a16="http://schemas.microsoft.com/office/drawing/2014/main" id="{F7F5913F-D491-ED28-9E7A-5AC1CA3530C2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201084"/>
              <a:ext cx="113882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recover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7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>
            <a:extLst>
              <a:ext uri="{FF2B5EF4-FFF2-40B4-BE49-F238E27FC236}">
                <a16:creationId xmlns:a16="http://schemas.microsoft.com/office/drawing/2014/main" id="{943C06DD-4A22-F8BB-78F7-07A2ACBAAC92}"/>
              </a:ext>
            </a:extLst>
          </p:cNvPr>
          <p:cNvSpPr/>
          <p:nvPr/>
        </p:nvSpPr>
        <p:spPr>
          <a:xfrm>
            <a:off x="9336002" y="1032853"/>
            <a:ext cx="2284640" cy="219982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1FB5C4E-1CEC-DD72-B5C5-D9436F42D770}"/>
              </a:ext>
            </a:extLst>
          </p:cNvPr>
          <p:cNvSpPr/>
          <p:nvPr/>
        </p:nvSpPr>
        <p:spPr>
          <a:xfrm>
            <a:off x="4272388" y="1170505"/>
            <a:ext cx="3480619" cy="1902896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9427005-E737-B77E-4015-B29DC2F35FC9}"/>
              </a:ext>
            </a:extLst>
          </p:cNvPr>
          <p:cNvGrpSpPr/>
          <p:nvPr/>
        </p:nvGrpSpPr>
        <p:grpSpPr>
          <a:xfrm>
            <a:off x="9505746" y="2035743"/>
            <a:ext cx="1961698" cy="1014729"/>
            <a:chOff x="7542594" y="1006813"/>
            <a:chExt cx="636397" cy="1014729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E82B5EE9-9535-1106-FEE3-DCD9D259D359}"/>
                </a:ext>
              </a:extLst>
            </p:cNvPr>
            <p:cNvSpPr/>
            <p:nvPr/>
          </p:nvSpPr>
          <p:spPr>
            <a:xfrm>
              <a:off x="7542594" y="1006813"/>
              <a:ext cx="636397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34129EC0-6A61-94AC-8A54-55DFC6C58F37}"/>
                </a:ext>
              </a:extLst>
            </p:cNvPr>
            <p:cNvSpPr/>
            <p:nvPr/>
          </p:nvSpPr>
          <p:spPr>
            <a:xfrm>
              <a:off x="7565777" y="1386858"/>
              <a:ext cx="587714" cy="56019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🖨️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Printer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0B5A655-7AD6-B9A3-CDB0-EEAFFD825E99}"/>
              </a:ext>
            </a:extLst>
          </p:cNvPr>
          <p:cNvGrpSpPr/>
          <p:nvPr/>
        </p:nvGrpSpPr>
        <p:grpSpPr>
          <a:xfrm>
            <a:off x="9489385" y="342091"/>
            <a:ext cx="1961697" cy="1038741"/>
            <a:chOff x="6221987" y="5100898"/>
            <a:chExt cx="3822790" cy="1038741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3D90635-EB2F-18BB-2534-9D5F4491CD01}"/>
                </a:ext>
              </a:extLst>
            </p:cNvPr>
            <p:cNvSpPr/>
            <p:nvPr/>
          </p:nvSpPr>
          <p:spPr>
            <a:xfrm>
              <a:off x="6221987" y="5100898"/>
              <a:ext cx="3822790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075B29-C231-8D43-E24C-36B5A25111BB}"/>
                </a:ext>
              </a:extLst>
            </p:cNvPr>
            <p:cNvSpPr/>
            <p:nvPr/>
          </p:nvSpPr>
          <p:spPr>
            <a:xfrm>
              <a:off x="6385391" y="5490228"/>
              <a:ext cx="35062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B92702C-9E70-441D-E1C4-458318440443}"/>
              </a:ext>
            </a:extLst>
          </p:cNvPr>
          <p:cNvSpPr/>
          <p:nvPr/>
        </p:nvSpPr>
        <p:spPr>
          <a:xfrm>
            <a:off x="6028699" y="1353269"/>
            <a:ext cx="1568444" cy="156773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CEC951E-EC62-3EC3-3EEB-9294553D64F9}"/>
              </a:ext>
            </a:extLst>
          </p:cNvPr>
          <p:cNvGrpSpPr/>
          <p:nvPr/>
        </p:nvGrpSpPr>
        <p:grpSpPr>
          <a:xfrm>
            <a:off x="6134547" y="2287615"/>
            <a:ext cx="1356748" cy="512403"/>
            <a:chOff x="4941377" y="3971594"/>
            <a:chExt cx="1356748" cy="512403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5EE040A0-C3A3-68B3-E653-28CEAEAC8A01}"/>
                </a:ext>
              </a:extLst>
            </p:cNvPr>
            <p:cNvSpPr/>
            <p:nvPr/>
          </p:nvSpPr>
          <p:spPr>
            <a:xfrm>
              <a:off x="4941377" y="3971594"/>
              <a:ext cx="1356748" cy="5124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0679763-5097-1A9C-3F56-414352844ABF}"/>
                </a:ext>
              </a:extLst>
            </p:cNvPr>
            <p:cNvSpPr txBox="1"/>
            <p:nvPr/>
          </p:nvSpPr>
          <p:spPr>
            <a:xfrm>
              <a:off x="4941377" y="4041641"/>
              <a:ext cx="135674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dirty="0"/>
                <a:t> NFC QR</a:t>
              </a:r>
            </a:p>
          </p:txBody>
        </p:sp>
      </p:grpSp>
      <p:sp>
        <p:nvSpPr>
          <p:cNvPr id="146" name="Content Placeholder 2">
            <a:extLst>
              <a:ext uri="{FF2B5EF4-FFF2-40B4-BE49-F238E27FC236}">
                <a16:creationId xmlns:a16="http://schemas.microsoft.com/office/drawing/2014/main" id="{7B77E403-DAD2-36F9-068E-96DC232E4DA5}"/>
              </a:ext>
            </a:extLst>
          </p:cNvPr>
          <p:cNvSpPr txBox="1">
            <a:spLocks/>
          </p:cNvSpPr>
          <p:nvPr/>
        </p:nvSpPr>
        <p:spPr>
          <a:xfrm>
            <a:off x="6160589" y="1441098"/>
            <a:ext cx="1304664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💠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thing extension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7367D11-2122-C4F5-FA5E-E3800FB9A565}"/>
              </a:ext>
            </a:extLst>
          </p:cNvPr>
          <p:cNvSpPr txBox="1"/>
          <p:nvPr/>
        </p:nvSpPr>
        <p:spPr>
          <a:xfrm>
            <a:off x="4711954" y="1847970"/>
            <a:ext cx="9170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dirty="0"/>
              <a:t>👕</a:t>
            </a:r>
            <a:endParaRPr lang="en-US" sz="8000" dirty="0"/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4E310326-D8F4-94E4-8F4B-A31DA6D8878E}"/>
              </a:ext>
            </a:extLst>
          </p:cNvPr>
          <p:cNvSpPr txBox="1">
            <a:spLocks/>
          </p:cNvSpPr>
          <p:nvPr/>
        </p:nvSpPr>
        <p:spPr>
          <a:xfrm>
            <a:off x="4557514" y="1293604"/>
            <a:ext cx="1186059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clothing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3A89B73A-091E-79CB-3751-8DBAE99EC43D}"/>
              </a:ext>
            </a:extLst>
          </p:cNvPr>
          <p:cNvGrpSpPr/>
          <p:nvPr/>
        </p:nvGrpSpPr>
        <p:grpSpPr>
          <a:xfrm>
            <a:off x="803308" y="337715"/>
            <a:ext cx="1713779" cy="1014729"/>
            <a:chOff x="7542594" y="1006813"/>
            <a:chExt cx="672723" cy="1014729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8000AB6-EDF5-D12E-8754-9AB6F3341D55}"/>
                </a:ext>
              </a:extLst>
            </p:cNvPr>
            <p:cNvSpPr/>
            <p:nvPr/>
          </p:nvSpPr>
          <p:spPr>
            <a:xfrm>
              <a:off x="7565777" y="1386858"/>
              <a:ext cx="626744" cy="56019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Brand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EDD70FD7-314B-CE94-F166-3A09F69E1A1B}"/>
                </a:ext>
              </a:extLst>
            </p:cNvPr>
            <p:cNvSpPr/>
            <p:nvPr/>
          </p:nvSpPr>
          <p:spPr>
            <a:xfrm>
              <a:off x="7542594" y="1006813"/>
              <a:ext cx="672723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Host</a:t>
              </a:r>
            </a:p>
          </p:txBody>
        </p:sp>
      </p:grpSp>
      <p:cxnSp>
        <p:nvCxnSpPr>
          <p:cNvPr id="157" name="Straight Arrow Connector 12">
            <a:extLst>
              <a:ext uri="{FF2B5EF4-FFF2-40B4-BE49-F238E27FC236}">
                <a16:creationId xmlns:a16="http://schemas.microsoft.com/office/drawing/2014/main" id="{BA003351-2BB4-0EF7-41E7-149D107220C1}"/>
              </a:ext>
            </a:extLst>
          </p:cNvPr>
          <p:cNvCxnSpPr>
            <a:cxnSpLocks/>
            <a:stCxn id="126" idx="1"/>
            <a:endCxn id="135" idx="3"/>
          </p:cNvCxnSpPr>
          <p:nvPr/>
        </p:nvCxnSpPr>
        <p:spPr>
          <a:xfrm flipH="1">
            <a:off x="7491295" y="2543108"/>
            <a:ext cx="2014451" cy="70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0" name="Straight Arrow Connector 12">
            <a:extLst>
              <a:ext uri="{FF2B5EF4-FFF2-40B4-BE49-F238E27FC236}">
                <a16:creationId xmlns:a16="http://schemas.microsoft.com/office/drawing/2014/main" id="{7401C573-B72E-2A02-043A-EB76CCF8F11E}"/>
              </a:ext>
            </a:extLst>
          </p:cNvPr>
          <p:cNvCxnSpPr>
            <a:cxnSpLocks/>
            <a:stCxn id="129" idx="1"/>
            <a:endCxn id="133" idx="0"/>
          </p:cNvCxnSpPr>
          <p:nvPr/>
        </p:nvCxnSpPr>
        <p:spPr>
          <a:xfrm rot="10800000" flipV="1">
            <a:off x="6812921" y="861461"/>
            <a:ext cx="2676464" cy="491807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9" name="Straight Arrow Connector 12">
            <a:extLst>
              <a:ext uri="{FF2B5EF4-FFF2-40B4-BE49-F238E27FC236}">
                <a16:creationId xmlns:a16="http://schemas.microsoft.com/office/drawing/2014/main" id="{E6F3FD51-42CE-7670-8F2E-032A1AEF8724}"/>
              </a:ext>
            </a:extLst>
          </p:cNvPr>
          <p:cNvCxnSpPr>
            <a:cxnSpLocks/>
            <a:stCxn id="153" idx="3"/>
            <a:endCxn id="150" idx="0"/>
          </p:cNvCxnSpPr>
          <p:nvPr/>
        </p:nvCxnSpPr>
        <p:spPr>
          <a:xfrm>
            <a:off x="2517087" y="845080"/>
            <a:ext cx="3495611" cy="32542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6041CAF1-C7A6-6663-635C-B6F8FDD996F8}"/>
              </a:ext>
            </a:extLst>
          </p:cNvPr>
          <p:cNvSpPr txBox="1"/>
          <p:nvPr/>
        </p:nvSpPr>
        <p:spPr>
          <a:xfrm>
            <a:off x="8349755" y="2116211"/>
            <a:ext cx="1713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supply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C1195F8-6CB1-4391-107E-0B1177341D85}"/>
              </a:ext>
            </a:extLst>
          </p:cNvPr>
          <p:cNvSpPr txBox="1"/>
          <p:nvPr/>
        </p:nvSpPr>
        <p:spPr>
          <a:xfrm>
            <a:off x="7698914" y="386513"/>
            <a:ext cx="1713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orchestrate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B7C035E-25F4-6E00-303D-210B1DBFBF0A}"/>
              </a:ext>
            </a:extLst>
          </p:cNvPr>
          <p:cNvSpPr txBox="1"/>
          <p:nvPr/>
        </p:nvSpPr>
        <p:spPr>
          <a:xfrm>
            <a:off x="2592722" y="393530"/>
            <a:ext cx="13724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assemble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DFF81CC-C2EA-24EC-F840-3DA4F48C143E}"/>
              </a:ext>
            </a:extLst>
          </p:cNvPr>
          <p:cNvSpPr txBox="1"/>
          <p:nvPr/>
        </p:nvSpPr>
        <p:spPr>
          <a:xfrm>
            <a:off x="730723" y="2902150"/>
            <a:ext cx="30462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to chat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F14F3317-9418-A267-EF4E-EE10638FD205}"/>
              </a:ext>
            </a:extLst>
          </p:cNvPr>
          <p:cNvSpPr txBox="1"/>
          <p:nvPr/>
        </p:nvSpPr>
        <p:spPr>
          <a:xfrm>
            <a:off x="1358557" y="2213497"/>
            <a:ext cx="662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🧕</a:t>
            </a:r>
            <a:endParaRPr lang="en-US" sz="48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106AE9BA-2990-42AA-A6BA-77867AEAA087}"/>
              </a:ext>
            </a:extLst>
          </p:cNvPr>
          <p:cNvSpPr txBox="1"/>
          <p:nvPr/>
        </p:nvSpPr>
        <p:spPr>
          <a:xfrm>
            <a:off x="1980221" y="2213499"/>
            <a:ext cx="1029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👨‍💼</a:t>
            </a:r>
            <a:endParaRPr lang="en-US" sz="4800" dirty="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BA86477-0767-8BD0-9FAF-74FBC4C726AC}"/>
              </a:ext>
            </a:extLst>
          </p:cNvPr>
          <p:cNvSpPr txBox="1"/>
          <p:nvPr/>
        </p:nvSpPr>
        <p:spPr>
          <a:xfrm>
            <a:off x="743165" y="2213498"/>
            <a:ext cx="1029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🧑‍💼</a:t>
            </a:r>
            <a:endParaRPr lang="en-US" sz="48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58B829C3-7A08-DE7C-A023-BE7106EC811C}"/>
              </a:ext>
            </a:extLst>
          </p:cNvPr>
          <p:cNvSpPr txBox="1"/>
          <p:nvPr/>
        </p:nvSpPr>
        <p:spPr>
          <a:xfrm>
            <a:off x="2567570" y="2213498"/>
            <a:ext cx="9349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👩‍⚕️</a:t>
            </a:r>
            <a:endParaRPr lang="en-US" sz="4800" dirty="0"/>
          </a:p>
        </p:txBody>
      </p:sp>
      <p:cxnSp>
        <p:nvCxnSpPr>
          <p:cNvPr id="219" name="Straight Arrow Connector 12">
            <a:extLst>
              <a:ext uri="{FF2B5EF4-FFF2-40B4-BE49-F238E27FC236}">
                <a16:creationId xmlns:a16="http://schemas.microsoft.com/office/drawing/2014/main" id="{98F31977-330C-CB78-B296-3D4CD89E6DCC}"/>
              </a:ext>
            </a:extLst>
          </p:cNvPr>
          <p:cNvCxnSpPr>
            <a:cxnSpLocks/>
            <a:stCxn id="208" idx="3"/>
          </p:cNvCxnSpPr>
          <p:nvPr/>
        </p:nvCxnSpPr>
        <p:spPr>
          <a:xfrm>
            <a:off x="3318885" y="2316733"/>
            <a:ext cx="927731" cy="383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8" name="Rectangle 207">
            <a:extLst>
              <a:ext uri="{FF2B5EF4-FFF2-40B4-BE49-F238E27FC236}">
                <a16:creationId xmlns:a16="http://schemas.microsoft.com/office/drawing/2014/main" id="{FF4835EC-B7E7-9C6F-D840-B451BDD85DA2}"/>
              </a:ext>
            </a:extLst>
          </p:cNvPr>
          <p:cNvSpPr/>
          <p:nvPr/>
        </p:nvSpPr>
        <p:spPr>
          <a:xfrm>
            <a:off x="816632" y="1797362"/>
            <a:ext cx="2502253" cy="103874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7651C1-CF8D-629F-1C78-CD5746E01B5C}"/>
              </a:ext>
            </a:extLst>
          </p:cNvPr>
          <p:cNvSpPr txBox="1"/>
          <p:nvPr/>
        </p:nvSpPr>
        <p:spPr>
          <a:xfrm>
            <a:off x="147264" y="6233934"/>
            <a:ext cx="1181414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BRAND</a:t>
            </a:r>
          </a:p>
        </p:txBody>
      </p:sp>
    </p:spTree>
    <p:extLst>
      <p:ext uri="{BB962C8B-B14F-4D97-AF65-F5344CB8AC3E}">
        <p14:creationId xmlns:p14="http://schemas.microsoft.com/office/powerpoint/2010/main" val="371454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375BD-6B12-D6C6-E8DB-A673A0E60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002CA1BC-22B4-184C-345D-477083042826}"/>
              </a:ext>
            </a:extLst>
          </p:cNvPr>
          <p:cNvSpPr/>
          <p:nvPr/>
        </p:nvSpPr>
        <p:spPr>
          <a:xfrm>
            <a:off x="9962021" y="912568"/>
            <a:ext cx="897865" cy="1324692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DB3BC3E-3FA7-3872-E428-D22D643CF0C6}"/>
              </a:ext>
            </a:extLst>
          </p:cNvPr>
          <p:cNvSpPr/>
          <p:nvPr/>
        </p:nvSpPr>
        <p:spPr>
          <a:xfrm>
            <a:off x="5072072" y="867027"/>
            <a:ext cx="3402170" cy="273977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C8D10B-6A6F-7F0E-C85E-6DFF0DB50DA5}"/>
              </a:ext>
            </a:extLst>
          </p:cNvPr>
          <p:cNvGrpSpPr/>
          <p:nvPr/>
        </p:nvGrpSpPr>
        <p:grpSpPr>
          <a:xfrm>
            <a:off x="545597" y="3334953"/>
            <a:ext cx="1849732" cy="1014729"/>
            <a:chOff x="7542594" y="1006813"/>
            <a:chExt cx="600074" cy="101472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20E888-64F2-EBE0-6A6D-B41049242DEE}"/>
                </a:ext>
              </a:extLst>
            </p:cNvPr>
            <p:cNvSpPr/>
            <p:nvPr/>
          </p:nvSpPr>
          <p:spPr>
            <a:xfrm>
              <a:off x="7542594" y="1006813"/>
              <a:ext cx="600074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8E5BF0-4932-9E2E-AEC4-3AAE2A04B7F3}"/>
                </a:ext>
              </a:extLst>
            </p:cNvPr>
            <p:cNvSpPr/>
            <p:nvPr/>
          </p:nvSpPr>
          <p:spPr>
            <a:xfrm>
              <a:off x="7565777" y="1386858"/>
              <a:ext cx="549660" cy="56019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🖨️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Printer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F6762A6-C95D-BC43-3D25-457E3DEB622F}"/>
              </a:ext>
            </a:extLst>
          </p:cNvPr>
          <p:cNvGrpSpPr/>
          <p:nvPr/>
        </p:nvGrpSpPr>
        <p:grpSpPr>
          <a:xfrm>
            <a:off x="540982" y="1711561"/>
            <a:ext cx="1854350" cy="1038741"/>
            <a:chOff x="6221989" y="5100898"/>
            <a:chExt cx="3613602" cy="103874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2F0125-1E78-DD12-8F4E-E4A1C0438884}"/>
                </a:ext>
              </a:extLst>
            </p:cNvPr>
            <p:cNvSpPr/>
            <p:nvPr/>
          </p:nvSpPr>
          <p:spPr>
            <a:xfrm>
              <a:off x="6221989" y="5100898"/>
              <a:ext cx="3613602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🖨️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printer vault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85FBBB-50F3-68CF-DB99-BA0009CE9032}"/>
                </a:ext>
              </a:extLst>
            </p:cNvPr>
            <p:cNvSpPr/>
            <p:nvPr/>
          </p:nvSpPr>
          <p:spPr>
            <a:xfrm>
              <a:off x="6385393" y="5490228"/>
              <a:ext cx="328662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4C16A90-6A5C-B674-B1D7-2A2D8F20CD71}"/>
              </a:ext>
            </a:extLst>
          </p:cNvPr>
          <p:cNvGrpSpPr/>
          <p:nvPr/>
        </p:nvGrpSpPr>
        <p:grpSpPr>
          <a:xfrm>
            <a:off x="5189196" y="971442"/>
            <a:ext cx="1631035" cy="2514076"/>
            <a:chOff x="4156262" y="1352444"/>
            <a:chExt cx="1631035" cy="251407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55390DA-52E1-8E25-C7FD-850175E45C60}"/>
                </a:ext>
              </a:extLst>
            </p:cNvPr>
            <p:cNvSpPr/>
            <p:nvPr/>
          </p:nvSpPr>
          <p:spPr>
            <a:xfrm>
              <a:off x="4156262" y="1352444"/>
              <a:ext cx="1631035" cy="251407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6D5CF1A-228E-08C7-CC44-2A33BEE3210E}"/>
                </a:ext>
              </a:extLst>
            </p:cNvPr>
            <p:cNvSpPr txBox="1"/>
            <p:nvPr/>
          </p:nvSpPr>
          <p:spPr>
            <a:xfrm>
              <a:off x="4286421" y="3273368"/>
              <a:ext cx="135674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dirty="0"/>
                <a:t> NFC QR</a:t>
              </a:r>
            </a:p>
          </p:txBody>
        </p: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630E5FF-9755-0043-CB65-7A289B47D57E}"/>
              </a:ext>
            </a:extLst>
          </p:cNvPr>
          <p:cNvSpPr txBox="1">
            <a:spLocks/>
          </p:cNvSpPr>
          <p:nvPr/>
        </p:nvSpPr>
        <p:spPr>
          <a:xfrm>
            <a:off x="5113429" y="988559"/>
            <a:ext cx="178550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smart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sticker</a:t>
            </a:r>
          </a:p>
        </p:txBody>
      </p: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FB2EF83B-E763-E80A-62ED-720D8F01F383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 flipV="1">
            <a:off x="2395332" y="2228480"/>
            <a:ext cx="2793864" cy="245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B274E761-949C-B874-15CD-7C22E5CCDB8F}"/>
              </a:ext>
            </a:extLst>
          </p:cNvPr>
          <p:cNvCxnSpPr>
            <a:cxnSpLocks/>
            <a:stCxn id="5" idx="3"/>
            <a:endCxn id="84" idx="2"/>
          </p:cNvCxnSpPr>
          <p:nvPr/>
        </p:nvCxnSpPr>
        <p:spPr>
          <a:xfrm flipV="1">
            <a:off x="2395329" y="3606799"/>
            <a:ext cx="3261989" cy="23551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4E024FD-0D0E-2E2F-37C4-A3755A0F59F9}"/>
              </a:ext>
            </a:extLst>
          </p:cNvPr>
          <p:cNvSpPr txBox="1"/>
          <p:nvPr/>
        </p:nvSpPr>
        <p:spPr>
          <a:xfrm>
            <a:off x="2867123" y="1750072"/>
            <a:ext cx="2526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create thing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💠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6E5B1F-C40B-60A3-B230-84046D0CDC24}"/>
              </a:ext>
            </a:extLst>
          </p:cNvPr>
          <p:cNvSpPr txBox="1"/>
          <p:nvPr/>
        </p:nvSpPr>
        <p:spPr>
          <a:xfrm>
            <a:off x="2890803" y="3949572"/>
            <a:ext cx="2767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sell smart sticker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E4D5B8-DF51-3063-26EB-80559C52FE2E}"/>
              </a:ext>
            </a:extLst>
          </p:cNvPr>
          <p:cNvSpPr txBox="1"/>
          <p:nvPr/>
        </p:nvSpPr>
        <p:spPr>
          <a:xfrm>
            <a:off x="6288625" y="3872900"/>
            <a:ext cx="41846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to chat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6BD1392-263F-BDD6-0176-FC1B2064ECDE}"/>
              </a:ext>
            </a:extLst>
          </p:cNvPr>
          <p:cNvGrpSpPr/>
          <p:nvPr/>
        </p:nvGrpSpPr>
        <p:grpSpPr>
          <a:xfrm>
            <a:off x="9057110" y="2579652"/>
            <a:ext cx="2759356" cy="1247134"/>
            <a:chOff x="5391365" y="4618512"/>
            <a:chExt cx="2759356" cy="124713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C2BB3D8-55BB-1F3E-BC05-23F339E31994}"/>
                </a:ext>
              </a:extLst>
            </p:cNvPr>
            <p:cNvSpPr txBox="1"/>
            <p:nvPr/>
          </p:nvSpPr>
          <p:spPr>
            <a:xfrm>
              <a:off x="6006757" y="5034647"/>
              <a:ext cx="66280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🧕</a:t>
              </a:r>
              <a:endParaRPr lang="en-US" sz="48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DB37F9F-840F-1851-8920-849AA647414B}"/>
                </a:ext>
              </a:extLst>
            </p:cNvPr>
            <p:cNvSpPr txBox="1"/>
            <p:nvPr/>
          </p:nvSpPr>
          <p:spPr>
            <a:xfrm>
              <a:off x="6628421" y="5034649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👨‍💼</a:t>
              </a:r>
              <a:endParaRPr lang="en-US" sz="48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0699462-EFF2-0E09-A3CC-FBFEB2614547}"/>
                </a:ext>
              </a:extLst>
            </p:cNvPr>
            <p:cNvSpPr txBox="1"/>
            <p:nvPr/>
          </p:nvSpPr>
          <p:spPr>
            <a:xfrm>
              <a:off x="5391365" y="5034648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🧑‍💼</a:t>
              </a:r>
              <a:endParaRPr lang="en-US" sz="48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E867E5-7993-F5CE-137B-1D294E7D8D0D}"/>
                </a:ext>
              </a:extLst>
            </p:cNvPr>
            <p:cNvSpPr txBox="1"/>
            <p:nvPr/>
          </p:nvSpPr>
          <p:spPr>
            <a:xfrm>
              <a:off x="7215770" y="5034648"/>
              <a:ext cx="93495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👩‍⚕️</a:t>
              </a:r>
              <a:endParaRPr lang="en-US" sz="48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656D1CB-6384-BB5A-0464-1A2F8294B21A}"/>
                </a:ext>
              </a:extLst>
            </p:cNvPr>
            <p:cNvSpPr/>
            <p:nvPr/>
          </p:nvSpPr>
          <p:spPr>
            <a:xfrm>
              <a:off x="5464832" y="4618512"/>
              <a:ext cx="2502253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guests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8BDA1DB-8278-686D-8388-3894B11B510E}"/>
              </a:ext>
            </a:extLst>
          </p:cNvPr>
          <p:cNvGrpSpPr/>
          <p:nvPr/>
        </p:nvGrpSpPr>
        <p:grpSpPr>
          <a:xfrm>
            <a:off x="9920427" y="726178"/>
            <a:ext cx="1005166" cy="1516861"/>
            <a:chOff x="3200080" y="385707"/>
            <a:chExt cx="1005166" cy="151686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19DCB56-FA36-2744-DFBF-7C311FA228AD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 tIns="0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F9A60F5-C33D-6126-353F-88AE78C9D999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94362DA-08AE-B278-01EA-3DD31706FE7E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63" name="Content Placeholder 2">
              <a:extLst>
                <a:ext uri="{FF2B5EF4-FFF2-40B4-BE49-F238E27FC236}">
                  <a16:creationId xmlns:a16="http://schemas.microsoft.com/office/drawing/2014/main" id="{65E5CBA5-507D-F460-264E-2A7BA2B3543C}"/>
                </a:ext>
              </a:extLst>
            </p:cNvPr>
            <p:cNvSpPr txBox="1">
              <a:spLocks/>
            </p:cNvSpPr>
            <p:nvPr/>
          </p:nvSpPr>
          <p:spPr>
            <a:xfrm>
              <a:off x="3218300" y="1491307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cxnSp>
        <p:nvCxnSpPr>
          <p:cNvPr id="71" name="Straight Arrow Connector 12">
            <a:extLst>
              <a:ext uri="{FF2B5EF4-FFF2-40B4-BE49-F238E27FC236}">
                <a16:creationId xmlns:a16="http://schemas.microsoft.com/office/drawing/2014/main" id="{E25DA484-B847-9900-5648-F321E77FC73C}"/>
              </a:ext>
            </a:extLst>
          </p:cNvPr>
          <p:cNvCxnSpPr>
            <a:cxnSpLocks/>
          </p:cNvCxnSpPr>
          <p:nvPr/>
        </p:nvCxnSpPr>
        <p:spPr>
          <a:xfrm flipH="1" flipV="1">
            <a:off x="6854099" y="1447016"/>
            <a:ext cx="3100196" cy="243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7A67E7A-FF3C-E6DD-59A9-A120C07E03BB}"/>
              </a:ext>
            </a:extLst>
          </p:cNvPr>
          <p:cNvSpPr txBox="1"/>
          <p:nvPr/>
        </p:nvSpPr>
        <p:spPr>
          <a:xfrm>
            <a:off x="6299195" y="258235"/>
            <a:ext cx="2223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buy smart sticker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63AB37-FDDC-CEC7-37A4-05F0A3499225}"/>
              </a:ext>
            </a:extLst>
          </p:cNvPr>
          <p:cNvSpPr txBox="1"/>
          <p:nvPr/>
        </p:nvSpPr>
        <p:spPr>
          <a:xfrm>
            <a:off x="8482625" y="1015498"/>
            <a:ext cx="1796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r>
              <a:rPr lang="en-GB" sz="20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register</a:t>
            </a:r>
          </a:p>
        </p:txBody>
      </p: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5C8F2EF5-B299-87A0-D42E-AA3A6DD78DD2}"/>
              </a:ext>
            </a:extLst>
          </p:cNvPr>
          <p:cNvCxnSpPr>
            <a:cxnSpLocks/>
            <a:stCxn id="96" idx="0"/>
            <a:endCxn id="81" idx="0"/>
          </p:cNvCxnSpPr>
          <p:nvPr/>
        </p:nvCxnSpPr>
        <p:spPr>
          <a:xfrm rot="16200000" flipH="1" flipV="1">
            <a:off x="8372402" y="-1061717"/>
            <a:ext cx="64843" cy="4012260"/>
          </a:xfrm>
          <a:prstGeom prst="bentConnector3">
            <a:avLst>
              <a:gd name="adj1" fmla="val -352544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9B8B7D2-6E34-1453-024D-6B2DA474C80B}"/>
              </a:ext>
            </a:extLst>
          </p:cNvPr>
          <p:cNvSpPr txBox="1"/>
          <p:nvPr/>
        </p:nvSpPr>
        <p:spPr>
          <a:xfrm>
            <a:off x="6215951" y="976835"/>
            <a:ext cx="365485" cy="264155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1AF5A6-8B7E-AC8F-4256-1E988989625B}"/>
              </a:ext>
            </a:extLst>
          </p:cNvPr>
          <p:cNvSpPr txBox="1"/>
          <p:nvPr/>
        </p:nvSpPr>
        <p:spPr>
          <a:xfrm>
            <a:off x="5474575" y="976502"/>
            <a:ext cx="365485" cy="263029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604C1B2-B83A-1AEC-09C0-98F7198F41C8}"/>
              </a:ext>
            </a:extLst>
          </p:cNvPr>
          <p:cNvSpPr txBox="1"/>
          <p:nvPr/>
        </p:nvSpPr>
        <p:spPr>
          <a:xfrm>
            <a:off x="10258668" y="911992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cxnSp>
        <p:nvCxnSpPr>
          <p:cNvPr id="106" name="Straight Arrow Connector 12">
            <a:extLst>
              <a:ext uri="{FF2B5EF4-FFF2-40B4-BE49-F238E27FC236}">
                <a16:creationId xmlns:a16="http://schemas.microsoft.com/office/drawing/2014/main" id="{7C5B721F-B52B-51D0-FF10-BC6C42E6493A}"/>
              </a:ext>
            </a:extLst>
          </p:cNvPr>
          <p:cNvCxnSpPr>
            <a:cxnSpLocks/>
            <a:stCxn id="32" idx="2"/>
            <a:endCxn id="81" idx="2"/>
          </p:cNvCxnSpPr>
          <p:nvPr/>
        </p:nvCxnSpPr>
        <p:spPr>
          <a:xfrm rot="5400000" flipH="1">
            <a:off x="8390198" y="1626888"/>
            <a:ext cx="1" cy="3983010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3A4E7C7-3667-3B2F-44B2-3050D2968209}"/>
              </a:ext>
            </a:extLst>
          </p:cNvPr>
          <p:cNvSpPr txBox="1">
            <a:spLocks/>
          </p:cNvSpPr>
          <p:nvPr/>
        </p:nvSpPr>
        <p:spPr>
          <a:xfrm>
            <a:off x="6820231" y="2718078"/>
            <a:ext cx="1654011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vintage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book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E6E5A07-FD83-95B7-1F0F-6902D9464B4D}"/>
              </a:ext>
            </a:extLst>
          </p:cNvPr>
          <p:cNvGrpSpPr/>
          <p:nvPr/>
        </p:nvGrpSpPr>
        <p:grpSpPr>
          <a:xfrm>
            <a:off x="5392933" y="1816669"/>
            <a:ext cx="1802808" cy="1107996"/>
            <a:chOff x="5773109" y="2071237"/>
            <a:chExt cx="1802808" cy="110799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C6DEC2-2FBD-813E-2816-4DDF7729BAB0}"/>
                </a:ext>
              </a:extLst>
            </p:cNvPr>
            <p:cNvSpPr txBox="1"/>
            <p:nvPr/>
          </p:nvSpPr>
          <p:spPr>
            <a:xfrm>
              <a:off x="5830697" y="2071237"/>
              <a:ext cx="1745220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6600" dirty="0"/>
                <a:t>🔖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4560936-AF36-3596-E754-EFA5BC5C57AF}"/>
                </a:ext>
              </a:extLst>
            </p:cNvPr>
            <p:cNvSpPr txBox="1"/>
            <p:nvPr/>
          </p:nvSpPr>
          <p:spPr>
            <a:xfrm>
              <a:off x="5773109" y="2324843"/>
              <a:ext cx="1012744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GB" sz="3600" dirty="0"/>
                <a:t>💠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F55E26A-7E98-DDE9-0AF2-18B9A9D4DA74}"/>
              </a:ext>
            </a:extLst>
          </p:cNvPr>
          <p:cNvSpPr txBox="1"/>
          <p:nvPr/>
        </p:nvSpPr>
        <p:spPr>
          <a:xfrm>
            <a:off x="7035407" y="1703959"/>
            <a:ext cx="78386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0" dirty="0"/>
              <a:t>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67DFB3-07A7-3C3D-58D2-7E65D1CB38E9}"/>
              </a:ext>
            </a:extLst>
          </p:cNvPr>
          <p:cNvSpPr txBox="1"/>
          <p:nvPr/>
        </p:nvSpPr>
        <p:spPr>
          <a:xfrm>
            <a:off x="7427340" y="2266482"/>
            <a:ext cx="35496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050" dirty="0"/>
              <a:t>💠</a:t>
            </a:r>
          </a:p>
        </p:txBody>
      </p: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B2BB0B11-12E8-87C9-B2EB-AB4F468C905E}"/>
              </a:ext>
            </a:extLst>
          </p:cNvPr>
          <p:cNvCxnSpPr>
            <a:cxnSpLocks/>
            <a:stCxn id="5" idx="0"/>
            <a:endCxn id="8" idx="2"/>
          </p:cNvCxnSpPr>
          <p:nvPr/>
        </p:nvCxnSpPr>
        <p:spPr>
          <a:xfrm flipH="1" flipV="1">
            <a:off x="1468157" y="2750302"/>
            <a:ext cx="2306" cy="58465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D592922-A4E8-6602-4F15-98B2324A7D41}"/>
              </a:ext>
            </a:extLst>
          </p:cNvPr>
          <p:cNvSpPr txBox="1"/>
          <p:nvPr/>
        </p:nvSpPr>
        <p:spPr>
          <a:xfrm>
            <a:off x="1965300" y="2838070"/>
            <a:ext cx="2526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order thing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D267539-28AC-1EC1-F9F9-D4DD1E7CEE3A}"/>
              </a:ext>
            </a:extLst>
          </p:cNvPr>
          <p:cNvSpPr/>
          <p:nvPr/>
        </p:nvSpPr>
        <p:spPr>
          <a:xfrm>
            <a:off x="1603410" y="286262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233BF79-EE9A-6ADC-E4DF-13AC7C7BC097}"/>
              </a:ext>
            </a:extLst>
          </p:cNvPr>
          <p:cNvSpPr/>
          <p:nvPr/>
        </p:nvSpPr>
        <p:spPr>
          <a:xfrm>
            <a:off x="2513866" y="177170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EC9B0BF-68BE-81F8-C674-74B93828BCF1}"/>
              </a:ext>
            </a:extLst>
          </p:cNvPr>
          <p:cNvSpPr/>
          <p:nvPr/>
        </p:nvSpPr>
        <p:spPr>
          <a:xfrm>
            <a:off x="2530803" y="3989682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C7253CF-942B-69F8-1F2D-28E614D8032D}"/>
              </a:ext>
            </a:extLst>
          </p:cNvPr>
          <p:cNvSpPr/>
          <p:nvPr/>
        </p:nvSpPr>
        <p:spPr>
          <a:xfrm>
            <a:off x="5938142" y="291269"/>
            <a:ext cx="360000" cy="360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1D9F1CEF-3F40-814D-3096-CF17D5FD22FA}"/>
              </a:ext>
            </a:extLst>
          </p:cNvPr>
          <p:cNvSpPr/>
          <p:nvPr/>
        </p:nvSpPr>
        <p:spPr>
          <a:xfrm>
            <a:off x="9113656" y="1570002"/>
            <a:ext cx="360000" cy="360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B61D48F9-0398-6DCD-94FA-5C1857ED54E2}"/>
              </a:ext>
            </a:extLst>
          </p:cNvPr>
          <p:cNvSpPr/>
          <p:nvPr/>
        </p:nvSpPr>
        <p:spPr>
          <a:xfrm>
            <a:off x="10555014" y="3769572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0BD76B-C155-C2B4-AFD3-E9C8DA860E7D}"/>
              </a:ext>
            </a:extLst>
          </p:cNvPr>
          <p:cNvSpPr txBox="1"/>
          <p:nvPr/>
        </p:nvSpPr>
        <p:spPr>
          <a:xfrm>
            <a:off x="2890803" y="3312067"/>
            <a:ext cx="2767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print locator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83F233B-7465-909C-7BDE-A16F59D45176}"/>
              </a:ext>
            </a:extLst>
          </p:cNvPr>
          <p:cNvSpPr/>
          <p:nvPr/>
        </p:nvSpPr>
        <p:spPr>
          <a:xfrm>
            <a:off x="2530803" y="335217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138F0-267F-9C87-803C-A339C42D0505}"/>
              </a:ext>
            </a:extLst>
          </p:cNvPr>
          <p:cNvSpPr txBox="1"/>
          <p:nvPr/>
        </p:nvSpPr>
        <p:spPr>
          <a:xfrm>
            <a:off x="218143" y="6278524"/>
            <a:ext cx="1418658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PRINTER</a:t>
            </a:r>
          </a:p>
        </p:txBody>
      </p:sp>
    </p:spTree>
    <p:extLst>
      <p:ext uri="{BB962C8B-B14F-4D97-AF65-F5344CB8AC3E}">
        <p14:creationId xmlns:p14="http://schemas.microsoft.com/office/powerpoint/2010/main" val="255817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D5BC0-FAB3-1C24-6746-42ECEB31D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E5E660A-7C34-E1B8-9B42-7A69527A1D69}"/>
              </a:ext>
            </a:extLst>
          </p:cNvPr>
          <p:cNvSpPr/>
          <p:nvPr/>
        </p:nvSpPr>
        <p:spPr>
          <a:xfrm>
            <a:off x="10165221" y="1048033"/>
            <a:ext cx="897865" cy="1324692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B0B2C41-28E1-D2CA-EF03-4DBFB31E210E}"/>
              </a:ext>
            </a:extLst>
          </p:cNvPr>
          <p:cNvSpPr/>
          <p:nvPr/>
        </p:nvSpPr>
        <p:spPr>
          <a:xfrm>
            <a:off x="5275272" y="1002492"/>
            <a:ext cx="3402170" cy="273977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4CC83B-FB11-4BFB-8888-60620C32BA33}"/>
              </a:ext>
            </a:extLst>
          </p:cNvPr>
          <p:cNvSpPr/>
          <p:nvPr/>
        </p:nvSpPr>
        <p:spPr>
          <a:xfrm>
            <a:off x="516467" y="1106906"/>
            <a:ext cx="2218628" cy="360055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F175A6-8800-6D3C-9D39-4A7D88C330F5}"/>
              </a:ext>
            </a:extLst>
          </p:cNvPr>
          <p:cNvGrpSpPr/>
          <p:nvPr/>
        </p:nvGrpSpPr>
        <p:grpSpPr>
          <a:xfrm>
            <a:off x="748801" y="3470418"/>
            <a:ext cx="1770629" cy="1014729"/>
            <a:chOff x="7542594" y="1006813"/>
            <a:chExt cx="574412" cy="101472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AE088F-BA12-26B5-1DFA-A9778F49711A}"/>
                </a:ext>
              </a:extLst>
            </p:cNvPr>
            <p:cNvSpPr/>
            <p:nvPr/>
          </p:nvSpPr>
          <p:spPr>
            <a:xfrm>
              <a:off x="7542594" y="1006813"/>
              <a:ext cx="574412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2A790A-D05B-5592-B281-60B6EBB0732E}"/>
                </a:ext>
              </a:extLst>
            </p:cNvPr>
            <p:cNvSpPr/>
            <p:nvPr/>
          </p:nvSpPr>
          <p:spPr>
            <a:xfrm>
              <a:off x="7565777" y="1386858"/>
              <a:ext cx="525666" cy="56019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🖨️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Printer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09509A4-3E66-0AFC-61A3-B08F0496FC61}"/>
              </a:ext>
            </a:extLst>
          </p:cNvPr>
          <p:cNvGrpSpPr/>
          <p:nvPr/>
        </p:nvGrpSpPr>
        <p:grpSpPr>
          <a:xfrm>
            <a:off x="744183" y="1847026"/>
            <a:ext cx="1770630" cy="1038741"/>
            <a:chOff x="6221989" y="5100898"/>
            <a:chExt cx="3450455" cy="103874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014E37F-0202-C80B-EF99-3B3EFC0E55E2}"/>
                </a:ext>
              </a:extLst>
            </p:cNvPr>
            <p:cNvSpPr/>
            <p:nvPr/>
          </p:nvSpPr>
          <p:spPr>
            <a:xfrm>
              <a:off x="6221989" y="5100898"/>
              <a:ext cx="3450455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vault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2F2A815-06D5-D92A-015E-393C69E57972}"/>
                </a:ext>
              </a:extLst>
            </p:cNvPr>
            <p:cNvSpPr/>
            <p:nvPr/>
          </p:nvSpPr>
          <p:spPr>
            <a:xfrm>
              <a:off x="6385393" y="5490228"/>
              <a:ext cx="314164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7E02308-0332-F27F-731D-B9922FDECFDD}"/>
              </a:ext>
            </a:extLst>
          </p:cNvPr>
          <p:cNvGrpSpPr/>
          <p:nvPr/>
        </p:nvGrpSpPr>
        <p:grpSpPr>
          <a:xfrm>
            <a:off x="5392396" y="1106907"/>
            <a:ext cx="1631035" cy="2514076"/>
            <a:chOff x="4156262" y="1352444"/>
            <a:chExt cx="1631035" cy="251407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C5EFB8-4E27-4649-0EAE-109783069F81}"/>
                </a:ext>
              </a:extLst>
            </p:cNvPr>
            <p:cNvSpPr/>
            <p:nvPr/>
          </p:nvSpPr>
          <p:spPr>
            <a:xfrm>
              <a:off x="4156262" y="1352444"/>
              <a:ext cx="1631035" cy="251407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27C9A59-3384-AD1F-0FA1-9E1771588370}"/>
                </a:ext>
              </a:extLst>
            </p:cNvPr>
            <p:cNvGrpSpPr/>
            <p:nvPr/>
          </p:nvGrpSpPr>
          <p:grpSpPr>
            <a:xfrm>
              <a:off x="4286421" y="3203321"/>
              <a:ext cx="1356748" cy="512403"/>
              <a:chOff x="4941377" y="3971594"/>
              <a:chExt cx="1356748" cy="512403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BA451AB-19B1-6245-6179-826ED4563CF1}"/>
                  </a:ext>
                </a:extLst>
              </p:cNvPr>
              <p:cNvSpPr/>
              <p:nvPr/>
            </p:nvSpPr>
            <p:spPr>
              <a:xfrm>
                <a:off x="4941377" y="3971594"/>
                <a:ext cx="1356748" cy="51240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712B3A-DEBB-7BCA-6FBB-FFA0D24D96D5}"/>
                  </a:ext>
                </a:extLst>
              </p:cNvPr>
              <p:cNvSpPr txBox="1"/>
              <p:nvPr/>
            </p:nvSpPr>
            <p:spPr>
              <a:xfrm>
                <a:off x="4941377" y="4041641"/>
                <a:ext cx="1356748" cy="379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🔆</a:t>
                </a:r>
                <a:r>
                  <a:rPr lang="en-GB" dirty="0"/>
                  <a:t> NFC QR</a:t>
                </a:r>
              </a:p>
            </p:txBody>
          </p:sp>
        </p:grp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1261707-F6FC-8FA0-5069-60882FB8E0A3}"/>
              </a:ext>
            </a:extLst>
          </p:cNvPr>
          <p:cNvSpPr txBox="1">
            <a:spLocks/>
          </p:cNvSpPr>
          <p:nvPr/>
        </p:nvSpPr>
        <p:spPr>
          <a:xfrm>
            <a:off x="5392396" y="1200682"/>
            <a:ext cx="1623186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smart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collar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B73E2D-682E-37FA-E2B3-DAC6E09A77D8}"/>
              </a:ext>
            </a:extLst>
          </p:cNvPr>
          <p:cNvGrpSpPr/>
          <p:nvPr/>
        </p:nvGrpSpPr>
        <p:grpSpPr>
          <a:xfrm>
            <a:off x="744183" y="322286"/>
            <a:ext cx="1770630" cy="1014729"/>
            <a:chOff x="7542594" y="1006813"/>
            <a:chExt cx="695039" cy="101472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AA62521-610F-9877-1047-3F0F6ED54F5B}"/>
                </a:ext>
              </a:extLst>
            </p:cNvPr>
            <p:cNvSpPr/>
            <p:nvPr/>
          </p:nvSpPr>
          <p:spPr>
            <a:xfrm>
              <a:off x="7542594" y="1006813"/>
              <a:ext cx="695039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Host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A71553C-1441-9CB4-1EB1-05E03E219F10}"/>
                </a:ext>
              </a:extLst>
            </p:cNvPr>
            <p:cNvSpPr/>
            <p:nvPr/>
          </p:nvSpPr>
          <p:spPr>
            <a:xfrm>
              <a:off x="7565777" y="1386858"/>
              <a:ext cx="640924" cy="56019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Brand</a:t>
              </a:r>
            </a:p>
          </p:txBody>
        </p:sp>
      </p:grp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0E28BB07-F4A5-4E54-AEA6-DA30C990ED1E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 flipV="1">
            <a:off x="2514813" y="2363945"/>
            <a:ext cx="2877583" cy="245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48D8481E-71AA-4F28-CDD3-F002F4E6114D}"/>
              </a:ext>
            </a:extLst>
          </p:cNvPr>
          <p:cNvCxnSpPr>
            <a:cxnSpLocks/>
            <a:stCxn id="5" idx="3"/>
            <a:endCxn id="84" idx="2"/>
          </p:cNvCxnSpPr>
          <p:nvPr/>
        </p:nvCxnSpPr>
        <p:spPr>
          <a:xfrm flipV="1">
            <a:off x="2519430" y="3742264"/>
            <a:ext cx="3341088" cy="23551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12">
            <a:extLst>
              <a:ext uri="{FF2B5EF4-FFF2-40B4-BE49-F238E27FC236}">
                <a16:creationId xmlns:a16="http://schemas.microsoft.com/office/drawing/2014/main" id="{C1CAA6F8-43AE-7B19-3963-D57B4F695BB5}"/>
              </a:ext>
            </a:extLst>
          </p:cNvPr>
          <p:cNvCxnSpPr>
            <a:cxnSpLocks/>
            <a:stCxn id="19" idx="3"/>
            <a:endCxn id="84" idx="0"/>
          </p:cNvCxnSpPr>
          <p:nvPr/>
        </p:nvCxnSpPr>
        <p:spPr>
          <a:xfrm>
            <a:off x="2514813" y="829651"/>
            <a:ext cx="3345705" cy="28231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8A134FA-7212-E43E-E75D-8080FCDF8C8C}"/>
              </a:ext>
            </a:extLst>
          </p:cNvPr>
          <p:cNvSpPr txBox="1"/>
          <p:nvPr/>
        </p:nvSpPr>
        <p:spPr>
          <a:xfrm>
            <a:off x="2766880" y="2372724"/>
            <a:ext cx="2526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create things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6EBD76-5B4E-63F5-46F8-345DAE366590}"/>
              </a:ext>
            </a:extLst>
          </p:cNvPr>
          <p:cNvSpPr txBox="1"/>
          <p:nvPr/>
        </p:nvSpPr>
        <p:spPr>
          <a:xfrm>
            <a:off x="2759694" y="3990708"/>
            <a:ext cx="2940482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print thing’s locators 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on collar tags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</a:p>
          <a:p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3845EE-DFBB-88A4-81C2-D5E4C7ABE940}"/>
              </a:ext>
            </a:extLst>
          </p:cNvPr>
          <p:cNvSpPr txBox="1"/>
          <p:nvPr/>
        </p:nvSpPr>
        <p:spPr>
          <a:xfrm>
            <a:off x="2533950" y="402167"/>
            <a:ext cx="2767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sell smart pet collars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A53A7C-4794-8325-6373-871850905008}"/>
              </a:ext>
            </a:extLst>
          </p:cNvPr>
          <p:cNvSpPr txBox="1"/>
          <p:nvPr/>
        </p:nvSpPr>
        <p:spPr>
          <a:xfrm>
            <a:off x="6491825" y="4008365"/>
            <a:ext cx="41846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to chat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09555D7-5FD3-6386-8239-4BAD280F9251}"/>
              </a:ext>
            </a:extLst>
          </p:cNvPr>
          <p:cNvGrpSpPr/>
          <p:nvPr/>
        </p:nvGrpSpPr>
        <p:grpSpPr>
          <a:xfrm>
            <a:off x="9260310" y="2715117"/>
            <a:ext cx="2759356" cy="1247134"/>
            <a:chOff x="5391365" y="4618512"/>
            <a:chExt cx="2759356" cy="124713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66DF547-5BA7-950B-C87E-19ED035590D7}"/>
                </a:ext>
              </a:extLst>
            </p:cNvPr>
            <p:cNvSpPr txBox="1"/>
            <p:nvPr/>
          </p:nvSpPr>
          <p:spPr>
            <a:xfrm>
              <a:off x="6006757" y="5034647"/>
              <a:ext cx="66280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🧕</a:t>
              </a:r>
              <a:endParaRPr lang="en-US" sz="48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2437059-61B5-8D57-EFB5-72131B4E7955}"/>
                </a:ext>
              </a:extLst>
            </p:cNvPr>
            <p:cNvSpPr txBox="1"/>
            <p:nvPr/>
          </p:nvSpPr>
          <p:spPr>
            <a:xfrm>
              <a:off x="6628421" y="5034649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👨‍💼</a:t>
              </a:r>
              <a:endParaRPr lang="en-US" sz="48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72330A1-A55D-F986-937A-39F5FBB65408}"/>
                </a:ext>
              </a:extLst>
            </p:cNvPr>
            <p:cNvSpPr txBox="1"/>
            <p:nvPr/>
          </p:nvSpPr>
          <p:spPr>
            <a:xfrm>
              <a:off x="5391365" y="5034648"/>
              <a:ext cx="102914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🧑‍💼</a:t>
              </a:r>
              <a:endParaRPr lang="en-US" sz="48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B4EEF58-34B5-4BE9-AEE4-DEF87F4EB37B}"/>
                </a:ext>
              </a:extLst>
            </p:cNvPr>
            <p:cNvSpPr txBox="1"/>
            <p:nvPr/>
          </p:nvSpPr>
          <p:spPr>
            <a:xfrm>
              <a:off x="7215770" y="5034648"/>
              <a:ext cx="93495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👩‍⚕️</a:t>
              </a:r>
              <a:endParaRPr lang="en-US" sz="48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F6EDD08-6A31-3681-C830-9539998B0749}"/>
                </a:ext>
              </a:extLst>
            </p:cNvPr>
            <p:cNvSpPr/>
            <p:nvPr/>
          </p:nvSpPr>
          <p:spPr>
            <a:xfrm>
              <a:off x="5464832" y="4618512"/>
              <a:ext cx="2502253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guests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A85E516-D480-7153-974A-FA7D0006B986}"/>
              </a:ext>
            </a:extLst>
          </p:cNvPr>
          <p:cNvGrpSpPr/>
          <p:nvPr/>
        </p:nvGrpSpPr>
        <p:grpSpPr>
          <a:xfrm>
            <a:off x="10123627" y="861643"/>
            <a:ext cx="1005166" cy="1516861"/>
            <a:chOff x="3200080" y="385707"/>
            <a:chExt cx="1005166" cy="151686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23244E7-46A1-4A73-0EC1-C4474C94DB93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 tIns="0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0B5FED4-2B86-5834-21AE-EBFB65680602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903D688-FB70-04A1-14EB-31786DB4CF97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63" name="Content Placeholder 2">
              <a:extLst>
                <a:ext uri="{FF2B5EF4-FFF2-40B4-BE49-F238E27FC236}">
                  <a16:creationId xmlns:a16="http://schemas.microsoft.com/office/drawing/2014/main" id="{5C098CAC-B94B-B1E4-61D3-0A42B0FED5E9}"/>
                </a:ext>
              </a:extLst>
            </p:cNvPr>
            <p:cNvSpPr txBox="1">
              <a:spLocks/>
            </p:cNvSpPr>
            <p:nvPr/>
          </p:nvSpPr>
          <p:spPr>
            <a:xfrm>
              <a:off x="3218300" y="1491307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cxnSp>
        <p:nvCxnSpPr>
          <p:cNvPr id="71" name="Straight Arrow Connector 12">
            <a:extLst>
              <a:ext uri="{FF2B5EF4-FFF2-40B4-BE49-F238E27FC236}">
                <a16:creationId xmlns:a16="http://schemas.microsoft.com/office/drawing/2014/main" id="{86C4299C-F149-8E7B-4562-13F0686E0C64}"/>
              </a:ext>
            </a:extLst>
          </p:cNvPr>
          <p:cNvCxnSpPr>
            <a:cxnSpLocks/>
          </p:cNvCxnSpPr>
          <p:nvPr/>
        </p:nvCxnSpPr>
        <p:spPr>
          <a:xfrm flipH="1" flipV="1">
            <a:off x="7057299" y="1582481"/>
            <a:ext cx="3100196" cy="243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1F1B62B-2DDF-8D2A-9CD6-9E4D13DA0DFF}"/>
              </a:ext>
            </a:extLst>
          </p:cNvPr>
          <p:cNvSpPr txBox="1"/>
          <p:nvPr/>
        </p:nvSpPr>
        <p:spPr>
          <a:xfrm>
            <a:off x="8686800" y="393700"/>
            <a:ext cx="2223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buy smart collar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E3AF456-7113-DBAA-0184-9712A046C836}"/>
              </a:ext>
            </a:extLst>
          </p:cNvPr>
          <p:cNvSpPr txBox="1"/>
          <p:nvPr/>
        </p:nvSpPr>
        <p:spPr>
          <a:xfrm>
            <a:off x="8685825" y="1150963"/>
            <a:ext cx="1796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r>
              <a:rPr lang="en-GB" sz="20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register</a:t>
            </a:r>
          </a:p>
        </p:txBody>
      </p: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F311C8F7-AA49-F361-F9CD-78BA0064DF12}"/>
              </a:ext>
            </a:extLst>
          </p:cNvPr>
          <p:cNvCxnSpPr>
            <a:cxnSpLocks/>
            <a:stCxn id="96" idx="0"/>
            <a:endCxn id="81" idx="0"/>
          </p:cNvCxnSpPr>
          <p:nvPr/>
        </p:nvCxnSpPr>
        <p:spPr>
          <a:xfrm rot="16200000" flipH="1" flipV="1">
            <a:off x="8575602" y="-926252"/>
            <a:ext cx="64843" cy="4012260"/>
          </a:xfrm>
          <a:prstGeom prst="bentConnector3">
            <a:avLst>
              <a:gd name="adj1" fmla="val -352544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4E9FC51-75B7-8AEF-3E15-B35DCD3ADA84}"/>
              </a:ext>
            </a:extLst>
          </p:cNvPr>
          <p:cNvSpPr txBox="1"/>
          <p:nvPr/>
        </p:nvSpPr>
        <p:spPr>
          <a:xfrm>
            <a:off x="6419151" y="1112300"/>
            <a:ext cx="365485" cy="264155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5FB4667-CA86-3B17-771F-DB148010C1A3}"/>
              </a:ext>
            </a:extLst>
          </p:cNvPr>
          <p:cNvSpPr txBox="1"/>
          <p:nvPr/>
        </p:nvSpPr>
        <p:spPr>
          <a:xfrm>
            <a:off x="5677775" y="1111967"/>
            <a:ext cx="365485" cy="2630297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89" name="Can 88">
            <a:extLst>
              <a:ext uri="{FF2B5EF4-FFF2-40B4-BE49-F238E27FC236}">
                <a16:creationId xmlns:a16="http://schemas.microsoft.com/office/drawing/2014/main" id="{F5623D7A-5F11-7E3F-51F2-89C0B9FB4328}"/>
              </a:ext>
            </a:extLst>
          </p:cNvPr>
          <p:cNvSpPr/>
          <p:nvPr/>
        </p:nvSpPr>
        <p:spPr>
          <a:xfrm>
            <a:off x="5588000" y="2032760"/>
            <a:ext cx="1196636" cy="216735"/>
          </a:xfrm>
          <a:prstGeom prst="can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E5E44B-E5FE-13E7-FFE1-F24106AE0740}"/>
              </a:ext>
            </a:extLst>
          </p:cNvPr>
          <p:cNvSpPr txBox="1"/>
          <p:nvPr/>
        </p:nvSpPr>
        <p:spPr>
          <a:xfrm>
            <a:off x="5694557" y="2174030"/>
            <a:ext cx="1012744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4800" dirty="0"/>
              <a:t>💠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D4B559C-3433-21A4-8D39-6B8CA65E811D}"/>
              </a:ext>
            </a:extLst>
          </p:cNvPr>
          <p:cNvSpPr txBox="1"/>
          <p:nvPr/>
        </p:nvSpPr>
        <p:spPr>
          <a:xfrm>
            <a:off x="10461868" y="1047457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cxnSp>
        <p:nvCxnSpPr>
          <p:cNvPr id="106" name="Straight Arrow Connector 12">
            <a:extLst>
              <a:ext uri="{FF2B5EF4-FFF2-40B4-BE49-F238E27FC236}">
                <a16:creationId xmlns:a16="http://schemas.microsoft.com/office/drawing/2014/main" id="{267E400C-DC50-AE6F-8DD7-4F4BA52ADFCC}"/>
              </a:ext>
            </a:extLst>
          </p:cNvPr>
          <p:cNvCxnSpPr>
            <a:cxnSpLocks/>
            <a:stCxn id="32" idx="2"/>
            <a:endCxn id="81" idx="2"/>
          </p:cNvCxnSpPr>
          <p:nvPr/>
        </p:nvCxnSpPr>
        <p:spPr>
          <a:xfrm rot="5400000" flipH="1">
            <a:off x="8593398" y="1762353"/>
            <a:ext cx="1" cy="3983010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A30B6A-738E-E4D5-F3E1-D4B60DA2D9DB}"/>
              </a:ext>
            </a:extLst>
          </p:cNvPr>
          <p:cNvSpPr txBox="1"/>
          <p:nvPr/>
        </p:nvSpPr>
        <p:spPr>
          <a:xfrm flipH="1">
            <a:off x="7215770" y="1990441"/>
            <a:ext cx="11197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800" dirty="0"/>
              <a:t>🦮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77B8C3D0-1C65-CF6C-BC53-806364EDA58A}"/>
              </a:ext>
            </a:extLst>
          </p:cNvPr>
          <p:cNvSpPr txBox="1">
            <a:spLocks/>
          </p:cNvSpPr>
          <p:nvPr/>
        </p:nvSpPr>
        <p:spPr>
          <a:xfrm>
            <a:off x="7023431" y="3166812"/>
            <a:ext cx="165401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best friend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CFAFD9-27DA-E41D-5EDE-C666D9DFF132}"/>
              </a:ext>
            </a:extLst>
          </p:cNvPr>
          <p:cNvSpPr txBox="1"/>
          <p:nvPr/>
        </p:nvSpPr>
        <p:spPr>
          <a:xfrm>
            <a:off x="7355649" y="2413203"/>
            <a:ext cx="35496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050" dirty="0"/>
              <a:t>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2E9BDD-49FC-D552-B3D1-2B9E7E34842D}"/>
              </a:ext>
            </a:extLst>
          </p:cNvPr>
          <p:cNvSpPr txBox="1"/>
          <p:nvPr/>
        </p:nvSpPr>
        <p:spPr>
          <a:xfrm>
            <a:off x="218143" y="6278524"/>
            <a:ext cx="172322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PRINTER 2</a:t>
            </a:r>
          </a:p>
        </p:txBody>
      </p:sp>
    </p:spTree>
    <p:extLst>
      <p:ext uri="{BB962C8B-B14F-4D97-AF65-F5344CB8AC3E}">
        <p14:creationId xmlns:p14="http://schemas.microsoft.com/office/powerpoint/2010/main" val="218359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49088</TotalTime>
  <Words>455</Words>
  <Application>Microsoft Macintosh PowerPoint</Application>
  <PresentationFormat>Widescreen</PresentationFormat>
  <Paragraphs>220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Amazon Ember Display</vt:lpstr>
      <vt:lpstr>Amazon Ember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152</cp:revision>
  <dcterms:created xsi:type="dcterms:W3CDTF">2022-10-07T16:14:37Z</dcterms:created>
  <dcterms:modified xsi:type="dcterms:W3CDTF">2025-09-10T17:20:11Z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2025-04-22T20:21:54Z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9b5a9c04-3b2c-4800-8e90-4c65c06705f7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