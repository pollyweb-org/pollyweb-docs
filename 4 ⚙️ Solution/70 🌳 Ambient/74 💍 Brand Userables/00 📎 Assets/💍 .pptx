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1841" r:id="rId2"/>
    <p:sldId id="1701" r:id="rId3"/>
    <p:sldId id="1761" r:id="rId4"/>
    <p:sldId id="1774" r:id="rId5"/>
    <p:sldId id="1771" r:id="rId6"/>
    <p:sldId id="1760" r:id="rId7"/>
    <p:sldId id="1739" r:id="rId8"/>
    <p:sldId id="1782" r:id="rId9"/>
  </p:sldIdLst>
  <p:sldSz cx="12192000" cy="6858000"/>
  <p:notesSz cx="6858000" cy="9144000"/>
  <p:embeddedFontLst>
    <p:embeddedFont>
      <p:font typeface="Amazon Ember" panose="020B0603020204020204" pitchFamily="34" charset="0"/>
      <p:regular r:id="rId12"/>
      <p:bold r:id="rId13"/>
      <p:italic r:id="rId14"/>
      <p:boldItalic r:id="rId15"/>
    </p:embeddedFont>
    <p:embeddedFont>
      <p:font typeface="Amazon Ember Display" panose="020F0603020204020204" pitchFamily="34" charset="0"/>
      <p:regular r:id="rId16"/>
      <p:bold r:id="rId17"/>
      <p:italic r:id="rId18"/>
      <p:boldItalic r:id="rId19"/>
    </p:embeddedFont>
    <p:embeddedFont>
      <p:font typeface="Segoe UI" panose="020B0502040204020203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💍 Brand Userables" id="{1A858A1C-E41C-A44C-9C33-3C9A6CAEAC92}">
          <p14:sldIdLst>
            <p14:sldId id="1841"/>
            <p14:sldId id="1701"/>
            <p14:sldId id="1761"/>
            <p14:sldId id="1774"/>
            <p14:sldId id="1771"/>
            <p14:sldId id="1760"/>
            <p14:sldId id="1739"/>
            <p14:sldId id="178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73" autoAdjust="0"/>
    <p:restoredTop sz="96966" autoAdjust="0"/>
  </p:normalViewPr>
  <p:slideViewPr>
    <p:cSldViewPr snapToGrid="0">
      <p:cViewPr varScale="1">
        <p:scale>
          <a:sx n="157" d="100"/>
          <a:sy n="157" d="100"/>
        </p:scale>
        <p:origin x="432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13F41-5AFF-6ABE-5C5A-EF7C96DCB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6C95D0-8F8B-D598-4519-3C2DC963EC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6550B7-7DA1-CAE6-E3C8-55E928E9C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0798BE7-7125-0B83-C56D-82E0F86F000B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DAF4A-3316-30FE-458F-FAF3073E0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B13B206-257F-7673-CD2E-84EBDB9B089A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9/16/25 4:24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E4224D-10BD-8FFA-226D-9448970DCBE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116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A019E-9A43-CF4A-5898-C1B4E29F0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D8DAA-464D-AFD2-4F1C-8601B84600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57981-2A5D-78D3-E12E-8749E4599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9E2F878-72A5-7A1E-4D19-70A4675CAA25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CB681-CF83-2334-D167-1B3F2C137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EE9D2FF-7C22-7A8A-6F8E-58976E05806C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9/16/25 4:24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549C5-58D4-61F4-27B1-220A4D4522C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219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B5CF3-CFCF-DE06-A2DF-A13646346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6A818B-0640-B88B-EDB6-CBA1B9AD6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9A4BA3-00C8-3CEB-B1D3-8A5515536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AD961C3-0C45-D621-5E43-BCE221902395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15DDD-1F89-C972-2F82-86B7FB176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6A1415-D629-8F70-CB15-DD6B2C3D41B0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9/16/25 4:24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01632-49FD-ED09-A92F-0CE1EE6F146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6411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6463F-B008-95A8-E759-762EFC2B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BD4C61-771C-0D7B-1171-56C11B42C8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1C9D44-B488-4B15-F46A-E767C68B7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612992B-7FD1-EDAB-610B-FBE9C7F48CE9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7E1B-024B-61EE-1C98-372661364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972D1A0-D159-2E3F-58D5-A905E7EB76C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9/16/25 4:24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97920-1908-01C1-F8DD-02E42C6295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9395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9375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A2CD5-EAE6-0375-E4B5-C139030CA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2DA39F-1709-E2B7-A73F-F85538C7D6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3EEFF3-5397-5898-C0AA-794A18AD4E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E10DEEE-4F83-EAFF-9380-BAE9CCC256FD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4AF52-5140-43F7-DA04-8E62EDED7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7E263DA-FB7D-3AE7-FED5-75FA86A6E068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9/16/25 4:24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F7EDBD-1FF9-8A63-C06B-873FE0E52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427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53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18EE7-EDA1-3D46-44E7-491CB33FF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A0488F-2996-F798-60B3-396BA5C85F93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💍 Brand Userables</a:t>
            </a:r>
          </a:p>
        </p:txBody>
      </p:sp>
    </p:spTree>
    <p:extLst>
      <p:ext uri="{BB962C8B-B14F-4D97-AF65-F5344CB8AC3E}">
        <p14:creationId xmlns:p14="http://schemas.microsoft.com/office/powerpoint/2010/main" val="3705760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21D68-6B74-27ED-E2EB-7A4EA63A1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9FB7D50-93A9-B5EB-0F7C-3E713C361647}"/>
              </a:ext>
            </a:extLst>
          </p:cNvPr>
          <p:cNvSpPr/>
          <p:nvPr/>
        </p:nvSpPr>
        <p:spPr>
          <a:xfrm>
            <a:off x="1741715" y="4281580"/>
            <a:ext cx="6069872" cy="729842"/>
          </a:xfrm>
          <a:prstGeom prst="rect">
            <a:avLst/>
          </a:prstGeom>
          <a:solidFill>
            <a:schemeClr val="accent6">
              <a:alpha val="32482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t-PT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Cloud Provider</a:t>
            </a: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B48FF3-5F34-5711-C9A4-591CDAA827BA}"/>
              </a:ext>
            </a:extLst>
          </p:cNvPr>
          <p:cNvSpPr/>
          <p:nvPr/>
        </p:nvSpPr>
        <p:spPr>
          <a:xfrm>
            <a:off x="1741714" y="3347915"/>
            <a:ext cx="6069873" cy="729842"/>
          </a:xfrm>
          <a:prstGeom prst="rect">
            <a:avLst/>
          </a:prstGeom>
          <a:solidFill>
            <a:schemeClr val="accent2">
              <a:lumMod val="60000"/>
              <a:lumOff val="40000"/>
              <a:alpha val="32482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NLWeb SDK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0FFFC78-318E-8302-BEF0-00DC032189BF}"/>
              </a:ext>
            </a:extLst>
          </p:cNvPr>
          <p:cNvGrpSpPr/>
          <p:nvPr/>
        </p:nvGrpSpPr>
        <p:grpSpPr>
          <a:xfrm>
            <a:off x="3761745" y="1175641"/>
            <a:ext cx="3795697" cy="4023360"/>
            <a:chOff x="6164674" y="5020614"/>
            <a:chExt cx="3795697" cy="402336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9053EF4-093F-23C0-938B-AE989D39B406}"/>
                </a:ext>
              </a:extLst>
            </p:cNvPr>
            <p:cNvSpPr/>
            <p:nvPr/>
          </p:nvSpPr>
          <p:spPr>
            <a:xfrm>
              <a:off x="6164674" y="5020614"/>
              <a:ext cx="3795697" cy="4023360"/>
            </a:xfrm>
            <a:prstGeom prst="rect">
              <a:avLst/>
            </a:prstGeom>
            <a:solidFill>
              <a:schemeClr val="bg1">
                <a:lumMod val="50000"/>
                <a:lumOff val="50000"/>
                <a:alpha val="21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5A8CA1B-BAC9-E4BA-A847-D4C1323540C5}"/>
                </a:ext>
              </a:extLst>
            </p:cNvPr>
            <p:cNvSpPr/>
            <p:nvPr/>
          </p:nvSpPr>
          <p:spPr>
            <a:xfrm>
              <a:off x="6258929" y="5490228"/>
              <a:ext cx="18682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📜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Manifest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6EAA6CFB-36B6-0597-B0E1-CE9BD71A4FC8}"/>
              </a:ext>
            </a:extLst>
          </p:cNvPr>
          <p:cNvSpPr/>
          <p:nvPr/>
        </p:nvSpPr>
        <p:spPr>
          <a:xfrm>
            <a:off x="5913121" y="1645255"/>
            <a:ext cx="1554020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📨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Inbox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F638DE-891D-3359-0726-BD84A6A366AD}"/>
              </a:ext>
            </a:extLst>
          </p:cNvPr>
          <p:cNvSpPr/>
          <p:nvPr/>
        </p:nvSpPr>
        <p:spPr>
          <a:xfrm>
            <a:off x="3856001" y="4366164"/>
            <a:ext cx="2880461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>
              <a:defRPr/>
            </a:pP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Infrastructure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B5D6E0-39AE-CF7A-8ABC-671BAF1A8081}"/>
              </a:ext>
            </a:extLst>
          </p:cNvPr>
          <p:cNvSpPr/>
          <p:nvPr/>
        </p:nvSpPr>
        <p:spPr>
          <a:xfrm>
            <a:off x="3856001" y="3429779"/>
            <a:ext cx="2880461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>
              <a:defRPr/>
            </a:pP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Configuration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BC317B-69BB-8D5C-A203-69F659EFC4C6}"/>
              </a:ext>
            </a:extLst>
          </p:cNvPr>
          <p:cNvSpPr/>
          <p:nvPr/>
        </p:nvSpPr>
        <p:spPr>
          <a:xfrm>
            <a:off x="1741714" y="2414250"/>
            <a:ext cx="6069873" cy="729842"/>
          </a:xfrm>
          <a:prstGeom prst="rect">
            <a:avLst/>
          </a:prstGeom>
          <a:solidFill>
            <a:schemeClr val="accent4">
              <a:alpha val="32482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Development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ED45A74-E143-A64A-BFEA-274D1A3A1C15}"/>
              </a:ext>
            </a:extLst>
          </p:cNvPr>
          <p:cNvSpPr/>
          <p:nvPr/>
        </p:nvSpPr>
        <p:spPr>
          <a:xfrm>
            <a:off x="3856001" y="2496114"/>
            <a:ext cx="2880461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>
              <a:defRPr/>
            </a:pP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Custom logic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83CAC0C-2A57-77E8-86F0-AD2BA03B48A3}"/>
              </a:ext>
            </a:extLst>
          </p:cNvPr>
          <p:cNvGrpSpPr/>
          <p:nvPr/>
        </p:nvGrpSpPr>
        <p:grpSpPr>
          <a:xfrm>
            <a:off x="383175" y="357721"/>
            <a:ext cx="2158880" cy="1014729"/>
            <a:chOff x="712971" y="2543574"/>
            <a:chExt cx="2158880" cy="1014729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C640B89-F402-EAD0-9597-4BF1EB5F5A46}"/>
                </a:ext>
              </a:extLst>
            </p:cNvPr>
            <p:cNvSpPr/>
            <p:nvPr/>
          </p:nvSpPr>
          <p:spPr>
            <a:xfrm>
              <a:off x="797539" y="2928855"/>
              <a:ext cx="1998301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👂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Listeners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2AD91C1-A577-943F-DF50-BE72D165DD62}"/>
                </a:ext>
              </a:extLst>
            </p:cNvPr>
            <p:cNvSpPr/>
            <p:nvPr/>
          </p:nvSpPr>
          <p:spPr>
            <a:xfrm>
              <a:off x="712971" y="2543574"/>
              <a:ext cx="2158880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💬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Backbone</a:t>
              </a:r>
            </a:p>
          </p:txBody>
        </p:sp>
      </p:grpSp>
      <p:cxnSp>
        <p:nvCxnSpPr>
          <p:cNvPr id="34" name="Straight Arrow Connector 12">
            <a:extLst>
              <a:ext uri="{FF2B5EF4-FFF2-40B4-BE49-F238E27FC236}">
                <a16:creationId xmlns:a16="http://schemas.microsoft.com/office/drawing/2014/main" id="{CDBFBE58-F6DC-724D-2204-F79104C606B4}"/>
              </a:ext>
            </a:extLst>
          </p:cNvPr>
          <p:cNvCxnSpPr>
            <a:cxnSpLocks/>
            <a:stCxn id="8" idx="0"/>
            <a:endCxn id="33" idx="3"/>
          </p:cNvCxnSpPr>
          <p:nvPr/>
        </p:nvCxnSpPr>
        <p:spPr>
          <a:xfrm rot="16200000" flipV="1">
            <a:off x="3945548" y="-538406"/>
            <a:ext cx="310555" cy="3117539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12">
            <a:extLst>
              <a:ext uri="{FF2B5EF4-FFF2-40B4-BE49-F238E27FC236}">
                <a16:creationId xmlns:a16="http://schemas.microsoft.com/office/drawing/2014/main" id="{02EF2A61-F335-6DF6-9E98-C70685CA8ED2}"/>
              </a:ext>
            </a:extLst>
          </p:cNvPr>
          <p:cNvCxnSpPr>
            <a:cxnSpLocks/>
            <a:stCxn id="33" idx="2"/>
            <a:endCxn id="7" idx="1"/>
          </p:cNvCxnSpPr>
          <p:nvPr/>
        </p:nvCxnSpPr>
        <p:spPr>
          <a:xfrm rot="16200000" flipH="1">
            <a:off x="2382359" y="452705"/>
            <a:ext cx="553897" cy="2393385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6E05E3FC-8BF7-25E6-1572-D7DD081F7B4E}"/>
              </a:ext>
            </a:extLst>
          </p:cNvPr>
          <p:cNvSpPr/>
          <p:nvPr/>
        </p:nvSpPr>
        <p:spPr>
          <a:xfrm>
            <a:off x="8688137" y="704333"/>
            <a:ext cx="1744730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Domain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A7A240D-2E1C-F0FB-0E61-483AEBB55432}"/>
              </a:ext>
            </a:extLst>
          </p:cNvPr>
          <p:cNvSpPr/>
          <p:nvPr/>
        </p:nvSpPr>
        <p:spPr>
          <a:xfrm>
            <a:off x="8593881" y="357720"/>
            <a:ext cx="3267191" cy="101472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Other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domains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B529BF8-0513-9B55-DC3A-FFE2D00D8FDF}"/>
              </a:ext>
            </a:extLst>
          </p:cNvPr>
          <p:cNvSpPr/>
          <p:nvPr/>
        </p:nvSpPr>
        <p:spPr>
          <a:xfrm>
            <a:off x="10579683" y="704333"/>
            <a:ext cx="51503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46" name="Straight Arrow Connector 12">
            <a:extLst>
              <a:ext uri="{FF2B5EF4-FFF2-40B4-BE49-F238E27FC236}">
                <a16:creationId xmlns:a16="http://schemas.microsoft.com/office/drawing/2014/main" id="{60E65E9B-6A18-4AF6-F063-9BCCE1A1FDA3}"/>
              </a:ext>
            </a:extLst>
          </p:cNvPr>
          <p:cNvCxnSpPr>
            <a:cxnSpLocks/>
            <a:stCxn id="8" idx="0"/>
            <a:endCxn id="42" idx="1"/>
          </p:cNvCxnSpPr>
          <p:nvPr/>
        </p:nvCxnSpPr>
        <p:spPr>
          <a:xfrm rot="5400000" flipH="1" flipV="1">
            <a:off x="6971459" y="-446780"/>
            <a:ext cx="310556" cy="2934287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12">
            <a:extLst>
              <a:ext uri="{FF2B5EF4-FFF2-40B4-BE49-F238E27FC236}">
                <a16:creationId xmlns:a16="http://schemas.microsoft.com/office/drawing/2014/main" id="{B2D1DB84-9A61-F10F-DD36-E186E08D1016}"/>
              </a:ext>
            </a:extLst>
          </p:cNvPr>
          <p:cNvCxnSpPr>
            <a:cxnSpLocks/>
            <a:stCxn id="42" idx="2"/>
            <a:endCxn id="14" idx="3"/>
          </p:cNvCxnSpPr>
          <p:nvPr/>
        </p:nvCxnSpPr>
        <p:spPr>
          <a:xfrm rot="5400000">
            <a:off x="8570360" y="269230"/>
            <a:ext cx="553898" cy="2760336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BC916755-4B24-7B26-AAFC-BE3AB1741386}"/>
              </a:ext>
            </a:extLst>
          </p:cNvPr>
          <p:cNvSpPr/>
          <p:nvPr/>
        </p:nvSpPr>
        <p:spPr>
          <a:xfrm>
            <a:off x="11242149" y="698563"/>
            <a:ext cx="51503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261B755-E081-7ECB-DF5E-9607482D3455}"/>
              </a:ext>
            </a:extLst>
          </p:cNvPr>
          <p:cNvSpPr/>
          <p:nvPr/>
        </p:nvSpPr>
        <p:spPr>
          <a:xfrm rot="5400000">
            <a:off x="5984644" y="3431139"/>
            <a:ext cx="2432233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🎭</a:t>
            </a:r>
            <a:r>
              <a:rPr lang="en-GB" sz="2400" dirty="0"/>
              <a:t> 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Roles</a:t>
            </a:r>
          </a:p>
        </p:txBody>
      </p:sp>
      <p:sp>
        <p:nvSpPr>
          <p:cNvPr id="64" name="Content Placeholder 2">
            <a:extLst>
              <a:ext uri="{FF2B5EF4-FFF2-40B4-BE49-F238E27FC236}">
                <a16:creationId xmlns:a16="http://schemas.microsoft.com/office/drawing/2014/main" id="{F21C39B8-6870-9603-2B4D-27C707E4D5D7}"/>
              </a:ext>
            </a:extLst>
          </p:cNvPr>
          <p:cNvSpPr txBox="1">
            <a:spLocks/>
          </p:cNvSpPr>
          <p:nvPr/>
        </p:nvSpPr>
        <p:spPr>
          <a:xfrm>
            <a:off x="8463969" y="2919365"/>
            <a:ext cx="1751181" cy="175157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280"/>
              </a:lnSpc>
              <a:spcBef>
                <a:spcPts val="1200"/>
              </a:spcBef>
              <a:spcAft>
                <a:spcPts val="2400"/>
              </a:spcAft>
              <a:buNone/>
            </a:pPr>
            <a:r>
              <a:rPr lang="en-US" sz="2000" dirty="0"/>
              <a:t>🤗 Host</a:t>
            </a:r>
            <a:br>
              <a:rPr lang="en-US" sz="2000" dirty="0"/>
            </a:br>
            <a:r>
              <a:rPr lang="en-US" sz="2000" dirty="0"/>
              <a:t>🗄️ Vault</a:t>
            </a:r>
            <a:br>
              <a:rPr lang="en-US" sz="2000" dirty="0"/>
            </a:br>
            <a:r>
              <a:rPr lang="en-US" sz="2000" dirty="0"/>
              <a:t>🎴 Issuer</a:t>
            </a:r>
            <a:br>
              <a:rPr lang="en-US" sz="2000" dirty="0"/>
            </a:br>
            <a:r>
              <a:rPr lang="en-US" sz="2000" dirty="0"/>
              <a:t>💵 Seller</a:t>
            </a:r>
          </a:p>
        </p:txBody>
      </p:sp>
      <p:sp>
        <p:nvSpPr>
          <p:cNvPr id="65" name="Left Brace 64">
            <a:extLst>
              <a:ext uri="{FF2B5EF4-FFF2-40B4-BE49-F238E27FC236}">
                <a16:creationId xmlns:a16="http://schemas.microsoft.com/office/drawing/2014/main" id="{D0877D5A-3B0F-2F92-E041-41B82D739E6F}"/>
              </a:ext>
            </a:extLst>
          </p:cNvPr>
          <p:cNvSpPr/>
          <p:nvPr/>
        </p:nvSpPr>
        <p:spPr>
          <a:xfrm>
            <a:off x="7651698" y="2867461"/>
            <a:ext cx="1232186" cy="1903631"/>
          </a:xfrm>
          <a:prstGeom prst="leftBrace">
            <a:avLst>
              <a:gd name="adj1" fmla="val 8333"/>
              <a:gd name="adj2" fmla="val 43823"/>
            </a:avLst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2F671B7E-ABF5-8F4B-9350-9A8104CC1B6F}"/>
              </a:ext>
            </a:extLst>
          </p:cNvPr>
          <p:cNvSpPr txBox="1">
            <a:spLocks/>
          </p:cNvSpPr>
          <p:nvPr/>
        </p:nvSpPr>
        <p:spPr>
          <a:xfrm>
            <a:off x="9696155" y="2941077"/>
            <a:ext cx="1776549" cy="175157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280"/>
              </a:lnSpc>
              <a:spcBef>
                <a:spcPts val="1200"/>
              </a:spcBef>
              <a:spcAft>
                <a:spcPts val="2400"/>
              </a:spcAft>
              <a:buNone/>
            </a:pPr>
            <a:r>
              <a:rPr lang="en-US" sz="2000" dirty="0"/>
              <a:t>💼 Consumer</a:t>
            </a:r>
            <a:br>
              <a:rPr lang="en-US" sz="2000" dirty="0"/>
            </a:br>
            <a:r>
              <a:rPr lang="en-US" sz="2000" dirty="0"/>
              <a:t>🏛️ Authority</a:t>
            </a:r>
            <a:br>
              <a:rPr lang="en-US" sz="2000" dirty="0"/>
            </a:br>
            <a:r>
              <a:rPr lang="en-US" sz="2000" dirty="0"/>
              <a:t>🪣 Dataset</a:t>
            </a:r>
            <a:br>
              <a:rPr lang="en-US" sz="2000" dirty="0"/>
            </a:br>
            <a:r>
              <a:rPr lang="en-US" sz="2000" dirty="0"/>
              <a:t>🏭 Supplier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26F3407-F184-7D4A-AE44-21C35BEE007B}"/>
              </a:ext>
            </a:extLst>
          </p:cNvPr>
          <p:cNvSpPr/>
          <p:nvPr/>
        </p:nvSpPr>
        <p:spPr>
          <a:xfrm>
            <a:off x="6066650" y="5593731"/>
            <a:ext cx="5855380" cy="1050907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Support domains</a:t>
            </a: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C2F70A7-F298-6A68-E63A-8FB667EC855F}"/>
              </a:ext>
            </a:extLst>
          </p:cNvPr>
          <p:cNvSpPr/>
          <p:nvPr/>
        </p:nvSpPr>
        <p:spPr>
          <a:xfrm>
            <a:off x="7853191" y="5969386"/>
            <a:ext cx="1467217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💳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Payer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EE5DD87-575E-F661-81B0-32CBB36648AD}"/>
              </a:ext>
            </a:extLst>
          </p:cNvPr>
          <p:cNvSpPr/>
          <p:nvPr/>
        </p:nvSpPr>
        <p:spPr>
          <a:xfrm>
            <a:off x="9455654" y="5969386"/>
            <a:ext cx="1893851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🏦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Collector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B53663F-E695-B2C8-3EC8-16693453D70B}"/>
              </a:ext>
            </a:extLst>
          </p:cNvPr>
          <p:cNvSpPr/>
          <p:nvPr/>
        </p:nvSpPr>
        <p:spPr>
          <a:xfrm>
            <a:off x="6191791" y="5969386"/>
            <a:ext cx="1510674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🕸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Graph</a:t>
            </a:r>
          </a:p>
        </p:txBody>
      </p:sp>
      <p:cxnSp>
        <p:nvCxnSpPr>
          <p:cNvPr id="77" name="Straight Arrow Connector 12">
            <a:extLst>
              <a:ext uri="{FF2B5EF4-FFF2-40B4-BE49-F238E27FC236}">
                <a16:creationId xmlns:a16="http://schemas.microsoft.com/office/drawing/2014/main" id="{73390BF4-395D-B299-7EA1-17F9EDC0AC00}"/>
              </a:ext>
            </a:extLst>
          </p:cNvPr>
          <p:cNvCxnSpPr>
            <a:cxnSpLocks/>
            <a:stCxn id="8" idx="2"/>
            <a:endCxn id="73" idx="1"/>
          </p:cNvCxnSpPr>
          <p:nvPr/>
        </p:nvCxnSpPr>
        <p:spPr>
          <a:xfrm rot="16200000" flipH="1">
            <a:off x="5403030" y="5455565"/>
            <a:ext cx="920184" cy="407056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626C8E0D-2F05-A6D7-FCE6-4BC2D02F667D}"/>
              </a:ext>
            </a:extLst>
          </p:cNvPr>
          <p:cNvSpPr/>
          <p:nvPr/>
        </p:nvSpPr>
        <p:spPr>
          <a:xfrm>
            <a:off x="11484427" y="5960340"/>
            <a:ext cx="293977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2257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5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0 L 0.00846 0 " pathEditMode="relative" rAng="0" ptsTypes="AA">
                                      <p:cBhvr>
                                        <p:cTn id="9" dur="500" spd="-100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7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5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0 L 0.00846 0 " pathEditMode="relative" rAng="0" ptsTypes="AA">
                                      <p:cBhvr>
                                        <p:cTn id="14" dur="500" spd="-100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4" grpId="1"/>
      <p:bldP spid="68" grpId="0"/>
      <p:bldP spid="6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BC0BB-F8D8-42C9-A69A-E1E922E79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89">
            <a:extLst>
              <a:ext uri="{FF2B5EF4-FFF2-40B4-BE49-F238E27FC236}">
                <a16:creationId xmlns:a16="http://schemas.microsoft.com/office/drawing/2014/main" id="{D62263FB-3DE4-719D-C130-B70F3B3DA9CE}"/>
              </a:ext>
            </a:extLst>
          </p:cNvPr>
          <p:cNvSpPr/>
          <p:nvPr/>
        </p:nvSpPr>
        <p:spPr>
          <a:xfrm>
            <a:off x="7164236" y="274460"/>
            <a:ext cx="1459941" cy="200710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94B39EC-98EE-1352-703C-AAD9FA12E425}"/>
              </a:ext>
            </a:extLst>
          </p:cNvPr>
          <p:cNvSpPr/>
          <p:nvPr/>
        </p:nvSpPr>
        <p:spPr>
          <a:xfrm>
            <a:off x="5343948" y="278213"/>
            <a:ext cx="1086416" cy="199963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A8A283F-9709-9859-5CA1-353EDE3D5512}"/>
              </a:ext>
            </a:extLst>
          </p:cNvPr>
          <p:cNvGrpSpPr/>
          <p:nvPr/>
        </p:nvGrpSpPr>
        <p:grpSpPr>
          <a:xfrm>
            <a:off x="5376130" y="3148"/>
            <a:ext cx="1013609" cy="2247524"/>
            <a:chOff x="3191637" y="385707"/>
            <a:chExt cx="1013609" cy="224752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EBF4444-488F-B0EB-1360-E14AB21F12D1}"/>
                </a:ext>
              </a:extLst>
            </p:cNvPr>
            <p:cNvSpPr txBox="1"/>
            <p:nvPr/>
          </p:nvSpPr>
          <p:spPr>
            <a:xfrm>
              <a:off x="3200080" y="385707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lang="en-GB" sz="88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858BCE7-0683-55C1-2665-E9CAA211BDD3}"/>
                </a:ext>
              </a:extLst>
            </p:cNvPr>
            <p:cNvSpPr txBox="1"/>
            <p:nvPr/>
          </p:nvSpPr>
          <p:spPr>
            <a:xfrm flipH="1">
              <a:off x="3566678" y="1533236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735392F-858E-3207-7AA5-58E966D798A5}"/>
                </a:ext>
              </a:extLst>
            </p:cNvPr>
            <p:cNvSpPr txBox="1"/>
            <p:nvPr/>
          </p:nvSpPr>
          <p:spPr>
            <a:xfrm flipH="1">
              <a:off x="3566678" y="1311563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14" name="Content Placeholder 2">
              <a:extLst>
                <a:ext uri="{FF2B5EF4-FFF2-40B4-BE49-F238E27FC236}">
                  <a16:creationId xmlns:a16="http://schemas.microsoft.com/office/drawing/2014/main" id="{AB24846C-83CC-338B-33AA-B85B3AAAE9AA}"/>
                </a:ext>
              </a:extLst>
            </p:cNvPr>
            <p:cNvSpPr txBox="1">
              <a:spLocks/>
            </p:cNvSpPr>
            <p:nvPr/>
          </p:nvSpPr>
          <p:spPr>
            <a:xfrm>
              <a:off x="3191637" y="2233121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</a:t>
              </a:r>
            </a:p>
          </p:txBody>
        </p:sp>
      </p:grpSp>
      <p:cxnSp>
        <p:nvCxnSpPr>
          <p:cNvPr id="51" name="Straight Arrow Connector 12">
            <a:extLst>
              <a:ext uri="{FF2B5EF4-FFF2-40B4-BE49-F238E27FC236}">
                <a16:creationId xmlns:a16="http://schemas.microsoft.com/office/drawing/2014/main" id="{523905D6-DD2D-145E-6A9D-589204F9A10D}"/>
              </a:ext>
            </a:extLst>
          </p:cNvPr>
          <p:cNvCxnSpPr>
            <a:cxnSpLocks/>
            <a:stCxn id="168" idx="0"/>
            <a:endCxn id="33" idx="1"/>
          </p:cNvCxnSpPr>
          <p:nvPr/>
        </p:nvCxnSpPr>
        <p:spPr>
          <a:xfrm rot="5400000" flipH="1" flipV="1">
            <a:off x="3268748" y="-763678"/>
            <a:ext cx="235387" cy="3173930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Straight Arrow Connector 12">
            <a:extLst>
              <a:ext uri="{FF2B5EF4-FFF2-40B4-BE49-F238E27FC236}">
                <a16:creationId xmlns:a16="http://schemas.microsoft.com/office/drawing/2014/main" id="{2E2E71D1-B251-6892-FECF-FD2B24D230FC}"/>
              </a:ext>
            </a:extLst>
          </p:cNvPr>
          <p:cNvCxnSpPr>
            <a:cxnSpLocks/>
            <a:stCxn id="5" idx="3"/>
            <a:endCxn id="90" idx="3"/>
          </p:cNvCxnSpPr>
          <p:nvPr/>
        </p:nvCxnSpPr>
        <p:spPr>
          <a:xfrm flipH="1" flipV="1">
            <a:off x="8624177" y="1278012"/>
            <a:ext cx="2760348" cy="2660955"/>
          </a:xfrm>
          <a:prstGeom prst="bentConnector3">
            <a:avLst>
              <a:gd name="adj1" fmla="val -19789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391240E-D92A-BF4C-E408-0D04B34B0F0E}"/>
              </a:ext>
            </a:extLst>
          </p:cNvPr>
          <p:cNvGrpSpPr/>
          <p:nvPr/>
        </p:nvGrpSpPr>
        <p:grpSpPr>
          <a:xfrm>
            <a:off x="3112023" y="3424456"/>
            <a:ext cx="2082380" cy="1038741"/>
            <a:chOff x="6104397" y="5100898"/>
            <a:chExt cx="4057968" cy="1038741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B684A91-B54C-49A0-A25B-B9CD06343A93}"/>
                </a:ext>
              </a:extLst>
            </p:cNvPr>
            <p:cNvSpPr/>
            <p:nvPr/>
          </p:nvSpPr>
          <p:spPr>
            <a:xfrm>
              <a:off x="6258929" y="5490228"/>
              <a:ext cx="375912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🪄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Wand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E6DB0729-5A7F-462F-D856-A29B74CE4581}"/>
                </a:ext>
              </a:extLst>
            </p:cNvPr>
            <p:cNvSpPr/>
            <p:nvPr/>
          </p:nvSpPr>
          <p:spPr>
            <a:xfrm>
              <a:off x="6104397" y="5100898"/>
              <a:ext cx="4057968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🍏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brand bound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95D9FE1-069D-277A-37C4-E68159B5EC57}"/>
              </a:ext>
            </a:extLst>
          </p:cNvPr>
          <p:cNvGrpSpPr/>
          <p:nvPr/>
        </p:nvGrpSpPr>
        <p:grpSpPr>
          <a:xfrm>
            <a:off x="670637" y="434906"/>
            <a:ext cx="1079768" cy="400110"/>
            <a:chOff x="8926562" y="3216153"/>
            <a:chExt cx="1079768" cy="400110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67771B7-4B84-9888-C449-8E22D6731D3F}"/>
                </a:ext>
              </a:extLst>
            </p:cNvPr>
            <p:cNvSpPr txBox="1"/>
            <p:nvPr/>
          </p:nvSpPr>
          <p:spPr>
            <a:xfrm>
              <a:off x="9286562" y="3216153"/>
              <a:ext cx="71976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tap</a:t>
              </a:r>
            </a:p>
          </p:txBody>
        </p:sp>
        <p:sp>
          <p:nvSpPr>
            <p:cNvPr id="105" name="Rounded Rectangle 104">
              <a:extLst>
                <a:ext uri="{FF2B5EF4-FFF2-40B4-BE49-F238E27FC236}">
                  <a16:creationId xmlns:a16="http://schemas.microsoft.com/office/drawing/2014/main" id="{6C204C90-CF59-C3C2-A8BF-668E503934B6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8532124B-80BD-C249-4E51-72D60EDE7A60}"/>
              </a:ext>
            </a:extLst>
          </p:cNvPr>
          <p:cNvSpPr txBox="1"/>
          <p:nvPr/>
        </p:nvSpPr>
        <p:spPr>
          <a:xfrm>
            <a:off x="4990072" y="1309828"/>
            <a:ext cx="304571" cy="175569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 </a:t>
            </a:r>
          </a:p>
        </p:txBody>
      </p:sp>
      <p:cxnSp>
        <p:nvCxnSpPr>
          <p:cNvPr id="127" name="Straight Arrow Connector 12">
            <a:extLst>
              <a:ext uri="{FF2B5EF4-FFF2-40B4-BE49-F238E27FC236}">
                <a16:creationId xmlns:a16="http://schemas.microsoft.com/office/drawing/2014/main" id="{0C4F2D74-70C5-FFB3-1C88-286DB3CB9A81}"/>
              </a:ext>
            </a:extLst>
          </p:cNvPr>
          <p:cNvCxnSpPr>
            <a:cxnSpLocks/>
            <a:stCxn id="65" idx="1"/>
            <a:endCxn id="113" idx="3"/>
          </p:cNvCxnSpPr>
          <p:nvPr/>
        </p:nvCxnSpPr>
        <p:spPr>
          <a:xfrm flipH="1" flipV="1">
            <a:off x="2294247" y="3943640"/>
            <a:ext cx="817776" cy="18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D84F51DC-D30D-7ECD-01FE-517B689A855F}"/>
              </a:ext>
            </a:extLst>
          </p:cNvPr>
          <p:cNvGrpSpPr/>
          <p:nvPr/>
        </p:nvGrpSpPr>
        <p:grpSpPr>
          <a:xfrm>
            <a:off x="5337149" y="4053555"/>
            <a:ext cx="3192697" cy="400110"/>
            <a:chOff x="8926562" y="3216153"/>
            <a:chExt cx="3192697" cy="400110"/>
          </a:xfrm>
        </p:grpSpPr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84E56904-35ED-92C3-B2BF-E0C42B836C9E}"/>
                </a:ext>
              </a:extLst>
            </p:cNvPr>
            <p:cNvSpPr txBox="1"/>
            <p:nvPr/>
          </p:nvSpPr>
          <p:spPr>
            <a:xfrm>
              <a:off x="9286561" y="3216153"/>
              <a:ext cx="283269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health emergency</a:t>
              </a:r>
              <a:endParaRPr lang="en-GB" sz="32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37" name="Rounded Rectangle 136">
              <a:extLst>
                <a:ext uri="{FF2B5EF4-FFF2-40B4-BE49-F238E27FC236}">
                  <a16:creationId xmlns:a16="http://schemas.microsoft.com/office/drawing/2014/main" id="{A04E813F-900C-5BB3-7095-7DC8C0FD9DCC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73890AFC-9960-932A-6FCC-E1A38B28F9A4}"/>
              </a:ext>
            </a:extLst>
          </p:cNvPr>
          <p:cNvGrpSpPr/>
          <p:nvPr/>
        </p:nvGrpSpPr>
        <p:grpSpPr>
          <a:xfrm>
            <a:off x="3702508" y="2686298"/>
            <a:ext cx="3096649" cy="707886"/>
            <a:chOff x="8838905" y="2871625"/>
            <a:chExt cx="3096649" cy="707886"/>
          </a:xfrm>
        </p:grpSpPr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DDA1A3E0-9E42-C78F-9409-2CFFE7978A08}"/>
                </a:ext>
              </a:extLst>
            </p:cNvPr>
            <p:cNvSpPr txBox="1"/>
            <p:nvPr/>
          </p:nvSpPr>
          <p:spPr>
            <a:xfrm>
              <a:off x="9218308" y="2871625"/>
              <a:ext cx="2717246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- read landing notes</a:t>
              </a:r>
              <a:b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- activate emergency</a:t>
              </a:r>
            </a:p>
          </p:txBody>
        </p:sp>
        <p:sp>
          <p:nvSpPr>
            <p:cNvPr id="146" name="Rounded Rectangle 145">
              <a:extLst>
                <a:ext uri="{FF2B5EF4-FFF2-40B4-BE49-F238E27FC236}">
                  <a16:creationId xmlns:a16="http://schemas.microsoft.com/office/drawing/2014/main" id="{576B63DB-A566-6ABD-9DAB-743883FE8D2F}"/>
                </a:ext>
              </a:extLst>
            </p:cNvPr>
            <p:cNvSpPr/>
            <p:nvPr/>
          </p:nvSpPr>
          <p:spPr>
            <a:xfrm>
              <a:off x="8838905" y="2909414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FAF0C157-07AF-295F-DA60-0E779AC49A1F}"/>
              </a:ext>
            </a:extLst>
          </p:cNvPr>
          <p:cNvSpPr txBox="1"/>
          <p:nvPr/>
        </p:nvSpPr>
        <p:spPr>
          <a:xfrm>
            <a:off x="218143" y="6278524"/>
            <a:ext cx="1803379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Emergency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F1B128E-A157-8742-D67F-79C249E585EE}"/>
              </a:ext>
            </a:extLst>
          </p:cNvPr>
          <p:cNvSpPr/>
          <p:nvPr/>
        </p:nvSpPr>
        <p:spPr>
          <a:xfrm>
            <a:off x="4973406" y="446393"/>
            <a:ext cx="1825751" cy="5184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44000" tIns="144000" rIns="144000" bIns="144000" anchor="ctr"/>
          <a:lstStyle/>
          <a:p>
            <a:pPr algn="ctr"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💍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userable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3A6BD6-11CA-C45C-21BA-B4B716FDFFEF}"/>
              </a:ext>
            </a:extLst>
          </p:cNvPr>
          <p:cNvSpPr txBox="1"/>
          <p:nvPr/>
        </p:nvSpPr>
        <p:spPr>
          <a:xfrm>
            <a:off x="3012024" y="1812632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44F8BBE-EDAA-EA92-230F-E746361DBBC7}"/>
              </a:ext>
            </a:extLst>
          </p:cNvPr>
          <p:cNvSpPr txBox="1"/>
          <p:nvPr/>
        </p:nvSpPr>
        <p:spPr>
          <a:xfrm>
            <a:off x="6044801" y="611322"/>
            <a:ext cx="36548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 </a:t>
            </a:r>
          </a:p>
        </p:txBody>
      </p:sp>
      <p:cxnSp>
        <p:nvCxnSpPr>
          <p:cNvPr id="71" name="Straight Arrow Connector 12">
            <a:extLst>
              <a:ext uri="{FF2B5EF4-FFF2-40B4-BE49-F238E27FC236}">
                <a16:creationId xmlns:a16="http://schemas.microsoft.com/office/drawing/2014/main" id="{C270BF51-C78B-492E-28C7-5C05537DF72A}"/>
              </a:ext>
            </a:extLst>
          </p:cNvPr>
          <p:cNvCxnSpPr>
            <a:cxnSpLocks/>
            <a:stCxn id="65" idx="3"/>
            <a:endCxn id="5" idx="1"/>
          </p:cNvCxnSpPr>
          <p:nvPr/>
        </p:nvCxnSpPr>
        <p:spPr>
          <a:xfrm flipV="1">
            <a:off x="5194403" y="3938967"/>
            <a:ext cx="3907013" cy="486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96CEF17-E75E-750E-ACC5-FF72A1FF8A85}"/>
              </a:ext>
            </a:extLst>
          </p:cNvPr>
          <p:cNvGrpSpPr/>
          <p:nvPr/>
        </p:nvGrpSpPr>
        <p:grpSpPr>
          <a:xfrm>
            <a:off x="9083352" y="2202365"/>
            <a:ext cx="2643108" cy="420628"/>
            <a:chOff x="8926562" y="3206528"/>
            <a:chExt cx="2643108" cy="420628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8E3A73B-227F-5E68-E4AE-AC7DE8C68987}"/>
                </a:ext>
              </a:extLst>
            </p:cNvPr>
            <p:cNvSpPr txBox="1"/>
            <p:nvPr/>
          </p:nvSpPr>
          <p:spPr>
            <a:xfrm>
              <a:off x="9286561" y="3206528"/>
              <a:ext cx="2283109" cy="420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alert script </a:t>
              </a:r>
              <a:r>
                <a:rPr lang="en-GB" sz="32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🔊</a:t>
              </a:r>
            </a:p>
          </p:txBody>
        </p:sp>
        <p:sp>
          <p:nvSpPr>
            <p:cNvPr id="80" name="Rounded Rectangle 79">
              <a:extLst>
                <a:ext uri="{FF2B5EF4-FFF2-40B4-BE49-F238E27FC236}">
                  <a16:creationId xmlns:a16="http://schemas.microsoft.com/office/drawing/2014/main" id="{A2E3881C-419F-CB3E-1B95-461D4399818C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91" name="Content Placeholder 2">
            <a:extLst>
              <a:ext uri="{FF2B5EF4-FFF2-40B4-BE49-F238E27FC236}">
                <a16:creationId xmlns:a16="http://schemas.microsoft.com/office/drawing/2014/main" id="{72A2FC34-66D6-AB74-8A0E-E7026EB5554A}"/>
              </a:ext>
            </a:extLst>
          </p:cNvPr>
          <p:cNvSpPr txBox="1">
            <a:spLocks/>
          </p:cNvSpPr>
          <p:nvPr/>
        </p:nvSpPr>
        <p:spPr>
          <a:xfrm>
            <a:off x="7118725" y="267284"/>
            <a:ext cx="1549323" cy="132343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owner’s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health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emergency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contacts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14AE614-6C2B-5611-BFCA-CE3D4A6B45B8}"/>
              </a:ext>
            </a:extLst>
          </p:cNvPr>
          <p:cNvSpPr txBox="1"/>
          <p:nvPr/>
        </p:nvSpPr>
        <p:spPr>
          <a:xfrm>
            <a:off x="9011352" y="2640549"/>
            <a:ext cx="31339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group phone call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alert health insurance</a:t>
            </a:r>
            <a:endParaRPr lang="en-GB" sz="32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7C26C10D-657D-4595-5BCD-C576B9A7F083}"/>
              </a:ext>
            </a:extLst>
          </p:cNvPr>
          <p:cNvGrpSpPr/>
          <p:nvPr/>
        </p:nvGrpSpPr>
        <p:grpSpPr>
          <a:xfrm>
            <a:off x="5747887" y="4391622"/>
            <a:ext cx="2832698" cy="707886"/>
            <a:chOff x="3075933" y="3642055"/>
            <a:chExt cx="2832698" cy="707886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B5AA89E8-CF8A-B36C-4AC2-15D1A3BA3475}"/>
                </a:ext>
              </a:extLst>
            </p:cNvPr>
            <p:cNvSpPr txBox="1"/>
            <p:nvPr/>
          </p:nvSpPr>
          <p:spPr>
            <a:xfrm>
              <a:off x="3075933" y="3642055"/>
              <a:ext cx="2832698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- guest’s location</a:t>
              </a:r>
              <a:b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- guest’s contacts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3AA2F02-38FA-8EBF-6467-619912ADC7D1}"/>
                </a:ext>
              </a:extLst>
            </p:cNvPr>
            <p:cNvSpPr txBox="1"/>
            <p:nvPr/>
          </p:nvSpPr>
          <p:spPr>
            <a:xfrm>
              <a:off x="5042901" y="3697651"/>
              <a:ext cx="62103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8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📍</a:t>
              </a:r>
              <a:endParaRPr lang="en-US" dirty="0"/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D549AC21-1013-85EC-07EE-12C4A5DFED7D}"/>
              </a:ext>
            </a:extLst>
          </p:cNvPr>
          <p:cNvSpPr txBox="1"/>
          <p:nvPr/>
        </p:nvSpPr>
        <p:spPr>
          <a:xfrm>
            <a:off x="5455524" y="1170104"/>
            <a:ext cx="10296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400" dirty="0"/>
              <a:t>🤕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08EC1672-879E-4912-ED2B-CB795CD38BA5}"/>
              </a:ext>
            </a:extLst>
          </p:cNvPr>
          <p:cNvGrpSpPr/>
          <p:nvPr/>
        </p:nvGrpSpPr>
        <p:grpSpPr>
          <a:xfrm>
            <a:off x="356710" y="3424269"/>
            <a:ext cx="1937537" cy="1038741"/>
            <a:chOff x="7507403" y="1006813"/>
            <a:chExt cx="691415" cy="1038741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C3893087-22C8-1A4B-F178-27A1DEF2DDF3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Identity</a:t>
              </a: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60039B92-AB24-8DDE-F7E2-8C1FECC39170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🧑‍🦱 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guest bound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8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128" name="Straight Arrow Connector 12">
            <a:extLst>
              <a:ext uri="{FF2B5EF4-FFF2-40B4-BE49-F238E27FC236}">
                <a16:creationId xmlns:a16="http://schemas.microsoft.com/office/drawing/2014/main" id="{86183CB7-0F35-67F1-B04F-A80E3C8E3F49}"/>
              </a:ext>
            </a:extLst>
          </p:cNvPr>
          <p:cNvCxnSpPr>
            <a:cxnSpLocks/>
            <a:stCxn id="168" idx="3"/>
          </p:cNvCxnSpPr>
          <p:nvPr/>
        </p:nvCxnSpPr>
        <p:spPr>
          <a:xfrm>
            <a:off x="3244044" y="1580252"/>
            <a:ext cx="319578" cy="1848748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CBF0B042-C2B9-EF66-10D7-3A4AB9B338DC}"/>
              </a:ext>
            </a:extLst>
          </p:cNvPr>
          <p:cNvGrpSpPr/>
          <p:nvPr/>
        </p:nvGrpSpPr>
        <p:grpSpPr>
          <a:xfrm>
            <a:off x="9101416" y="3419596"/>
            <a:ext cx="2283109" cy="1038741"/>
            <a:chOff x="8793406" y="3255967"/>
            <a:chExt cx="2283109" cy="103874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4B78A95-8415-CFB0-B692-CA82422AD1C1}"/>
                </a:ext>
              </a:extLst>
            </p:cNvPr>
            <p:cNvGrpSpPr/>
            <p:nvPr/>
          </p:nvGrpSpPr>
          <p:grpSpPr>
            <a:xfrm>
              <a:off x="8793406" y="3255967"/>
              <a:ext cx="2283109" cy="1038741"/>
              <a:chOff x="6104397" y="5100898"/>
              <a:chExt cx="4044668" cy="1038741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830772F-33E9-2C12-2520-0D82B05DC315}"/>
                  </a:ext>
                </a:extLst>
              </p:cNvPr>
              <p:cNvSpPr/>
              <p:nvPr/>
            </p:nvSpPr>
            <p:spPr>
              <a:xfrm>
                <a:off x="6258929" y="5490228"/>
                <a:ext cx="375912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🧳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Custodian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63CDBA8-D95D-9C74-9D71-8D57C9931000}"/>
                  </a:ext>
                </a:extLst>
              </p:cNvPr>
              <p:cNvSpPr/>
              <p:nvPr/>
            </p:nvSpPr>
            <p:spPr>
              <a:xfrm>
                <a:off x="6104397" y="5100898"/>
                <a:ext cx="4044668" cy="1038741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GB" sz="2800" baseline="-11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🤕</a:t>
                </a:r>
                <a:r>
                  <a:rPr lang="en-GB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owner</a:t>
                </a: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bound</a:t>
                </a:r>
              </a:p>
            </p:txBody>
          </p:sp>
        </p:grp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98685586-7D37-2BD1-09AA-C5F532082A50}"/>
                </a:ext>
              </a:extLst>
            </p:cNvPr>
            <p:cNvSpPr txBox="1"/>
            <p:nvPr/>
          </p:nvSpPr>
          <p:spPr>
            <a:xfrm>
              <a:off x="8865406" y="3255967"/>
              <a:ext cx="304571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 </a:t>
              </a:r>
            </a:p>
          </p:txBody>
        </p:sp>
      </p:grpSp>
      <p:cxnSp>
        <p:nvCxnSpPr>
          <p:cNvPr id="155" name="Straight Arrow Connector 12">
            <a:extLst>
              <a:ext uri="{FF2B5EF4-FFF2-40B4-BE49-F238E27FC236}">
                <a16:creationId xmlns:a16="http://schemas.microsoft.com/office/drawing/2014/main" id="{5115D81B-8D68-AEF2-6D41-8EA2617EC351}"/>
              </a:ext>
            </a:extLst>
          </p:cNvPr>
          <p:cNvCxnSpPr>
            <a:cxnSpLocks/>
          </p:cNvCxnSpPr>
          <p:nvPr/>
        </p:nvCxnSpPr>
        <p:spPr>
          <a:xfrm flipV="1">
            <a:off x="857490" y="2266989"/>
            <a:ext cx="0" cy="116873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C3868C20-468D-DCB9-432E-9143F68BE307}"/>
              </a:ext>
            </a:extLst>
          </p:cNvPr>
          <p:cNvGrpSpPr/>
          <p:nvPr/>
        </p:nvGrpSpPr>
        <p:grpSpPr>
          <a:xfrm>
            <a:off x="354907" y="934716"/>
            <a:ext cx="3441781" cy="1446550"/>
            <a:chOff x="4435976" y="5013532"/>
            <a:chExt cx="3441781" cy="1446550"/>
          </a:xfrm>
        </p:grpSpPr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40BA165D-DC6C-EF51-3ABB-092A094FBDC5}"/>
                </a:ext>
              </a:extLst>
            </p:cNvPr>
            <p:cNvGrpSpPr/>
            <p:nvPr/>
          </p:nvGrpSpPr>
          <p:grpSpPr>
            <a:xfrm>
              <a:off x="4435977" y="5019796"/>
              <a:ext cx="3441780" cy="1278544"/>
              <a:chOff x="-232031" y="2048208"/>
              <a:chExt cx="3441780" cy="1278544"/>
            </a:xfrm>
          </p:grpSpPr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9642141F-D394-310E-0B6C-01597244AF5B}"/>
                  </a:ext>
                </a:extLst>
              </p:cNvPr>
              <p:cNvSpPr/>
              <p:nvPr/>
            </p:nvSpPr>
            <p:spPr>
              <a:xfrm>
                <a:off x="-232031" y="2048208"/>
                <a:ext cx="2889136" cy="1278544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A9049476-62D6-A4E4-42B2-5138198CC986}"/>
                  </a:ext>
                </a:extLst>
              </p:cNvPr>
              <p:cNvSpPr txBox="1"/>
              <p:nvPr/>
            </p:nvSpPr>
            <p:spPr>
              <a:xfrm flipH="1">
                <a:off x="2937779" y="2939979"/>
                <a:ext cx="271970" cy="3693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l"/>
                <a:r>
                  <a:rPr lang="en-GB" dirty="0"/>
                  <a:t>     </a:t>
                </a:r>
              </a:p>
            </p:txBody>
          </p:sp>
        </p:grp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81F6C2BA-489E-A9A9-B3EE-8471FDB36D98}"/>
                </a:ext>
              </a:extLst>
            </p:cNvPr>
            <p:cNvSpPr txBox="1"/>
            <p:nvPr/>
          </p:nvSpPr>
          <p:spPr>
            <a:xfrm>
              <a:off x="4435976" y="5013532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🧑‍🦱</a:t>
              </a:r>
              <a:endParaRPr lang="en-GB" sz="8800" dirty="0"/>
            </a:p>
          </p:txBody>
        </p:sp>
        <p:sp>
          <p:nvSpPr>
            <p:cNvPr id="162" name="Content Placeholder 2">
              <a:extLst>
                <a:ext uri="{FF2B5EF4-FFF2-40B4-BE49-F238E27FC236}">
                  <a16:creationId xmlns:a16="http://schemas.microsoft.com/office/drawing/2014/main" id="{3D83E677-15AD-ECF3-4839-279001180B54}"/>
                </a:ext>
              </a:extLst>
            </p:cNvPr>
            <p:cNvSpPr txBox="1">
              <a:spLocks/>
            </p:cNvSpPr>
            <p:nvPr/>
          </p:nvSpPr>
          <p:spPr>
            <a:xfrm>
              <a:off x="4457556" y="5047617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guest</a:t>
              </a: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9CD813E8-B375-F843-8219-A6DA632F7B0A}"/>
                </a:ext>
              </a:extLst>
            </p:cNvPr>
            <p:cNvSpPr/>
            <p:nvPr/>
          </p:nvSpPr>
          <p:spPr>
            <a:xfrm>
              <a:off x="5458784" y="5101185"/>
              <a:ext cx="17910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  Wallet</a:t>
              </a: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964B661D-7703-0D70-5030-F27F5A90059E}"/>
                </a:ext>
              </a:extLst>
            </p:cNvPr>
            <p:cNvSpPr/>
            <p:nvPr/>
          </p:nvSpPr>
          <p:spPr>
            <a:xfrm>
              <a:off x="6095167" y="5746491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6988C500-39F1-0BBC-0C9B-8CFDB9BBBE7A}"/>
                </a:ext>
              </a:extLst>
            </p:cNvPr>
            <p:cNvSpPr/>
            <p:nvPr/>
          </p:nvSpPr>
          <p:spPr>
            <a:xfrm>
              <a:off x="6727440" y="5746490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76C55330-5884-55D2-645B-7B6F897D0E0D}"/>
                </a:ext>
              </a:extLst>
            </p:cNvPr>
            <p:cNvSpPr/>
            <p:nvPr/>
          </p:nvSpPr>
          <p:spPr>
            <a:xfrm>
              <a:off x="5455212" y="5746491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4FB33134-0B27-BA9D-8AC4-9EEC1337D48D}"/>
                </a:ext>
              </a:extLst>
            </p:cNvPr>
            <p:cNvSpPr txBox="1"/>
            <p:nvPr/>
          </p:nvSpPr>
          <p:spPr>
            <a:xfrm>
              <a:off x="5441726" y="5617320"/>
              <a:ext cx="502683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🤵</a:t>
              </a:r>
              <a:endParaRPr lang="en-US" sz="4400" dirty="0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5BB929A6-D3D9-A068-72E1-70D601F29DB2}"/>
              </a:ext>
            </a:extLst>
          </p:cNvPr>
          <p:cNvGrpSpPr/>
          <p:nvPr/>
        </p:nvGrpSpPr>
        <p:grpSpPr>
          <a:xfrm>
            <a:off x="1009809" y="2910765"/>
            <a:ext cx="2210384" cy="400110"/>
            <a:chOff x="8926562" y="3216153"/>
            <a:chExt cx="2210384" cy="400110"/>
          </a:xfrm>
        </p:grpSpPr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D643E728-B4C4-59B0-F080-3FC8670755A7}"/>
                </a:ext>
              </a:extLst>
            </p:cNvPr>
            <p:cNvSpPr txBox="1"/>
            <p:nvPr/>
          </p:nvSpPr>
          <p:spPr>
            <a:xfrm>
              <a:off x="9286561" y="3216153"/>
              <a:ext cx="185038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authenticate</a:t>
              </a:r>
            </a:p>
          </p:txBody>
        </p:sp>
        <p:sp>
          <p:nvSpPr>
            <p:cNvPr id="176" name="Rounded Rectangle 175">
              <a:extLst>
                <a:ext uri="{FF2B5EF4-FFF2-40B4-BE49-F238E27FC236}">
                  <a16:creationId xmlns:a16="http://schemas.microsoft.com/office/drawing/2014/main" id="{58A23BA9-7A92-07FD-C96F-A793A8925E8B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195" name="TextBox 194">
            <a:extLst>
              <a:ext uri="{FF2B5EF4-FFF2-40B4-BE49-F238E27FC236}">
                <a16:creationId xmlns:a16="http://schemas.microsoft.com/office/drawing/2014/main" id="{D091DB33-AFCD-EEC0-8AC4-775EF470E22E}"/>
              </a:ext>
            </a:extLst>
          </p:cNvPr>
          <p:cNvSpPr txBox="1"/>
          <p:nvPr/>
        </p:nvSpPr>
        <p:spPr>
          <a:xfrm>
            <a:off x="7187549" y="1682467"/>
            <a:ext cx="6628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/>
              <a:t>🧕</a:t>
            </a:r>
            <a:endParaRPr lang="en-US" sz="4800" dirty="0"/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CBD3C099-469D-8E9A-6874-20DB569A309C}"/>
              </a:ext>
            </a:extLst>
          </p:cNvPr>
          <p:cNvSpPr txBox="1"/>
          <p:nvPr/>
        </p:nvSpPr>
        <p:spPr>
          <a:xfrm>
            <a:off x="7828669" y="1672843"/>
            <a:ext cx="9349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/>
              <a:t>👩‍⚕️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26247961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66803-2F11-61B6-23F9-61067B37A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BB3E6C94-CA88-51FE-585D-21E3CC08AF2A}"/>
              </a:ext>
            </a:extLst>
          </p:cNvPr>
          <p:cNvSpPr/>
          <p:nvPr/>
        </p:nvSpPr>
        <p:spPr>
          <a:xfrm>
            <a:off x="4063791" y="278213"/>
            <a:ext cx="1086416" cy="199963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8870435-AF76-6853-1AE4-CDFC6C437215}"/>
              </a:ext>
            </a:extLst>
          </p:cNvPr>
          <p:cNvGrpSpPr/>
          <p:nvPr/>
        </p:nvGrpSpPr>
        <p:grpSpPr>
          <a:xfrm>
            <a:off x="4095973" y="676918"/>
            <a:ext cx="1013609" cy="1573754"/>
            <a:chOff x="3191637" y="1059477"/>
            <a:chExt cx="1013609" cy="157375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516837E-D7F6-1748-CE95-6385C1A62D5C}"/>
                </a:ext>
              </a:extLst>
            </p:cNvPr>
            <p:cNvSpPr txBox="1"/>
            <p:nvPr/>
          </p:nvSpPr>
          <p:spPr>
            <a:xfrm>
              <a:off x="3200080" y="1059477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E089295-0ADD-1217-CEF2-FB2D78EE4A27}"/>
                </a:ext>
              </a:extLst>
            </p:cNvPr>
            <p:cNvSpPr txBox="1"/>
            <p:nvPr/>
          </p:nvSpPr>
          <p:spPr>
            <a:xfrm flipH="1">
              <a:off x="3566678" y="1533236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14" name="Content Placeholder 2">
              <a:extLst>
                <a:ext uri="{FF2B5EF4-FFF2-40B4-BE49-F238E27FC236}">
                  <a16:creationId xmlns:a16="http://schemas.microsoft.com/office/drawing/2014/main" id="{8C42EE76-C034-F3DC-790D-E7ACC3042C97}"/>
                </a:ext>
              </a:extLst>
            </p:cNvPr>
            <p:cNvSpPr txBox="1">
              <a:spLocks/>
            </p:cNvSpPr>
            <p:nvPr/>
          </p:nvSpPr>
          <p:spPr>
            <a:xfrm>
              <a:off x="3191637" y="2233121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</a:t>
              </a:r>
            </a:p>
          </p:txBody>
        </p:sp>
      </p:grpSp>
      <p:cxnSp>
        <p:nvCxnSpPr>
          <p:cNvPr id="51" name="Straight Arrow Connector 12">
            <a:extLst>
              <a:ext uri="{FF2B5EF4-FFF2-40B4-BE49-F238E27FC236}">
                <a16:creationId xmlns:a16="http://schemas.microsoft.com/office/drawing/2014/main" id="{75253FFE-17EB-87A1-D27A-C43FBEEE25C9}"/>
              </a:ext>
            </a:extLst>
          </p:cNvPr>
          <p:cNvCxnSpPr>
            <a:cxnSpLocks/>
            <a:stCxn id="49" idx="0"/>
            <a:endCxn id="33" idx="1"/>
          </p:cNvCxnSpPr>
          <p:nvPr/>
        </p:nvCxnSpPr>
        <p:spPr>
          <a:xfrm rot="5400000" flipH="1" flipV="1">
            <a:off x="2555107" y="-107421"/>
            <a:ext cx="240883" cy="1852826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Straight Arrow Connector 12">
            <a:extLst>
              <a:ext uri="{FF2B5EF4-FFF2-40B4-BE49-F238E27FC236}">
                <a16:creationId xmlns:a16="http://schemas.microsoft.com/office/drawing/2014/main" id="{DD1E04AC-85D3-4955-38AF-476E8D90A565}"/>
              </a:ext>
            </a:extLst>
          </p:cNvPr>
          <p:cNvCxnSpPr>
            <a:cxnSpLocks/>
            <a:stCxn id="65" idx="3"/>
            <a:endCxn id="5" idx="1"/>
          </p:cNvCxnSpPr>
          <p:nvPr/>
        </p:nvCxnSpPr>
        <p:spPr>
          <a:xfrm>
            <a:off x="2739254" y="3612563"/>
            <a:ext cx="2523844" cy="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D874853-743D-F669-696E-B0C6251F43D7}"/>
              </a:ext>
            </a:extLst>
          </p:cNvPr>
          <p:cNvGrpSpPr/>
          <p:nvPr/>
        </p:nvGrpSpPr>
        <p:grpSpPr>
          <a:xfrm>
            <a:off x="846181" y="3093192"/>
            <a:ext cx="1893073" cy="1038741"/>
            <a:chOff x="6104397" y="5100898"/>
            <a:chExt cx="4057968" cy="1038741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0C2437D-018D-872D-E3CB-4B155D83DE87}"/>
                </a:ext>
              </a:extLst>
            </p:cNvPr>
            <p:cNvSpPr/>
            <p:nvPr/>
          </p:nvSpPr>
          <p:spPr>
            <a:xfrm>
              <a:off x="6258929" y="5490228"/>
              <a:ext cx="375912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🪄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Wand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D4B60FB-00EE-95A0-E72D-1E1900C36F53}"/>
                </a:ext>
              </a:extLst>
            </p:cNvPr>
            <p:cNvSpPr/>
            <p:nvPr/>
          </p:nvSpPr>
          <p:spPr>
            <a:xfrm>
              <a:off x="6104397" y="5100898"/>
              <a:ext cx="4057968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🍏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brand bound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1042C5E-9205-8B66-E3A9-94D46093F7C9}"/>
              </a:ext>
            </a:extLst>
          </p:cNvPr>
          <p:cNvGrpSpPr/>
          <p:nvPr/>
        </p:nvGrpSpPr>
        <p:grpSpPr>
          <a:xfrm>
            <a:off x="6003326" y="877821"/>
            <a:ext cx="2131291" cy="1038741"/>
            <a:chOff x="7507403" y="1006813"/>
            <a:chExt cx="691415" cy="1038741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78FDF42D-B637-4709-BD58-E2BB194D7296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Identity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6517188-A818-41FF-E6F6-FD3A5BF8B916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 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 bound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88" name="Straight Arrow Connector 12">
            <a:extLst>
              <a:ext uri="{FF2B5EF4-FFF2-40B4-BE49-F238E27FC236}">
                <a16:creationId xmlns:a16="http://schemas.microsoft.com/office/drawing/2014/main" id="{5DB7F944-DF78-4A27-A403-E81BCC057489}"/>
              </a:ext>
            </a:extLst>
          </p:cNvPr>
          <p:cNvCxnSpPr>
            <a:cxnSpLocks/>
          </p:cNvCxnSpPr>
          <p:nvPr/>
        </p:nvCxnSpPr>
        <p:spPr>
          <a:xfrm flipV="1">
            <a:off x="6385579" y="1916562"/>
            <a:ext cx="0" cy="118229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96" name="Group 95">
            <a:extLst>
              <a:ext uri="{FF2B5EF4-FFF2-40B4-BE49-F238E27FC236}">
                <a16:creationId xmlns:a16="http://schemas.microsoft.com/office/drawing/2014/main" id="{28FEC5FF-3442-765B-FD4E-8A889EEFE317}"/>
              </a:ext>
            </a:extLst>
          </p:cNvPr>
          <p:cNvGrpSpPr/>
          <p:nvPr/>
        </p:nvGrpSpPr>
        <p:grpSpPr>
          <a:xfrm>
            <a:off x="6003326" y="364372"/>
            <a:ext cx="2033505" cy="400110"/>
            <a:chOff x="2308996" y="2158416"/>
            <a:chExt cx="2033505" cy="400110"/>
          </a:xfrm>
        </p:grpSpPr>
        <p:sp>
          <p:nvSpPr>
            <p:cNvPr id="97" name="Rounded Rectangle 96">
              <a:extLst>
                <a:ext uri="{FF2B5EF4-FFF2-40B4-BE49-F238E27FC236}">
                  <a16:creationId xmlns:a16="http://schemas.microsoft.com/office/drawing/2014/main" id="{8271D28D-5A8F-E08A-2136-38028D71990F}"/>
                </a:ext>
              </a:extLst>
            </p:cNvPr>
            <p:cNvSpPr/>
            <p:nvPr/>
          </p:nvSpPr>
          <p:spPr>
            <a:xfrm>
              <a:off x="2308996" y="2197649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98" name="Content Placeholder 2">
              <a:extLst>
                <a:ext uri="{FF2B5EF4-FFF2-40B4-BE49-F238E27FC236}">
                  <a16:creationId xmlns:a16="http://schemas.microsoft.com/office/drawing/2014/main" id="{1EECADBD-0B84-63D7-442C-30397288945B}"/>
                </a:ext>
              </a:extLst>
            </p:cNvPr>
            <p:cNvSpPr txBox="1">
              <a:spLocks/>
            </p:cNvSpPr>
            <p:nvPr/>
          </p:nvSpPr>
          <p:spPr>
            <a:xfrm>
              <a:off x="2694294" y="2158416"/>
              <a:ext cx="16482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authenticate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2FCC60E-022D-8DBB-9740-025CFF537243}"/>
              </a:ext>
            </a:extLst>
          </p:cNvPr>
          <p:cNvGrpSpPr/>
          <p:nvPr/>
        </p:nvGrpSpPr>
        <p:grpSpPr>
          <a:xfrm>
            <a:off x="304567" y="441920"/>
            <a:ext cx="1702660" cy="400110"/>
            <a:chOff x="8926562" y="3216153"/>
            <a:chExt cx="1702660" cy="400110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760C25FD-B56F-358A-229F-751136C45AD8}"/>
                </a:ext>
              </a:extLst>
            </p:cNvPr>
            <p:cNvSpPr txBox="1"/>
            <p:nvPr/>
          </p:nvSpPr>
          <p:spPr>
            <a:xfrm>
              <a:off x="9286562" y="3216153"/>
              <a:ext cx="13426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tap</a:t>
              </a:r>
            </a:p>
          </p:txBody>
        </p:sp>
        <p:sp>
          <p:nvSpPr>
            <p:cNvPr id="105" name="Rounded Rectangle 104">
              <a:extLst>
                <a:ext uri="{FF2B5EF4-FFF2-40B4-BE49-F238E27FC236}">
                  <a16:creationId xmlns:a16="http://schemas.microsoft.com/office/drawing/2014/main" id="{02CF4E5F-1193-1244-0091-712F5B2D64BD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BB243E7F-C599-829B-AEF0-63465726CC22}"/>
              </a:ext>
            </a:extLst>
          </p:cNvPr>
          <p:cNvSpPr txBox="1"/>
          <p:nvPr/>
        </p:nvSpPr>
        <p:spPr>
          <a:xfrm>
            <a:off x="4643566" y="1309828"/>
            <a:ext cx="304571" cy="175569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 </a:t>
            </a:r>
          </a:p>
        </p:txBody>
      </p:sp>
      <p:cxnSp>
        <p:nvCxnSpPr>
          <p:cNvPr id="127" name="Straight Arrow Connector 12">
            <a:extLst>
              <a:ext uri="{FF2B5EF4-FFF2-40B4-BE49-F238E27FC236}">
                <a16:creationId xmlns:a16="http://schemas.microsoft.com/office/drawing/2014/main" id="{D5BC34AB-C945-8EE6-670E-A68D9B5C5246}"/>
              </a:ext>
            </a:extLst>
          </p:cNvPr>
          <p:cNvCxnSpPr>
            <a:cxnSpLocks/>
            <a:endCxn id="65" idx="0"/>
          </p:cNvCxnSpPr>
          <p:nvPr/>
        </p:nvCxnSpPr>
        <p:spPr>
          <a:xfrm flipH="1">
            <a:off x="1792718" y="2232857"/>
            <a:ext cx="977" cy="86033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707B4684-48C2-C4F7-C1EA-DC4CCCC879A2}"/>
              </a:ext>
            </a:extLst>
          </p:cNvPr>
          <p:cNvGrpSpPr/>
          <p:nvPr/>
        </p:nvGrpSpPr>
        <p:grpSpPr>
          <a:xfrm>
            <a:off x="2954268" y="3739502"/>
            <a:ext cx="3192697" cy="400110"/>
            <a:chOff x="8926562" y="3216153"/>
            <a:chExt cx="3192697" cy="400110"/>
          </a:xfrm>
        </p:grpSpPr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B2AF7ADD-C372-F293-4A87-66D6029E3FB5}"/>
                </a:ext>
              </a:extLst>
            </p:cNvPr>
            <p:cNvSpPr txBox="1"/>
            <p:nvPr/>
          </p:nvSpPr>
          <p:spPr>
            <a:xfrm>
              <a:off x="9286561" y="3216153"/>
              <a:ext cx="283269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 access</a:t>
              </a:r>
            </a:p>
          </p:txBody>
        </p:sp>
        <p:sp>
          <p:nvSpPr>
            <p:cNvPr id="137" name="Rounded Rectangle 136">
              <a:extLst>
                <a:ext uri="{FF2B5EF4-FFF2-40B4-BE49-F238E27FC236}">
                  <a16:creationId xmlns:a16="http://schemas.microsoft.com/office/drawing/2014/main" id="{27936B6F-F4DF-7D34-0D23-E1117F96FC4D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4E180199-12D7-9DD6-CC0C-F72F1795CC64}"/>
              </a:ext>
            </a:extLst>
          </p:cNvPr>
          <p:cNvGrpSpPr/>
          <p:nvPr/>
        </p:nvGrpSpPr>
        <p:grpSpPr>
          <a:xfrm>
            <a:off x="1945456" y="2353840"/>
            <a:ext cx="1879278" cy="707886"/>
            <a:chOff x="8926562" y="3216153"/>
            <a:chExt cx="1879278" cy="707886"/>
          </a:xfrm>
        </p:grpSpPr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AD49C8B5-7CD7-FFF8-412B-83ACBE7B22C0}"/>
                </a:ext>
              </a:extLst>
            </p:cNvPr>
            <p:cNvSpPr txBox="1"/>
            <p:nvPr/>
          </p:nvSpPr>
          <p:spPr>
            <a:xfrm>
              <a:off x="9286561" y="3216153"/>
              <a:ext cx="1519279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see landing description</a:t>
              </a:r>
            </a:p>
          </p:txBody>
        </p:sp>
        <p:sp>
          <p:nvSpPr>
            <p:cNvPr id="146" name="Rounded Rectangle 145">
              <a:extLst>
                <a:ext uri="{FF2B5EF4-FFF2-40B4-BE49-F238E27FC236}">
                  <a16:creationId xmlns:a16="http://schemas.microsoft.com/office/drawing/2014/main" id="{205E1DA8-0DDC-7B23-E276-F22C22849FB9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cxnSp>
        <p:nvCxnSpPr>
          <p:cNvPr id="147" name="Straight Arrow Connector 12">
            <a:extLst>
              <a:ext uri="{FF2B5EF4-FFF2-40B4-BE49-F238E27FC236}">
                <a16:creationId xmlns:a16="http://schemas.microsoft.com/office/drawing/2014/main" id="{2BCAB378-60A8-88E2-2B2B-9C3A2BB0B2D1}"/>
              </a:ext>
            </a:extLst>
          </p:cNvPr>
          <p:cNvCxnSpPr>
            <a:cxnSpLocks/>
            <a:stCxn id="87" idx="1"/>
            <a:endCxn id="29" idx="3"/>
          </p:cNvCxnSpPr>
          <p:nvPr/>
        </p:nvCxnSpPr>
        <p:spPr>
          <a:xfrm flipH="1">
            <a:off x="5149009" y="1397192"/>
            <a:ext cx="854317" cy="454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86E8DF9-FA6A-74BE-9091-197615B79AB5}"/>
              </a:ext>
            </a:extLst>
          </p:cNvPr>
          <p:cNvSpPr txBox="1"/>
          <p:nvPr/>
        </p:nvSpPr>
        <p:spPr>
          <a:xfrm>
            <a:off x="218143" y="6278524"/>
            <a:ext cx="2747547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Misplaced phone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F9AF104-7E20-A5A4-CD26-257085CB3F9C}"/>
              </a:ext>
            </a:extLst>
          </p:cNvPr>
          <p:cNvSpPr/>
          <p:nvPr/>
        </p:nvSpPr>
        <p:spPr>
          <a:xfrm>
            <a:off x="3601961" y="438752"/>
            <a:ext cx="2008326" cy="51959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44000" tIns="144000" rIns="144000" bIns="144000" anchor="ctr"/>
          <a:lstStyle/>
          <a:p>
            <a:pPr algn="ctr"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💍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userable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107C0E-8D41-E4AA-004D-9B244B53C6DB}"/>
              </a:ext>
            </a:extLst>
          </p:cNvPr>
          <p:cNvSpPr txBox="1"/>
          <p:nvPr/>
        </p:nvSpPr>
        <p:spPr>
          <a:xfrm>
            <a:off x="2954268" y="1812632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C830CE1-8624-F331-C7AE-B40F30821B36}"/>
              </a:ext>
            </a:extLst>
          </p:cNvPr>
          <p:cNvGrpSpPr/>
          <p:nvPr/>
        </p:nvGrpSpPr>
        <p:grpSpPr>
          <a:xfrm>
            <a:off x="5263098" y="3093193"/>
            <a:ext cx="2283109" cy="1038741"/>
            <a:chOff x="6104397" y="5100898"/>
            <a:chExt cx="4044668" cy="103874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86BC4BC-7958-01FA-EC4A-9F6EB4283608}"/>
                </a:ext>
              </a:extLst>
            </p:cNvPr>
            <p:cNvSpPr/>
            <p:nvPr/>
          </p:nvSpPr>
          <p:spPr>
            <a:xfrm>
              <a:off x="6258929" y="5490228"/>
              <a:ext cx="375912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🧳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Custodian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00FA7B3-9202-7943-D95B-C0B8BC4AB9E0}"/>
                </a:ext>
              </a:extLst>
            </p:cNvPr>
            <p:cNvSpPr/>
            <p:nvPr/>
          </p:nvSpPr>
          <p:spPr>
            <a:xfrm>
              <a:off x="6104397" y="5100898"/>
              <a:ext cx="4044668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 bound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B48BA01-4229-E1B9-32C7-44BE81AB2B30}"/>
              </a:ext>
            </a:extLst>
          </p:cNvPr>
          <p:cNvSpPr txBox="1"/>
          <p:nvPr/>
        </p:nvSpPr>
        <p:spPr>
          <a:xfrm flipH="1">
            <a:off x="7082451" y="3098852"/>
            <a:ext cx="531309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CC3975-2816-EC42-E8DE-C6447DB4D30C}"/>
              </a:ext>
            </a:extLst>
          </p:cNvPr>
          <p:cNvSpPr txBox="1"/>
          <p:nvPr/>
        </p:nvSpPr>
        <p:spPr>
          <a:xfrm>
            <a:off x="4783524" y="1217071"/>
            <a:ext cx="36548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 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FB4C9A6-5283-9741-0480-A2D34516EC5B}"/>
              </a:ext>
            </a:extLst>
          </p:cNvPr>
          <p:cNvGrpSpPr/>
          <p:nvPr/>
        </p:nvGrpSpPr>
        <p:grpSpPr>
          <a:xfrm>
            <a:off x="304567" y="905348"/>
            <a:ext cx="2889136" cy="1446550"/>
            <a:chOff x="8887865" y="750664"/>
            <a:chExt cx="2889136" cy="1446550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0BB2856-2D50-9EE1-39DB-03761D614D0E}"/>
                </a:ext>
              </a:extLst>
            </p:cNvPr>
            <p:cNvGrpSpPr/>
            <p:nvPr/>
          </p:nvGrpSpPr>
          <p:grpSpPr>
            <a:xfrm>
              <a:off x="8887865" y="750664"/>
              <a:ext cx="2889136" cy="1446550"/>
              <a:chOff x="334439" y="2940858"/>
              <a:chExt cx="2889136" cy="1446550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F09450DB-0FF0-45BF-2786-FD424F70D86B}"/>
                  </a:ext>
                </a:extLst>
              </p:cNvPr>
              <p:cNvSpPr/>
              <p:nvPr/>
            </p:nvSpPr>
            <p:spPr>
              <a:xfrm>
                <a:off x="334439" y="2974943"/>
                <a:ext cx="2889136" cy="1278544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1BAB9846-C8B8-1A3C-4FF9-AC547B22E1F9}"/>
                  </a:ext>
                </a:extLst>
              </p:cNvPr>
              <p:cNvGrpSpPr/>
              <p:nvPr/>
            </p:nvGrpSpPr>
            <p:grpSpPr>
              <a:xfrm>
                <a:off x="2218409" y="2940858"/>
                <a:ext cx="1005166" cy="1446550"/>
                <a:chOff x="3200080" y="385707"/>
                <a:chExt cx="1005166" cy="1446550"/>
              </a:xfrm>
            </p:grpSpPr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E61DE47C-4097-1D51-9DBD-879A07BE9368}"/>
                    </a:ext>
                  </a:extLst>
                </p:cNvPr>
                <p:cNvSpPr txBox="1"/>
                <p:nvPr/>
              </p:nvSpPr>
              <p:spPr>
                <a:xfrm>
                  <a:off x="3200080" y="385707"/>
                  <a:ext cx="1005166" cy="144655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sz="88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🧑‍🦱</a:t>
                  </a:r>
                  <a:endParaRPr lang="en-GB" sz="8800" dirty="0"/>
                </a:p>
              </p:txBody>
            </p: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7D64BCF3-E9F9-657D-3CED-D37F3490B709}"/>
                    </a:ext>
                  </a:extLst>
                </p:cNvPr>
                <p:cNvSpPr txBox="1"/>
                <p:nvPr/>
              </p:nvSpPr>
              <p:spPr>
                <a:xfrm flipH="1">
                  <a:off x="3566678" y="1311563"/>
                  <a:ext cx="271970" cy="369332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GB" dirty="0"/>
                    <a:t>     </a:t>
                  </a:r>
                </a:p>
              </p:txBody>
            </p:sp>
            <p:sp>
              <p:nvSpPr>
                <p:cNvPr id="54" name="Content Placeholder 2">
                  <a:extLst>
                    <a:ext uri="{FF2B5EF4-FFF2-40B4-BE49-F238E27FC236}">
                      <a16:creationId xmlns:a16="http://schemas.microsoft.com/office/drawing/2014/main" id="{3EF61BC9-DB86-A0ED-426E-36BC7BF3E84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221660" y="419792"/>
                  <a:ext cx="962007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Amazon Ember" panose="020B0603020204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Wingdings" panose="05000000000000000000" pitchFamily="2" charset="2"/>
                    <a:buChar char="§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Amazon Ember" panose="020B0603020204020204" pitchFamily="34" charset="0"/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9144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lnSpc>
                      <a:spcPct val="100000"/>
                    </a:lnSpc>
                    <a:spcAft>
                      <a:spcPts val="600"/>
                    </a:spcAft>
                    <a:buNone/>
                  </a:pPr>
                  <a:r>
                    <a:rPr lang="en-US" sz="2000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guest</a:t>
                  </a:r>
                </a:p>
              </p:txBody>
            </p:sp>
          </p:grpSp>
        </p:grp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306E19E-E386-09FF-290A-5DCA982C26AE}"/>
                </a:ext>
              </a:extLst>
            </p:cNvPr>
            <p:cNvSpPr/>
            <p:nvPr/>
          </p:nvSpPr>
          <p:spPr>
            <a:xfrm>
              <a:off x="8959247" y="864862"/>
              <a:ext cx="181258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  Wallet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480EEC0-8C48-674B-3E3A-E04AAB1E8596}"/>
                </a:ext>
              </a:extLst>
            </p:cNvPr>
            <p:cNvSpPr/>
            <p:nvPr/>
          </p:nvSpPr>
          <p:spPr>
            <a:xfrm>
              <a:off x="9595630" y="1510168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66CD05F-1A6D-E39B-0BC3-1965B73F482C}"/>
                </a:ext>
              </a:extLst>
            </p:cNvPr>
            <p:cNvSpPr/>
            <p:nvPr/>
          </p:nvSpPr>
          <p:spPr>
            <a:xfrm>
              <a:off x="10227903" y="1510167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376C426-E2D9-4140-D97F-7FA87FD460D7}"/>
                </a:ext>
              </a:extLst>
            </p:cNvPr>
            <p:cNvSpPr/>
            <p:nvPr/>
          </p:nvSpPr>
          <p:spPr>
            <a:xfrm>
              <a:off x="8955675" y="1510168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DBF91B1-9978-D28E-BEED-AEB5BBF25E0D}"/>
                </a:ext>
              </a:extLst>
            </p:cNvPr>
            <p:cNvSpPr txBox="1"/>
            <p:nvPr/>
          </p:nvSpPr>
          <p:spPr>
            <a:xfrm>
              <a:off x="8942189" y="1380997"/>
              <a:ext cx="502683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🤵</a:t>
              </a:r>
              <a:endParaRPr lang="en-US" sz="44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AF468D0-6634-AC43-FBBF-5B65FEEB9A35}"/>
                </a:ext>
              </a:extLst>
            </p:cNvPr>
            <p:cNvSpPr txBox="1"/>
            <p:nvPr/>
          </p:nvSpPr>
          <p:spPr>
            <a:xfrm>
              <a:off x="8970756" y="928962"/>
              <a:ext cx="57438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🧑‍🦱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93C9D02-2DEF-2674-FF9E-E2EC9DEF7B2E}"/>
              </a:ext>
            </a:extLst>
          </p:cNvPr>
          <p:cNvGrpSpPr/>
          <p:nvPr/>
        </p:nvGrpSpPr>
        <p:grpSpPr>
          <a:xfrm>
            <a:off x="9307630" y="314035"/>
            <a:ext cx="2643108" cy="420628"/>
            <a:chOff x="8926562" y="3206528"/>
            <a:chExt cx="2643108" cy="420628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482B164-401E-3CEF-297D-E68A511623CA}"/>
                </a:ext>
              </a:extLst>
            </p:cNvPr>
            <p:cNvSpPr txBox="1"/>
            <p:nvPr/>
          </p:nvSpPr>
          <p:spPr>
            <a:xfrm>
              <a:off x="9286561" y="3206528"/>
              <a:ext cx="2283109" cy="420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ring my phone </a:t>
              </a:r>
              <a:r>
                <a:rPr lang="en-GB" sz="32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🔊</a:t>
              </a:r>
            </a:p>
          </p:txBody>
        </p:sp>
        <p:sp>
          <p:nvSpPr>
            <p:cNvPr id="80" name="Rounded Rectangle 79">
              <a:extLst>
                <a:ext uri="{FF2B5EF4-FFF2-40B4-BE49-F238E27FC236}">
                  <a16:creationId xmlns:a16="http://schemas.microsoft.com/office/drawing/2014/main" id="{96DBAAAA-DD2C-1795-9B6B-E56BEA461A3D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BAA928F-A627-58A9-C5AC-B8A8321B9413}"/>
              </a:ext>
            </a:extLst>
          </p:cNvPr>
          <p:cNvGrpSpPr/>
          <p:nvPr/>
        </p:nvGrpSpPr>
        <p:grpSpPr>
          <a:xfrm>
            <a:off x="9270004" y="852930"/>
            <a:ext cx="2020661" cy="1735142"/>
            <a:chOff x="9866770" y="1594075"/>
            <a:chExt cx="2020661" cy="1735142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7594A178-3077-791E-30C9-D0AA07655B47}"/>
                </a:ext>
              </a:extLst>
            </p:cNvPr>
            <p:cNvGrpSpPr/>
            <p:nvPr/>
          </p:nvGrpSpPr>
          <p:grpSpPr>
            <a:xfrm>
              <a:off x="9904396" y="1594075"/>
              <a:ext cx="1963553" cy="1735142"/>
              <a:chOff x="6504696" y="-195880"/>
              <a:chExt cx="1963553" cy="1735142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65372A92-EF81-9513-BAF7-1CF60AB45517}"/>
                  </a:ext>
                </a:extLst>
              </p:cNvPr>
              <p:cNvSpPr/>
              <p:nvPr/>
            </p:nvSpPr>
            <p:spPr>
              <a:xfrm>
                <a:off x="6504696" y="-195880"/>
                <a:ext cx="1963553" cy="1659371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US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80BF9CE3-47F7-97E0-029D-92E6941BA452}"/>
                  </a:ext>
                </a:extLst>
              </p:cNvPr>
              <p:cNvSpPr/>
              <p:nvPr/>
            </p:nvSpPr>
            <p:spPr>
              <a:xfrm>
                <a:off x="6593268" y="25368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   Wallet</a:t>
                </a: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CF4F37DD-E383-3E7B-74C8-1C727CA345B6}"/>
                  </a:ext>
                </a:extLst>
              </p:cNvPr>
              <p:cNvSpPr/>
              <p:nvPr/>
            </p:nvSpPr>
            <p:spPr>
              <a:xfrm>
                <a:off x="7229651" y="898992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📣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3E98C3D7-4F08-BBD7-CCBC-038F3D411166}"/>
                  </a:ext>
                </a:extLst>
              </p:cNvPr>
              <p:cNvSpPr/>
              <p:nvPr/>
            </p:nvSpPr>
            <p:spPr>
              <a:xfrm>
                <a:off x="7861924" y="898991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3200" baseline="-10000" dirty="0"/>
                  <a:t>📱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6662CC3C-A9DF-8060-6488-D97082131AAB}"/>
                  </a:ext>
                </a:extLst>
              </p:cNvPr>
              <p:cNvSpPr/>
              <p:nvPr/>
            </p:nvSpPr>
            <p:spPr>
              <a:xfrm>
                <a:off x="6589696" y="898992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 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31B314A-3B9D-D012-D91B-A9DD676460E6}"/>
                  </a:ext>
                </a:extLst>
              </p:cNvPr>
              <p:cNvSpPr txBox="1"/>
              <p:nvPr/>
            </p:nvSpPr>
            <p:spPr>
              <a:xfrm>
                <a:off x="6576210" y="769821"/>
                <a:ext cx="502683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44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🤵</a:t>
                </a:r>
                <a:endParaRPr lang="en-US" sz="4400"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6FC1E182-7680-5953-88BD-F4C13F5AD112}"/>
                  </a:ext>
                </a:extLst>
              </p:cNvPr>
              <p:cNvSpPr txBox="1"/>
              <p:nvPr/>
            </p:nvSpPr>
            <p:spPr>
              <a:xfrm>
                <a:off x="6606493" y="192605"/>
                <a:ext cx="57438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36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endParaRPr lang="en-US" sz="3600" dirty="0"/>
              </a:p>
            </p:txBody>
          </p:sp>
        </p:grpSp>
        <p:sp>
          <p:nvSpPr>
            <p:cNvPr id="82" name="Content Placeholder 2">
              <a:extLst>
                <a:ext uri="{FF2B5EF4-FFF2-40B4-BE49-F238E27FC236}">
                  <a16:creationId xmlns:a16="http://schemas.microsoft.com/office/drawing/2014/main" id="{C76335DF-6AAC-51FA-2E49-6E38271A9AB7}"/>
                </a:ext>
              </a:extLst>
            </p:cNvPr>
            <p:cNvSpPr txBox="1">
              <a:spLocks/>
            </p:cNvSpPr>
            <p:nvPr/>
          </p:nvSpPr>
          <p:spPr>
            <a:xfrm>
              <a:off x="9866770" y="1609173"/>
              <a:ext cx="2020661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owner’s phone</a:t>
              </a:r>
            </a:p>
          </p:txBody>
        </p:sp>
      </p:grpSp>
      <p:cxnSp>
        <p:nvCxnSpPr>
          <p:cNvPr id="21" name="Straight Arrow Connector 12">
            <a:extLst>
              <a:ext uri="{FF2B5EF4-FFF2-40B4-BE49-F238E27FC236}">
                <a16:creationId xmlns:a16="http://schemas.microsoft.com/office/drawing/2014/main" id="{1D0EF26B-2FF6-FA67-3362-760CFC2BB82F}"/>
              </a:ext>
            </a:extLst>
          </p:cNvPr>
          <p:cNvCxnSpPr>
            <a:cxnSpLocks/>
            <a:endCxn id="41" idx="1"/>
          </p:cNvCxnSpPr>
          <p:nvPr/>
        </p:nvCxnSpPr>
        <p:spPr>
          <a:xfrm flipV="1">
            <a:off x="7555832" y="3602835"/>
            <a:ext cx="1742488" cy="9729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4C6253F-EFCA-1DC1-F605-12CC929235C5}"/>
              </a:ext>
            </a:extLst>
          </p:cNvPr>
          <p:cNvGrpSpPr/>
          <p:nvPr/>
        </p:nvGrpSpPr>
        <p:grpSpPr>
          <a:xfrm>
            <a:off x="7689583" y="3731823"/>
            <a:ext cx="1563313" cy="400110"/>
            <a:chOff x="8926562" y="3216153"/>
            <a:chExt cx="1563313" cy="40011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DE8F662-7320-47EE-08B1-BB9DAD0FDF11}"/>
                </a:ext>
              </a:extLst>
            </p:cNvPr>
            <p:cNvSpPr txBox="1"/>
            <p:nvPr/>
          </p:nvSpPr>
          <p:spPr>
            <a:xfrm>
              <a:off x="9286562" y="3216153"/>
              <a:ext cx="120331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contact</a:t>
              </a:r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2A9469A6-6AB6-3D81-14DA-62B671A2FE2A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6</a:t>
              </a:r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DF741D12-AC16-293D-572B-DEFFE17C2AD8}"/>
              </a:ext>
            </a:extLst>
          </p:cNvPr>
          <p:cNvSpPr/>
          <p:nvPr/>
        </p:nvSpPr>
        <p:spPr>
          <a:xfrm>
            <a:off x="9298320" y="3083464"/>
            <a:ext cx="2502253" cy="1038741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owner’s contacts</a:t>
            </a:r>
          </a:p>
        </p:txBody>
      </p:sp>
      <p:cxnSp>
        <p:nvCxnSpPr>
          <p:cNvPr id="71" name="Straight Arrow Connector 12">
            <a:extLst>
              <a:ext uri="{FF2B5EF4-FFF2-40B4-BE49-F238E27FC236}">
                <a16:creationId xmlns:a16="http://schemas.microsoft.com/office/drawing/2014/main" id="{34014295-5B77-BE1F-53B2-FA468F42D2AF}"/>
              </a:ext>
            </a:extLst>
          </p:cNvPr>
          <p:cNvCxnSpPr>
            <a:cxnSpLocks/>
            <a:stCxn id="16" idx="0"/>
            <a:endCxn id="69" idx="1"/>
          </p:cNvCxnSpPr>
          <p:nvPr/>
        </p:nvCxnSpPr>
        <p:spPr>
          <a:xfrm rot="5400000" flipH="1" flipV="1">
            <a:off x="7915874" y="1635583"/>
            <a:ext cx="895500" cy="2031039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9D34C25E-898A-3531-635A-5BD6183B01C0}"/>
              </a:ext>
            </a:extLst>
          </p:cNvPr>
          <p:cNvSpPr txBox="1"/>
          <p:nvPr/>
        </p:nvSpPr>
        <p:spPr>
          <a:xfrm>
            <a:off x="9840245" y="3499599"/>
            <a:ext cx="6628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/>
              <a:t>🧕</a:t>
            </a:r>
            <a:endParaRPr lang="en-US" sz="48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E5A2519-4D42-907C-A9BA-C886532C0046}"/>
              </a:ext>
            </a:extLst>
          </p:cNvPr>
          <p:cNvSpPr txBox="1"/>
          <p:nvPr/>
        </p:nvSpPr>
        <p:spPr>
          <a:xfrm>
            <a:off x="10461909" y="3499601"/>
            <a:ext cx="10291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/>
              <a:t>👨‍💼</a:t>
            </a:r>
            <a:endParaRPr lang="en-US" sz="48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BA26BF5-778E-D8F6-79D7-E35327F1F178}"/>
              </a:ext>
            </a:extLst>
          </p:cNvPr>
          <p:cNvSpPr txBox="1"/>
          <p:nvPr/>
        </p:nvSpPr>
        <p:spPr>
          <a:xfrm>
            <a:off x="9224853" y="3499600"/>
            <a:ext cx="10291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/>
              <a:t>🧑‍💼</a:t>
            </a:r>
            <a:endParaRPr lang="en-US" sz="48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6CEA82D-87BA-F495-C6F9-5CA22608A436}"/>
              </a:ext>
            </a:extLst>
          </p:cNvPr>
          <p:cNvSpPr txBox="1"/>
          <p:nvPr/>
        </p:nvSpPr>
        <p:spPr>
          <a:xfrm>
            <a:off x="11049258" y="3499600"/>
            <a:ext cx="9349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/>
              <a:t>👩‍⚕️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90656037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7E77D-A2EC-57C1-5AB0-9EC696190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16CC0178-3078-9BBD-A846-A2D8B220FCA0}"/>
              </a:ext>
            </a:extLst>
          </p:cNvPr>
          <p:cNvSpPr/>
          <p:nvPr/>
        </p:nvSpPr>
        <p:spPr>
          <a:xfrm>
            <a:off x="7208043" y="610478"/>
            <a:ext cx="1086416" cy="203065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F3689C7-F5FA-8B3F-562B-A54CCF05FCE8}"/>
              </a:ext>
            </a:extLst>
          </p:cNvPr>
          <p:cNvGrpSpPr/>
          <p:nvPr/>
        </p:nvGrpSpPr>
        <p:grpSpPr>
          <a:xfrm>
            <a:off x="7239962" y="326965"/>
            <a:ext cx="1005166" cy="2261521"/>
            <a:chOff x="3200080" y="385707"/>
            <a:chExt cx="1005166" cy="226152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B1501AB-D266-335B-8918-000E0D39B171}"/>
                </a:ext>
              </a:extLst>
            </p:cNvPr>
            <p:cNvSpPr txBox="1"/>
            <p:nvPr/>
          </p:nvSpPr>
          <p:spPr>
            <a:xfrm>
              <a:off x="3200080" y="385707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8F5B687-1D94-D835-B043-F7CF3386DE85}"/>
                </a:ext>
              </a:extLst>
            </p:cNvPr>
            <p:cNvSpPr txBox="1"/>
            <p:nvPr/>
          </p:nvSpPr>
          <p:spPr>
            <a:xfrm flipH="1">
              <a:off x="3566678" y="1533236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26DA852-5682-7688-858B-590F3FBEB285}"/>
                </a:ext>
              </a:extLst>
            </p:cNvPr>
            <p:cNvSpPr txBox="1"/>
            <p:nvPr/>
          </p:nvSpPr>
          <p:spPr>
            <a:xfrm flipH="1">
              <a:off x="3566678" y="1311563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14" name="Content Placeholder 2">
              <a:extLst>
                <a:ext uri="{FF2B5EF4-FFF2-40B4-BE49-F238E27FC236}">
                  <a16:creationId xmlns:a16="http://schemas.microsoft.com/office/drawing/2014/main" id="{BC42F781-B829-9CF3-E035-1B245941AEDE}"/>
                </a:ext>
              </a:extLst>
            </p:cNvPr>
            <p:cNvSpPr txBox="1">
              <a:spLocks/>
            </p:cNvSpPr>
            <p:nvPr/>
          </p:nvSpPr>
          <p:spPr>
            <a:xfrm>
              <a:off x="3220784" y="2247118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buyer</a:t>
              </a: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9D50F25C-14CF-6E9E-EB31-6C88442CD1C8}"/>
              </a:ext>
            </a:extLst>
          </p:cNvPr>
          <p:cNvSpPr/>
          <p:nvPr/>
        </p:nvSpPr>
        <p:spPr>
          <a:xfrm>
            <a:off x="6746213" y="1644078"/>
            <a:ext cx="2008326" cy="51959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44000" tIns="144000" rIns="144000" bIns="144000" anchor="ctr"/>
          <a:lstStyle/>
          <a:p>
            <a:pPr algn="ctr"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💍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userable</a:t>
            </a:r>
          </a:p>
        </p:txBody>
      </p:sp>
      <p:cxnSp>
        <p:nvCxnSpPr>
          <p:cNvPr id="51" name="Straight Arrow Connector 12">
            <a:extLst>
              <a:ext uri="{FF2B5EF4-FFF2-40B4-BE49-F238E27FC236}">
                <a16:creationId xmlns:a16="http://schemas.microsoft.com/office/drawing/2014/main" id="{0AD3F179-644A-3B3E-B9BB-E8F219D646FE}"/>
              </a:ext>
            </a:extLst>
          </p:cNvPr>
          <p:cNvCxnSpPr>
            <a:cxnSpLocks/>
            <a:stCxn id="33" idx="1"/>
            <a:endCxn id="198" idx="1"/>
          </p:cNvCxnSpPr>
          <p:nvPr/>
        </p:nvCxnSpPr>
        <p:spPr>
          <a:xfrm flipH="1" flipV="1">
            <a:off x="4666759" y="1899438"/>
            <a:ext cx="2079454" cy="443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Straight Arrow Connector 12">
            <a:extLst>
              <a:ext uri="{FF2B5EF4-FFF2-40B4-BE49-F238E27FC236}">
                <a16:creationId xmlns:a16="http://schemas.microsoft.com/office/drawing/2014/main" id="{97AB28A5-F3DC-6627-8937-531D4B9D8B1E}"/>
              </a:ext>
            </a:extLst>
          </p:cNvPr>
          <p:cNvCxnSpPr>
            <a:cxnSpLocks/>
            <a:stCxn id="136" idx="3"/>
            <a:endCxn id="5" idx="1"/>
          </p:cNvCxnSpPr>
          <p:nvPr/>
        </p:nvCxnSpPr>
        <p:spPr>
          <a:xfrm flipV="1">
            <a:off x="2978331" y="4499351"/>
            <a:ext cx="4334623" cy="73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ED7C30A-006E-598A-2571-1D8B81DAB4AA}"/>
              </a:ext>
            </a:extLst>
          </p:cNvPr>
          <p:cNvGrpSpPr/>
          <p:nvPr/>
        </p:nvGrpSpPr>
        <p:grpSpPr>
          <a:xfrm>
            <a:off x="4919412" y="3082901"/>
            <a:ext cx="1893073" cy="1038741"/>
            <a:chOff x="6288851" y="5100898"/>
            <a:chExt cx="3689062" cy="1038741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C16E8F56-F866-B941-C0CC-903A0BA6B82A}"/>
                </a:ext>
              </a:extLst>
            </p:cNvPr>
            <p:cNvSpPr/>
            <p:nvPr/>
          </p:nvSpPr>
          <p:spPr>
            <a:xfrm>
              <a:off x="6429798" y="5498937"/>
              <a:ext cx="3417390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🪄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Wand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E33D7F17-03F6-14BB-7A2F-2179C881D49B}"/>
                </a:ext>
              </a:extLst>
            </p:cNvPr>
            <p:cNvSpPr/>
            <p:nvPr/>
          </p:nvSpPr>
          <p:spPr>
            <a:xfrm>
              <a:off x="6288851" y="5100898"/>
              <a:ext cx="3689062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🍏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brand bound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23817CA-056C-977A-318B-E13DC4C0E328}"/>
              </a:ext>
            </a:extLst>
          </p:cNvPr>
          <p:cNvGrpSpPr/>
          <p:nvPr/>
        </p:nvGrpSpPr>
        <p:grpSpPr>
          <a:xfrm>
            <a:off x="9373251" y="610478"/>
            <a:ext cx="1937537" cy="1038741"/>
            <a:chOff x="7507403" y="1006813"/>
            <a:chExt cx="691415" cy="1038741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1E879C91-9AA4-4A70-89C7-9F630A295F76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Identity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DAA98834-41CA-ED89-994C-DEE7A0ADE91A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 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buyer bound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8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88" name="Straight Arrow Connector 12">
            <a:extLst>
              <a:ext uri="{FF2B5EF4-FFF2-40B4-BE49-F238E27FC236}">
                <a16:creationId xmlns:a16="http://schemas.microsoft.com/office/drawing/2014/main" id="{C6B9BF8C-A97E-A81D-5B88-3EC9B2EC4208}"/>
              </a:ext>
            </a:extLst>
          </p:cNvPr>
          <p:cNvCxnSpPr>
            <a:cxnSpLocks/>
            <a:stCxn id="6" idx="0"/>
            <a:endCxn id="87" idx="2"/>
          </p:cNvCxnSpPr>
          <p:nvPr/>
        </p:nvCxnSpPr>
        <p:spPr>
          <a:xfrm flipH="1" flipV="1">
            <a:off x="10342020" y="1649219"/>
            <a:ext cx="2603" cy="272653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4B956AF8-0A01-E0CE-95A5-FE6C3F222622}"/>
              </a:ext>
            </a:extLst>
          </p:cNvPr>
          <p:cNvSpPr/>
          <p:nvPr/>
        </p:nvSpPr>
        <p:spPr>
          <a:xfrm>
            <a:off x="9826134" y="2899170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6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5B6AFAF4-C9D9-5EE1-56E4-779DFC5E42E3}"/>
              </a:ext>
            </a:extLst>
          </p:cNvPr>
          <p:cNvGrpSpPr/>
          <p:nvPr/>
        </p:nvGrpSpPr>
        <p:grpSpPr>
          <a:xfrm>
            <a:off x="5638616" y="2002805"/>
            <a:ext cx="1702660" cy="400110"/>
            <a:chOff x="8926562" y="3216153"/>
            <a:chExt cx="1702660" cy="400110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54BB287-0B06-55B7-B222-EAC00F38B84A}"/>
                </a:ext>
              </a:extLst>
            </p:cNvPr>
            <p:cNvSpPr txBox="1"/>
            <p:nvPr/>
          </p:nvSpPr>
          <p:spPr>
            <a:xfrm>
              <a:off x="9286562" y="3216153"/>
              <a:ext cx="13426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tap</a:t>
              </a:r>
            </a:p>
          </p:txBody>
        </p:sp>
        <p:sp>
          <p:nvSpPr>
            <p:cNvPr id="105" name="Rounded Rectangle 104">
              <a:extLst>
                <a:ext uri="{FF2B5EF4-FFF2-40B4-BE49-F238E27FC236}">
                  <a16:creationId xmlns:a16="http://schemas.microsoft.com/office/drawing/2014/main" id="{30A46FE4-B5A8-D76C-08DB-C628E43168DE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852B6805-70BB-7124-6776-142CB23DEACC}"/>
              </a:ext>
            </a:extLst>
          </p:cNvPr>
          <p:cNvSpPr txBox="1"/>
          <p:nvPr/>
        </p:nvSpPr>
        <p:spPr>
          <a:xfrm>
            <a:off x="6854167" y="1639255"/>
            <a:ext cx="304571" cy="175569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 </a:t>
            </a:r>
          </a:p>
        </p:txBody>
      </p:sp>
      <p:cxnSp>
        <p:nvCxnSpPr>
          <p:cNvPr id="147" name="Straight Arrow Connector 12">
            <a:extLst>
              <a:ext uri="{FF2B5EF4-FFF2-40B4-BE49-F238E27FC236}">
                <a16:creationId xmlns:a16="http://schemas.microsoft.com/office/drawing/2014/main" id="{94AB10D7-066C-FE07-6292-ECC93A6C6B19}"/>
              </a:ext>
            </a:extLst>
          </p:cNvPr>
          <p:cNvCxnSpPr>
            <a:cxnSpLocks/>
            <a:stCxn id="87" idx="1"/>
            <a:endCxn id="103" idx="3"/>
          </p:cNvCxnSpPr>
          <p:nvPr/>
        </p:nvCxnSpPr>
        <p:spPr>
          <a:xfrm flipH="1" flipV="1">
            <a:off x="8294460" y="1127806"/>
            <a:ext cx="1078791" cy="2043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6DF8145C-9AF0-B49D-1829-F57FCEC64F85}"/>
              </a:ext>
            </a:extLst>
          </p:cNvPr>
          <p:cNvGrpSpPr/>
          <p:nvPr/>
        </p:nvGrpSpPr>
        <p:grpSpPr>
          <a:xfrm>
            <a:off x="7312954" y="3979980"/>
            <a:ext cx="3825312" cy="1038741"/>
            <a:chOff x="7164906" y="3569071"/>
            <a:chExt cx="3825312" cy="103874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A8C4354-D657-9F38-A001-26D94F2A33FD}"/>
                </a:ext>
              </a:extLst>
            </p:cNvPr>
            <p:cNvGrpSpPr/>
            <p:nvPr/>
          </p:nvGrpSpPr>
          <p:grpSpPr>
            <a:xfrm>
              <a:off x="7164906" y="3569071"/>
              <a:ext cx="3825312" cy="1038741"/>
              <a:chOff x="6104399" y="5100898"/>
              <a:chExt cx="6776774" cy="1038741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EEAF113-3763-383B-78EE-41F35483A3E0}"/>
                  </a:ext>
                </a:extLst>
              </p:cNvPr>
              <p:cNvSpPr/>
              <p:nvPr/>
            </p:nvSpPr>
            <p:spPr>
              <a:xfrm>
                <a:off x="6258929" y="5490228"/>
                <a:ext cx="375912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🧳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Custodian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E8538A8-50E8-629A-F8E2-E2E01015A013}"/>
                  </a:ext>
                </a:extLst>
              </p:cNvPr>
              <p:cNvSpPr/>
              <p:nvPr/>
            </p:nvSpPr>
            <p:spPr>
              <a:xfrm>
                <a:off x="6104399" y="5100898"/>
                <a:ext cx="6776774" cy="1038741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GB" sz="2800" baseline="-11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buyer</a:t>
                </a: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bound</a:t>
                </a:r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88BCD4A-238E-A622-D0E5-1D2EFC3A6F71}"/>
                </a:ext>
              </a:extLst>
            </p:cNvPr>
            <p:cNvSpPr/>
            <p:nvPr/>
          </p:nvSpPr>
          <p:spPr>
            <a:xfrm>
              <a:off x="9484207" y="3964844"/>
              <a:ext cx="1424735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💳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Payer</a:t>
              </a: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07211AB3-DAA1-0791-4E9F-65D162CC47A2}"/>
              </a:ext>
            </a:extLst>
          </p:cNvPr>
          <p:cNvSpPr txBox="1"/>
          <p:nvPr/>
        </p:nvSpPr>
        <p:spPr>
          <a:xfrm>
            <a:off x="178670" y="6248084"/>
            <a:ext cx="7074052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Pay with the wearable on the seller’s device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BCCA931-9DE2-1BFD-5AB7-80C646E741E7}"/>
              </a:ext>
            </a:extLst>
          </p:cNvPr>
          <p:cNvSpPr txBox="1"/>
          <p:nvPr/>
        </p:nvSpPr>
        <p:spPr>
          <a:xfrm>
            <a:off x="4057311" y="1368039"/>
            <a:ext cx="18274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dirty="0"/>
              <a:t>   </a:t>
            </a: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688EC9E5-6BC6-C24F-A384-7A0103104B3E}"/>
              </a:ext>
            </a:extLst>
          </p:cNvPr>
          <p:cNvGrpSpPr/>
          <p:nvPr/>
        </p:nvGrpSpPr>
        <p:grpSpPr>
          <a:xfrm>
            <a:off x="2426666" y="2321518"/>
            <a:ext cx="1702660" cy="707886"/>
            <a:chOff x="8926562" y="3216153"/>
            <a:chExt cx="1702660" cy="707886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62DD536-12FB-2669-127B-D40959B702E4}"/>
                </a:ext>
              </a:extLst>
            </p:cNvPr>
            <p:cNvSpPr txBox="1"/>
            <p:nvPr/>
          </p:nvSpPr>
          <p:spPr>
            <a:xfrm>
              <a:off x="9286562" y="3216153"/>
              <a:ext cx="134266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total $</a:t>
              </a:r>
              <a:b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endPara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E5CBF481-797C-6399-EFE9-73A1CBBBC5F8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D01B220-5B98-4CD5-D4DE-D34107FA2A67}"/>
              </a:ext>
            </a:extLst>
          </p:cNvPr>
          <p:cNvGrpSpPr/>
          <p:nvPr/>
        </p:nvGrpSpPr>
        <p:grpSpPr>
          <a:xfrm>
            <a:off x="3108474" y="4586163"/>
            <a:ext cx="1702660" cy="400110"/>
            <a:chOff x="8926562" y="3216153"/>
            <a:chExt cx="1702660" cy="40011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F5EA765-8AF6-63F6-0DFD-01795E2D8DBF}"/>
                </a:ext>
              </a:extLst>
            </p:cNvPr>
            <p:cNvSpPr txBox="1"/>
            <p:nvPr/>
          </p:nvSpPr>
          <p:spPr>
            <a:xfrm>
              <a:off x="9286562" y="3216153"/>
              <a:ext cx="13426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charge $</a:t>
              </a: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0942838B-60D7-F837-0894-6145F173B105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cxnSp>
        <p:nvCxnSpPr>
          <p:cNvPr id="91" name="Straight Arrow Connector 12">
            <a:extLst>
              <a:ext uri="{FF2B5EF4-FFF2-40B4-BE49-F238E27FC236}">
                <a16:creationId xmlns:a16="http://schemas.microsoft.com/office/drawing/2014/main" id="{7C3453C8-31B6-9C38-1304-0D597E44E432}"/>
              </a:ext>
            </a:extLst>
          </p:cNvPr>
          <p:cNvCxnSpPr>
            <a:cxnSpLocks/>
            <a:stCxn id="103" idx="1"/>
            <a:endCxn id="209" idx="1"/>
          </p:cNvCxnSpPr>
          <p:nvPr/>
        </p:nvCxnSpPr>
        <p:spPr>
          <a:xfrm flipH="1" flipV="1">
            <a:off x="4670795" y="1118966"/>
            <a:ext cx="2537249" cy="884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73A96749-C267-246A-3362-28B64B66843B}"/>
              </a:ext>
            </a:extLst>
          </p:cNvPr>
          <p:cNvSpPr txBox="1"/>
          <p:nvPr/>
        </p:nvSpPr>
        <p:spPr>
          <a:xfrm>
            <a:off x="7208044" y="943140"/>
            <a:ext cx="1086416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dirty="0"/>
              <a:t>  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81CB3D7C-E958-91D4-E351-50498836DD3B}"/>
              </a:ext>
            </a:extLst>
          </p:cNvPr>
          <p:cNvGrpSpPr/>
          <p:nvPr/>
        </p:nvGrpSpPr>
        <p:grpSpPr>
          <a:xfrm>
            <a:off x="4855182" y="1235603"/>
            <a:ext cx="1702660" cy="400110"/>
            <a:chOff x="8926562" y="3216153"/>
            <a:chExt cx="1702660" cy="400110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371047BE-B94C-5F08-A8EB-4B14A7B3AAE5}"/>
                </a:ext>
              </a:extLst>
            </p:cNvPr>
            <p:cNvSpPr txBox="1"/>
            <p:nvPr/>
          </p:nvSpPr>
          <p:spPr>
            <a:xfrm>
              <a:off x="9286562" y="3216153"/>
              <a:ext cx="13426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accept $</a:t>
              </a:r>
            </a:p>
          </p:txBody>
        </p: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30569B61-4073-105B-8057-67BA007BE860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cxnSp>
        <p:nvCxnSpPr>
          <p:cNvPr id="141" name="Straight Arrow Connector 12">
            <a:extLst>
              <a:ext uri="{FF2B5EF4-FFF2-40B4-BE49-F238E27FC236}">
                <a16:creationId xmlns:a16="http://schemas.microsoft.com/office/drawing/2014/main" id="{0C9E8299-3236-E694-B74E-9573ECDCA591}"/>
              </a:ext>
            </a:extLst>
          </p:cNvPr>
          <p:cNvCxnSpPr>
            <a:cxnSpLocks/>
            <a:endCxn id="240" idx="3"/>
          </p:cNvCxnSpPr>
          <p:nvPr/>
        </p:nvCxnSpPr>
        <p:spPr>
          <a:xfrm rot="5400000" flipH="1" flipV="1">
            <a:off x="169291" y="2422627"/>
            <a:ext cx="2450069" cy="702345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6" name="Content Placeholder 2">
            <a:extLst>
              <a:ext uri="{FF2B5EF4-FFF2-40B4-BE49-F238E27FC236}">
                <a16:creationId xmlns:a16="http://schemas.microsoft.com/office/drawing/2014/main" id="{939EFDAF-3ECD-BA68-700B-14AC92B04D41}"/>
              </a:ext>
            </a:extLst>
          </p:cNvPr>
          <p:cNvSpPr txBox="1">
            <a:spLocks/>
          </p:cNvSpPr>
          <p:nvPr/>
        </p:nvSpPr>
        <p:spPr>
          <a:xfrm>
            <a:off x="8676690" y="3250461"/>
            <a:ext cx="1663943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authenticate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{context}</a:t>
            </a:r>
          </a:p>
        </p:txBody>
      </p: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16447F09-2CF3-8A62-B41F-03FCDE858565}"/>
              </a:ext>
            </a:extLst>
          </p:cNvPr>
          <p:cNvGrpSpPr/>
          <p:nvPr/>
        </p:nvGrpSpPr>
        <p:grpSpPr>
          <a:xfrm>
            <a:off x="10478872" y="5111995"/>
            <a:ext cx="938777" cy="411589"/>
            <a:chOff x="11401984" y="3525955"/>
            <a:chExt cx="938777" cy="411589"/>
          </a:xfrm>
        </p:grpSpPr>
        <p:sp>
          <p:nvSpPr>
            <p:cNvPr id="149" name="Rounded Rectangle 148">
              <a:extLst>
                <a:ext uri="{FF2B5EF4-FFF2-40B4-BE49-F238E27FC236}">
                  <a16:creationId xmlns:a16="http://schemas.microsoft.com/office/drawing/2014/main" id="{1C30166F-DB3A-9D6F-99C2-A141140BC20A}"/>
                </a:ext>
              </a:extLst>
            </p:cNvPr>
            <p:cNvSpPr/>
            <p:nvPr/>
          </p:nvSpPr>
          <p:spPr>
            <a:xfrm>
              <a:off x="11401984" y="3577544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50" name="Content Placeholder 2">
              <a:extLst>
                <a:ext uri="{FF2B5EF4-FFF2-40B4-BE49-F238E27FC236}">
                  <a16:creationId xmlns:a16="http://schemas.microsoft.com/office/drawing/2014/main" id="{A1B991E2-1ECD-F8F0-EA80-F14B7956FE0E}"/>
                </a:ext>
              </a:extLst>
            </p:cNvPr>
            <p:cNvSpPr txBox="1">
              <a:spLocks/>
            </p:cNvSpPr>
            <p:nvPr/>
          </p:nvSpPr>
          <p:spPr>
            <a:xfrm>
              <a:off x="11619443" y="3525955"/>
              <a:ext cx="72131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pay</a:t>
              </a:r>
            </a:p>
          </p:txBody>
        </p:sp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EF708CBB-AFDF-9F6E-79A4-CFE7EA9C1397}"/>
              </a:ext>
            </a:extLst>
          </p:cNvPr>
          <p:cNvGrpSpPr/>
          <p:nvPr/>
        </p:nvGrpSpPr>
        <p:grpSpPr>
          <a:xfrm>
            <a:off x="1178918" y="3463522"/>
            <a:ext cx="1257711" cy="410216"/>
            <a:chOff x="10449108" y="6213005"/>
            <a:chExt cx="1257711" cy="410216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23634483-9E06-7AB6-C652-21910627E732}"/>
                </a:ext>
              </a:extLst>
            </p:cNvPr>
            <p:cNvSpPr txBox="1"/>
            <p:nvPr/>
          </p:nvSpPr>
          <p:spPr>
            <a:xfrm>
              <a:off x="10809108" y="6213005"/>
              <a:ext cx="89771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paid</a:t>
              </a:r>
            </a:p>
          </p:txBody>
        </p:sp>
        <p:sp>
          <p:nvSpPr>
            <p:cNvPr id="158" name="Rounded Rectangle 157">
              <a:extLst>
                <a:ext uri="{FF2B5EF4-FFF2-40B4-BE49-F238E27FC236}">
                  <a16:creationId xmlns:a16="http://schemas.microsoft.com/office/drawing/2014/main" id="{DDE8A28B-67F3-5CC6-F7FD-B46720C1C5E5}"/>
                </a:ext>
              </a:extLst>
            </p:cNvPr>
            <p:cNvSpPr/>
            <p:nvPr/>
          </p:nvSpPr>
          <p:spPr>
            <a:xfrm>
              <a:off x="10449108" y="6263221"/>
              <a:ext cx="360000" cy="360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cxnSp>
        <p:nvCxnSpPr>
          <p:cNvPr id="169" name="Straight Arrow Connector 12">
            <a:extLst>
              <a:ext uri="{FF2B5EF4-FFF2-40B4-BE49-F238E27FC236}">
                <a16:creationId xmlns:a16="http://schemas.microsoft.com/office/drawing/2014/main" id="{9F0DDD65-F772-28B0-9624-698389F9F77E}"/>
              </a:ext>
            </a:extLst>
          </p:cNvPr>
          <p:cNvCxnSpPr>
            <a:cxnSpLocks/>
            <a:stCxn id="274" idx="0"/>
            <a:endCxn id="65" idx="1"/>
          </p:cNvCxnSpPr>
          <p:nvPr/>
        </p:nvCxnSpPr>
        <p:spPr>
          <a:xfrm rot="5400000" flipH="1" flipV="1">
            <a:off x="3660528" y="2731553"/>
            <a:ext cx="388164" cy="2129603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0441412B-8DDA-CDF9-1114-4CC2C8999051}"/>
              </a:ext>
            </a:extLst>
          </p:cNvPr>
          <p:cNvSpPr txBox="1"/>
          <p:nvPr/>
        </p:nvSpPr>
        <p:spPr>
          <a:xfrm flipH="1">
            <a:off x="4289681" y="1714772"/>
            <a:ext cx="377078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endParaRPr lang="en-US" dirty="0" err="1"/>
          </a:p>
        </p:txBody>
      </p:sp>
      <p:cxnSp>
        <p:nvCxnSpPr>
          <p:cNvPr id="204" name="Straight Arrow Connector 12">
            <a:extLst>
              <a:ext uri="{FF2B5EF4-FFF2-40B4-BE49-F238E27FC236}">
                <a16:creationId xmlns:a16="http://schemas.microsoft.com/office/drawing/2014/main" id="{26477B15-D8E8-E4A1-12EE-42CA1807D39D}"/>
              </a:ext>
            </a:extLst>
          </p:cNvPr>
          <p:cNvCxnSpPr>
            <a:cxnSpLocks/>
          </p:cNvCxnSpPr>
          <p:nvPr/>
        </p:nvCxnSpPr>
        <p:spPr>
          <a:xfrm>
            <a:off x="2299073" y="2215880"/>
            <a:ext cx="0" cy="176410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D9945DD0-4E61-E083-A0A9-53E7037FF8C6}"/>
              </a:ext>
            </a:extLst>
          </p:cNvPr>
          <p:cNvSpPr txBox="1"/>
          <p:nvPr/>
        </p:nvSpPr>
        <p:spPr>
          <a:xfrm flipH="1">
            <a:off x="4293717" y="934300"/>
            <a:ext cx="377078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endParaRPr lang="en-US" dirty="0" err="1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9D508E32-1505-B663-EBD4-A2CBA61B44FD}"/>
              </a:ext>
            </a:extLst>
          </p:cNvPr>
          <p:cNvSpPr txBox="1"/>
          <p:nvPr/>
        </p:nvSpPr>
        <p:spPr>
          <a:xfrm flipH="1">
            <a:off x="1814615" y="1846548"/>
            <a:ext cx="377078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endParaRPr lang="en-US" dirty="0" err="1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8E930381-3612-E11F-3DF9-47CA02CB31B5}"/>
              </a:ext>
            </a:extLst>
          </p:cNvPr>
          <p:cNvSpPr txBox="1"/>
          <p:nvPr/>
        </p:nvSpPr>
        <p:spPr>
          <a:xfrm flipH="1">
            <a:off x="1745498" y="1364098"/>
            <a:ext cx="377078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endParaRPr lang="en-US" dirty="0" err="1"/>
          </a:p>
        </p:txBody>
      </p: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65530352-246E-6A49-EDF3-BF67E8EA1F3B}"/>
              </a:ext>
            </a:extLst>
          </p:cNvPr>
          <p:cNvGrpSpPr/>
          <p:nvPr/>
        </p:nvGrpSpPr>
        <p:grpSpPr>
          <a:xfrm>
            <a:off x="618671" y="3992721"/>
            <a:ext cx="2359660" cy="1014729"/>
            <a:chOff x="366123" y="3755987"/>
            <a:chExt cx="2359660" cy="1014729"/>
          </a:xfrm>
        </p:grpSpPr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7D062D08-3547-0788-9164-DA18B2FC484E}"/>
                </a:ext>
              </a:extLst>
            </p:cNvPr>
            <p:cNvGrpSpPr/>
            <p:nvPr/>
          </p:nvGrpSpPr>
          <p:grpSpPr>
            <a:xfrm>
              <a:off x="366123" y="3755987"/>
              <a:ext cx="2359660" cy="1014729"/>
              <a:chOff x="10632003" y="473441"/>
              <a:chExt cx="2359660" cy="1014729"/>
            </a:xfrm>
          </p:grpSpPr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7F872E4F-ED35-DAFD-1EDB-7804A09343FE}"/>
                  </a:ext>
                </a:extLst>
              </p:cNvPr>
              <p:cNvSpPr/>
              <p:nvPr/>
            </p:nvSpPr>
            <p:spPr>
              <a:xfrm>
                <a:off x="10651188" y="473441"/>
                <a:ext cx="2340475" cy="1014729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 rIns="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    seller bound</a:t>
                </a:r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659EBB1C-3E7A-3717-69CE-3A9B60AE4D92}"/>
                  </a:ext>
                </a:extLst>
              </p:cNvPr>
              <p:cNvSpPr txBox="1"/>
              <p:nvPr/>
            </p:nvSpPr>
            <p:spPr>
              <a:xfrm>
                <a:off x="10632003" y="511214"/>
                <a:ext cx="5250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🧕</a:t>
                </a:r>
                <a:endParaRPr lang="en-US" sz="2400" dirty="0"/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3989065E-ED87-799D-13BB-CE38259A01ED}"/>
                  </a:ext>
                </a:extLst>
              </p:cNvPr>
              <p:cNvSpPr/>
              <p:nvPr/>
            </p:nvSpPr>
            <p:spPr>
              <a:xfrm>
                <a:off x="10746378" y="842376"/>
                <a:ext cx="629013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 algn="ctr"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🏦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 </a:t>
                </a:r>
              </a:p>
            </p:txBody>
          </p:sp>
        </p:grp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A4B84FF4-BEC5-DF76-B134-F4F2B3DBF7C0}"/>
                </a:ext>
              </a:extLst>
            </p:cNvPr>
            <p:cNvSpPr/>
            <p:nvPr/>
          </p:nvSpPr>
          <p:spPr>
            <a:xfrm>
              <a:off x="1192096" y="4131027"/>
              <a:ext cx="1456624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💵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Seller</a:t>
              </a:r>
            </a:p>
          </p:txBody>
        </p:sp>
      </p:grpSp>
      <p:cxnSp>
        <p:nvCxnSpPr>
          <p:cNvPr id="220" name="Straight Arrow Connector 12">
            <a:extLst>
              <a:ext uri="{FF2B5EF4-FFF2-40B4-BE49-F238E27FC236}">
                <a16:creationId xmlns:a16="http://schemas.microsoft.com/office/drawing/2014/main" id="{528A4D39-B3AE-C68C-FF64-AD6DDC4CB149}"/>
              </a:ext>
            </a:extLst>
          </p:cNvPr>
          <p:cNvCxnSpPr>
            <a:cxnSpLocks/>
            <a:stCxn id="6" idx="2"/>
            <a:endCxn id="140" idx="2"/>
          </p:cNvCxnSpPr>
          <p:nvPr/>
        </p:nvCxnSpPr>
        <p:spPr>
          <a:xfrm rot="5400000" flipH="1">
            <a:off x="5689039" y="282353"/>
            <a:ext cx="14097" cy="9297070"/>
          </a:xfrm>
          <a:prstGeom prst="bentConnector3">
            <a:avLst>
              <a:gd name="adj1" fmla="val -4895751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4" name="TextBox 273">
            <a:extLst>
              <a:ext uri="{FF2B5EF4-FFF2-40B4-BE49-F238E27FC236}">
                <a16:creationId xmlns:a16="http://schemas.microsoft.com/office/drawing/2014/main" id="{B72F15CE-7723-EC89-2BAD-AEF816D0FD06}"/>
              </a:ext>
            </a:extLst>
          </p:cNvPr>
          <p:cNvSpPr txBox="1"/>
          <p:nvPr/>
        </p:nvSpPr>
        <p:spPr>
          <a:xfrm>
            <a:off x="2637523" y="3990436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4D6F2722-94D5-4000-7C2D-A1503D271777}"/>
              </a:ext>
            </a:extLst>
          </p:cNvPr>
          <p:cNvGrpSpPr/>
          <p:nvPr/>
        </p:nvGrpSpPr>
        <p:grpSpPr>
          <a:xfrm>
            <a:off x="3115660" y="3703112"/>
            <a:ext cx="1702660" cy="400110"/>
            <a:chOff x="8926562" y="3216153"/>
            <a:chExt cx="1702660" cy="400110"/>
          </a:xfrm>
        </p:grpSpPr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59CF2289-0C6F-A8F5-37C2-7435A7F6EBB8}"/>
                </a:ext>
              </a:extLst>
            </p:cNvPr>
            <p:cNvSpPr txBox="1"/>
            <p:nvPr/>
          </p:nvSpPr>
          <p:spPr>
            <a:xfrm>
              <a:off x="9286562" y="3216153"/>
              <a:ext cx="13426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translate</a:t>
              </a:r>
            </a:p>
          </p:txBody>
        </p:sp>
        <p:sp>
          <p:nvSpPr>
            <p:cNvPr id="280" name="Rounded Rectangle 279">
              <a:extLst>
                <a:ext uri="{FF2B5EF4-FFF2-40B4-BE49-F238E27FC236}">
                  <a16:creationId xmlns:a16="http://schemas.microsoft.com/office/drawing/2014/main" id="{4394D3BD-F1D9-AFA4-C843-281C41CE7179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cxnSp>
        <p:nvCxnSpPr>
          <p:cNvPr id="285" name="Straight Arrow Connector 12">
            <a:extLst>
              <a:ext uri="{FF2B5EF4-FFF2-40B4-BE49-F238E27FC236}">
                <a16:creationId xmlns:a16="http://schemas.microsoft.com/office/drawing/2014/main" id="{7E16B3B5-6294-656A-8D2D-10FDF840FE9E}"/>
              </a:ext>
            </a:extLst>
          </p:cNvPr>
          <p:cNvCxnSpPr>
            <a:cxnSpLocks/>
            <a:stCxn id="184" idx="0"/>
            <a:endCxn id="292" idx="0"/>
          </p:cNvCxnSpPr>
          <p:nvPr/>
        </p:nvCxnSpPr>
        <p:spPr>
          <a:xfrm rot="5400000" flipH="1" flipV="1">
            <a:off x="5323207" y="-1511548"/>
            <a:ext cx="312161" cy="4540450"/>
          </a:xfrm>
          <a:prstGeom prst="bentConnector3">
            <a:avLst>
              <a:gd name="adj1" fmla="val 173231"/>
            </a:avLst>
          </a:prstGeom>
          <a:ln>
            <a:solidFill>
              <a:schemeClr val="bg1">
                <a:lumMod val="50000"/>
                <a:lumOff val="50000"/>
              </a:schemeClr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8" name="Rounded Rectangle 287">
            <a:extLst>
              <a:ext uri="{FF2B5EF4-FFF2-40B4-BE49-F238E27FC236}">
                <a16:creationId xmlns:a16="http://schemas.microsoft.com/office/drawing/2014/main" id="{24CF3F80-B4C2-B32C-220F-0B45258B0147}"/>
              </a:ext>
            </a:extLst>
          </p:cNvPr>
          <p:cNvSpPr/>
          <p:nvPr/>
        </p:nvSpPr>
        <p:spPr>
          <a:xfrm>
            <a:off x="3319849" y="489811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6DB618E5-13BE-9688-4BE0-9423FECB6272}"/>
              </a:ext>
            </a:extLst>
          </p:cNvPr>
          <p:cNvSpPr txBox="1"/>
          <p:nvPr/>
        </p:nvSpPr>
        <p:spPr>
          <a:xfrm>
            <a:off x="4193191" y="514548"/>
            <a:ext cx="492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🛍️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EF8A03D1-C17A-540F-F7E8-FB5F06B34BA7}"/>
              </a:ext>
            </a:extLst>
          </p:cNvPr>
          <p:cNvSpPr txBox="1"/>
          <p:nvPr/>
        </p:nvSpPr>
        <p:spPr>
          <a:xfrm>
            <a:off x="7597226" y="602596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9E973E35-CA24-218F-003D-15174B99E964}"/>
              </a:ext>
            </a:extLst>
          </p:cNvPr>
          <p:cNvSpPr txBox="1"/>
          <p:nvPr/>
        </p:nvSpPr>
        <p:spPr>
          <a:xfrm>
            <a:off x="3688885" y="466019"/>
            <a:ext cx="13426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E8F24E-BB87-1C64-2594-BB222E4CB177}"/>
              </a:ext>
            </a:extLst>
          </p:cNvPr>
          <p:cNvSpPr txBox="1"/>
          <p:nvPr/>
        </p:nvSpPr>
        <p:spPr>
          <a:xfrm>
            <a:off x="2762158" y="1461983"/>
            <a:ext cx="5560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🧕</a:t>
            </a:r>
            <a:endParaRPr lang="en-US" sz="48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6F656F6-555E-21DF-C8E3-E81349F8AA55}"/>
              </a:ext>
            </a:extLst>
          </p:cNvPr>
          <p:cNvGrpSpPr/>
          <p:nvPr/>
        </p:nvGrpSpPr>
        <p:grpSpPr>
          <a:xfrm>
            <a:off x="1675113" y="866272"/>
            <a:ext cx="2996989" cy="1661493"/>
            <a:chOff x="1675113" y="908217"/>
            <a:chExt cx="2996989" cy="1661493"/>
          </a:xfrm>
        </p:grpSpPr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AE6B46DD-4C34-3326-1808-E75ACDF3BE5F}"/>
                </a:ext>
              </a:extLst>
            </p:cNvPr>
            <p:cNvGrpSpPr/>
            <p:nvPr/>
          </p:nvGrpSpPr>
          <p:grpSpPr>
            <a:xfrm>
              <a:off x="1675113" y="956702"/>
              <a:ext cx="2996989" cy="1613008"/>
              <a:chOff x="2811628" y="1815992"/>
              <a:chExt cx="2996989" cy="1613008"/>
            </a:xfrm>
          </p:grpSpPr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0087FD1D-3700-2BA6-E8C0-8CA6AABB18FE}"/>
                  </a:ext>
                </a:extLst>
              </p:cNvPr>
              <p:cNvSpPr/>
              <p:nvPr/>
            </p:nvSpPr>
            <p:spPr>
              <a:xfrm>
                <a:off x="2882537" y="1815992"/>
                <a:ext cx="2926080" cy="1293643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BA97F2BD-987F-4655-D73B-D2524361FAD3}"/>
                  </a:ext>
                </a:extLst>
              </p:cNvPr>
              <p:cNvGrpSpPr/>
              <p:nvPr/>
            </p:nvGrpSpPr>
            <p:grpSpPr>
              <a:xfrm>
                <a:off x="3007243" y="1822277"/>
                <a:ext cx="2801374" cy="1288374"/>
                <a:chOff x="464455" y="426077"/>
                <a:chExt cx="3374193" cy="1288374"/>
              </a:xfrm>
            </p:grpSpPr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F2C8E74B-3A01-0281-0996-EFA817897A3A}"/>
                    </a:ext>
                  </a:extLst>
                </p:cNvPr>
                <p:cNvSpPr txBox="1"/>
                <p:nvPr/>
              </p:nvSpPr>
              <p:spPr>
                <a:xfrm flipH="1">
                  <a:off x="3566678" y="1345119"/>
                  <a:ext cx="271970" cy="369332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GB" dirty="0"/>
                    <a:t>     </a:t>
                  </a:r>
                </a:p>
              </p:txBody>
            </p:sp>
            <p:sp>
              <p:nvSpPr>
                <p:cNvPr id="192" name="Content Placeholder 2">
                  <a:extLst>
                    <a:ext uri="{FF2B5EF4-FFF2-40B4-BE49-F238E27FC236}">
                      <a16:creationId xmlns:a16="http://schemas.microsoft.com/office/drawing/2014/main" id="{D2C537EF-75C2-02B8-998A-37D8B0D2FFE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64455" y="426077"/>
                  <a:ext cx="962007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Amazon Ember" panose="020B0603020204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Wingdings" panose="05000000000000000000" pitchFamily="2" charset="2"/>
                    <a:buChar char="§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Amazon Ember" panose="020B0603020204020204" pitchFamily="34" charset="0"/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9144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lnSpc>
                      <a:spcPct val="100000"/>
                    </a:lnSpc>
                    <a:spcAft>
                      <a:spcPts val="600"/>
                    </a:spcAft>
                    <a:buNone/>
                  </a:pPr>
                  <a:r>
                    <a:rPr lang="en-US" sz="2000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seller</a:t>
                  </a:r>
                </a:p>
              </p:txBody>
            </p:sp>
          </p:grp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179345A5-3E9D-2C25-5439-797E91650EAA}"/>
                  </a:ext>
                </a:extLst>
              </p:cNvPr>
              <p:cNvSpPr/>
              <p:nvPr/>
            </p:nvSpPr>
            <p:spPr>
              <a:xfrm>
                <a:off x="3929896" y="2468285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    Wallet</a:t>
                </a:r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7EF93420-BB3D-9AD6-D305-674BD4D39549}"/>
                  </a:ext>
                </a:extLst>
              </p:cNvPr>
              <p:cNvSpPr/>
              <p:nvPr/>
            </p:nvSpPr>
            <p:spPr>
              <a:xfrm>
                <a:off x="4566279" y="1902858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📣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72342A61-214C-0D6F-33AA-3AD2440C5DA5}"/>
                  </a:ext>
                </a:extLst>
              </p:cNvPr>
              <p:cNvSpPr/>
              <p:nvPr/>
            </p:nvSpPr>
            <p:spPr>
              <a:xfrm>
                <a:off x="5198552" y="1902858"/>
                <a:ext cx="530040" cy="471542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3200" baseline="-10000" dirty="0"/>
                  <a:t>📱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C05F13E9-03F1-397B-9DCA-A93E7352B467}"/>
                  </a:ext>
                </a:extLst>
              </p:cNvPr>
              <p:cNvSpPr/>
              <p:nvPr/>
            </p:nvSpPr>
            <p:spPr>
              <a:xfrm>
                <a:off x="3926324" y="1902858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DE85C9D9-DBD6-2967-156F-FD5AFB65F595}"/>
                  </a:ext>
                </a:extLst>
              </p:cNvPr>
              <p:cNvSpPr txBox="1"/>
              <p:nvPr/>
            </p:nvSpPr>
            <p:spPr>
              <a:xfrm>
                <a:off x="2811628" y="2228671"/>
                <a:ext cx="1134282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7200" dirty="0"/>
                  <a:t>🧕 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71C2272-6A61-661D-DE49-6AAC781EF369}"/>
                </a:ext>
              </a:extLst>
            </p:cNvPr>
            <p:cNvSpPr txBox="1"/>
            <p:nvPr/>
          </p:nvSpPr>
          <p:spPr>
            <a:xfrm>
              <a:off x="2786666" y="908217"/>
              <a:ext cx="502683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🤵</a:t>
              </a:r>
              <a:endParaRPr lang="en-US" sz="4400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0761D57-2735-F5CA-868A-80D9F2CD72CC}"/>
              </a:ext>
            </a:extLst>
          </p:cNvPr>
          <p:cNvSpPr txBox="1"/>
          <p:nvPr/>
        </p:nvSpPr>
        <p:spPr>
          <a:xfrm>
            <a:off x="2749991" y="1385761"/>
            <a:ext cx="6574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🧕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3076366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52DB6-1F67-FCF1-F028-CE9E5E2AF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F54DE7-06FA-8AB3-3470-DAAD20180FCF}"/>
              </a:ext>
            </a:extLst>
          </p:cNvPr>
          <p:cNvSpPr/>
          <p:nvPr/>
        </p:nvSpPr>
        <p:spPr>
          <a:xfrm>
            <a:off x="743356" y="679893"/>
            <a:ext cx="1086416" cy="199621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300D76D-0E78-E374-A0DC-F19BD90F1F1C}"/>
              </a:ext>
            </a:extLst>
          </p:cNvPr>
          <p:cNvGrpSpPr/>
          <p:nvPr/>
        </p:nvGrpSpPr>
        <p:grpSpPr>
          <a:xfrm>
            <a:off x="775275" y="706448"/>
            <a:ext cx="1005166" cy="1476760"/>
            <a:chOff x="3200080" y="425808"/>
            <a:chExt cx="1005166" cy="147676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22D6202-3112-A539-DB4E-65C8153C1233}"/>
                </a:ext>
              </a:extLst>
            </p:cNvPr>
            <p:cNvSpPr txBox="1"/>
            <p:nvPr/>
          </p:nvSpPr>
          <p:spPr>
            <a:xfrm>
              <a:off x="3200080" y="429252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0E62BF7-2472-B302-1056-AD4B751304D5}"/>
                </a:ext>
              </a:extLst>
            </p:cNvPr>
            <p:cNvSpPr txBox="1"/>
            <p:nvPr/>
          </p:nvSpPr>
          <p:spPr>
            <a:xfrm flipH="1">
              <a:off x="3566678" y="1533236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6B16458-CAB2-085A-F6EC-E2EA29D67CF6}"/>
                </a:ext>
              </a:extLst>
            </p:cNvPr>
            <p:cNvSpPr txBox="1"/>
            <p:nvPr/>
          </p:nvSpPr>
          <p:spPr>
            <a:xfrm flipH="1">
              <a:off x="3566678" y="1311563"/>
              <a:ext cx="271970" cy="3693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l"/>
              <a:r>
                <a:rPr lang="en-GB" dirty="0"/>
                <a:t>     </a:t>
              </a:r>
            </a:p>
          </p:txBody>
        </p:sp>
        <p:sp>
          <p:nvSpPr>
            <p:cNvPr id="7" name="Content Placeholder 2">
              <a:extLst>
                <a:ext uri="{FF2B5EF4-FFF2-40B4-BE49-F238E27FC236}">
                  <a16:creationId xmlns:a16="http://schemas.microsoft.com/office/drawing/2014/main" id="{F2ED8322-AF4F-D8CA-5948-60EFC4186E83}"/>
                </a:ext>
              </a:extLst>
            </p:cNvPr>
            <p:cNvSpPr txBox="1">
              <a:spLocks/>
            </p:cNvSpPr>
            <p:nvPr/>
          </p:nvSpPr>
          <p:spPr>
            <a:xfrm>
              <a:off x="3228625" y="425808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buyer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C1E53D56-25A7-9F76-15D7-8C7A84C563FF}"/>
              </a:ext>
            </a:extLst>
          </p:cNvPr>
          <p:cNvSpPr/>
          <p:nvPr/>
        </p:nvSpPr>
        <p:spPr>
          <a:xfrm>
            <a:off x="372814" y="2035714"/>
            <a:ext cx="1825751" cy="51959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44000" tIns="144000" rIns="144000" bIns="144000" anchor="ctr"/>
          <a:lstStyle/>
          <a:p>
            <a:pPr algn="ctr"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💍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userable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5BAA0E-60BB-26D2-A1EC-F06F797C0710}"/>
              </a:ext>
            </a:extLst>
          </p:cNvPr>
          <p:cNvSpPr txBox="1"/>
          <p:nvPr/>
        </p:nvSpPr>
        <p:spPr>
          <a:xfrm>
            <a:off x="389480" y="1978637"/>
            <a:ext cx="304571" cy="175569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342E0E-B75F-162E-653F-FC9CDEDFFF85}"/>
              </a:ext>
            </a:extLst>
          </p:cNvPr>
          <p:cNvSpPr txBox="1"/>
          <p:nvPr/>
        </p:nvSpPr>
        <p:spPr>
          <a:xfrm>
            <a:off x="743357" y="1439276"/>
            <a:ext cx="1086416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dirty="0"/>
              <a:t>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663C13-B9A8-6CFD-DE51-1DCC24DDE77C}"/>
              </a:ext>
            </a:extLst>
          </p:cNvPr>
          <p:cNvSpPr txBox="1"/>
          <p:nvPr/>
        </p:nvSpPr>
        <p:spPr>
          <a:xfrm>
            <a:off x="1132539" y="941978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88BBD95-D9BC-7A24-01E0-46EA3190FFEB}"/>
              </a:ext>
            </a:extLst>
          </p:cNvPr>
          <p:cNvSpPr txBox="1"/>
          <p:nvPr/>
        </p:nvSpPr>
        <p:spPr>
          <a:xfrm>
            <a:off x="178670" y="6248084"/>
            <a:ext cx="5325176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Pay with the wearable on a kiosk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2F44A8C-75C7-2F49-0A17-04A2E7EBE19B}"/>
              </a:ext>
            </a:extLst>
          </p:cNvPr>
          <p:cNvGrpSpPr/>
          <p:nvPr/>
        </p:nvGrpSpPr>
        <p:grpSpPr>
          <a:xfrm>
            <a:off x="3380273" y="293165"/>
            <a:ext cx="1997631" cy="3595441"/>
            <a:chOff x="7448681" y="1341363"/>
            <a:chExt cx="1997631" cy="3595441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387BB74A-6754-92BA-2C87-BBC8FDB10353}"/>
                </a:ext>
              </a:extLst>
            </p:cNvPr>
            <p:cNvSpPr/>
            <p:nvPr/>
          </p:nvSpPr>
          <p:spPr>
            <a:xfrm>
              <a:off x="7448681" y="1341363"/>
              <a:ext cx="1997631" cy="3595441"/>
            </a:xfrm>
            <a:prstGeom prst="rect">
              <a:avLst/>
            </a:prstGeom>
            <a:solidFill>
              <a:srgbClr val="252525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🏪 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kiosk 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1473BAB-A760-67C1-1D79-A687E5CA97EA}"/>
                </a:ext>
              </a:extLst>
            </p:cNvPr>
            <p:cNvSpPr/>
            <p:nvPr/>
          </p:nvSpPr>
          <p:spPr>
            <a:xfrm>
              <a:off x="7547523" y="2387553"/>
              <a:ext cx="1790132" cy="56218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44000" rIns="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🖥️  </a:t>
              </a:r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Touch</a:t>
              </a: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D5FD6FFC-FCBA-9713-E9E4-E5CD135F28E2}"/>
                </a:ext>
              </a:extLst>
            </p:cNvPr>
            <p:cNvGrpSpPr/>
            <p:nvPr/>
          </p:nvGrpSpPr>
          <p:grpSpPr>
            <a:xfrm>
              <a:off x="7505409" y="2873100"/>
              <a:ext cx="1839932" cy="1455878"/>
              <a:chOff x="7409159" y="2873100"/>
              <a:chExt cx="1839932" cy="1455878"/>
            </a:xfrm>
          </p:grpSpPr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436B326B-1C23-6F1B-02DD-254E8A03E5B2}"/>
                  </a:ext>
                </a:extLst>
              </p:cNvPr>
              <p:cNvSpPr/>
              <p:nvPr/>
            </p:nvSpPr>
            <p:spPr>
              <a:xfrm>
                <a:off x="7450395" y="3044965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    Wallet</a:t>
                </a: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1873CA66-CDF3-6955-B688-FEEDD6B0599D}"/>
                  </a:ext>
                </a:extLst>
              </p:cNvPr>
              <p:cNvSpPr/>
              <p:nvPr/>
            </p:nvSpPr>
            <p:spPr>
              <a:xfrm>
                <a:off x="8086778" y="3690271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📣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66DB549C-2D91-FD6C-3619-903196F2D600}"/>
                  </a:ext>
                </a:extLst>
              </p:cNvPr>
              <p:cNvSpPr/>
              <p:nvPr/>
            </p:nvSpPr>
            <p:spPr>
              <a:xfrm>
                <a:off x="8719051" y="3690270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3200" baseline="-10000" dirty="0"/>
                  <a:t>📱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95DB4FAE-23BF-60A3-F41D-25A6EAD30F41}"/>
                  </a:ext>
                </a:extLst>
              </p:cNvPr>
              <p:cNvSpPr/>
              <p:nvPr/>
            </p:nvSpPr>
            <p:spPr>
              <a:xfrm>
                <a:off x="7446823" y="3690271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E8A7BC3A-898D-6858-7098-79C2DF18F8CD}"/>
                  </a:ext>
                </a:extLst>
              </p:cNvPr>
              <p:cNvSpPr txBox="1"/>
              <p:nvPr/>
            </p:nvSpPr>
            <p:spPr>
              <a:xfrm>
                <a:off x="7409159" y="2873100"/>
                <a:ext cx="65749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54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🧕</a:t>
                </a:r>
                <a:endParaRPr lang="en-US" sz="5400" dirty="0"/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5F5055F-484F-B6EF-06FE-FEC8195E5507}"/>
                  </a:ext>
                </a:extLst>
              </p:cNvPr>
              <p:cNvSpPr txBox="1"/>
              <p:nvPr/>
            </p:nvSpPr>
            <p:spPr>
              <a:xfrm>
                <a:off x="7430010" y="3559537"/>
                <a:ext cx="502683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44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🤵</a:t>
                </a:r>
                <a:endParaRPr lang="en-US" sz="4400" dirty="0"/>
              </a:p>
            </p:txBody>
          </p:sp>
        </p:grp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0318862-6BFB-9757-884D-60B584D77C7A}"/>
                </a:ext>
              </a:extLst>
            </p:cNvPr>
            <p:cNvSpPr/>
            <p:nvPr/>
          </p:nvSpPr>
          <p:spPr>
            <a:xfrm>
              <a:off x="7543073" y="1728091"/>
              <a:ext cx="1790132" cy="56218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44000" rIns="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📷  </a:t>
              </a:r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Camera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BD2F8FCD-FE4A-AC22-98B5-AAD4CF098A2F}"/>
                </a:ext>
              </a:extLst>
            </p:cNvPr>
            <p:cNvSpPr/>
            <p:nvPr/>
          </p:nvSpPr>
          <p:spPr>
            <a:xfrm>
              <a:off x="7543073" y="4263954"/>
              <a:ext cx="1801600" cy="56218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44000" rIns="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✨ </a:t>
              </a:r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Scanner</a:t>
              </a:r>
            </a:p>
          </p:txBody>
        </p:sp>
      </p:grpSp>
      <p:cxnSp>
        <p:nvCxnSpPr>
          <p:cNvPr id="79" name="Straight Arrow Connector 12">
            <a:extLst>
              <a:ext uri="{FF2B5EF4-FFF2-40B4-BE49-F238E27FC236}">
                <a16:creationId xmlns:a16="http://schemas.microsoft.com/office/drawing/2014/main" id="{8441A1C9-1186-4D32-3F23-03A6605842DB}"/>
              </a:ext>
            </a:extLst>
          </p:cNvPr>
          <p:cNvCxnSpPr>
            <a:cxnSpLocks/>
            <a:stCxn id="71" idx="1"/>
          </p:cNvCxnSpPr>
          <p:nvPr/>
        </p:nvCxnSpPr>
        <p:spPr>
          <a:xfrm flipH="1">
            <a:off x="1826291" y="960985"/>
            <a:ext cx="1648374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A9A05FFA-5FCA-40C5-06A3-9A1CCB06CBEA}"/>
              </a:ext>
            </a:extLst>
          </p:cNvPr>
          <p:cNvGrpSpPr/>
          <p:nvPr/>
        </p:nvGrpSpPr>
        <p:grpSpPr>
          <a:xfrm>
            <a:off x="1963895" y="1102808"/>
            <a:ext cx="1702660" cy="400110"/>
            <a:chOff x="8926562" y="3216153"/>
            <a:chExt cx="1702660" cy="400110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BCF5FD8-6C08-1FC3-1ECF-2254FDC0D0BB}"/>
                </a:ext>
              </a:extLst>
            </p:cNvPr>
            <p:cNvSpPr txBox="1"/>
            <p:nvPr/>
          </p:nvSpPr>
          <p:spPr>
            <a:xfrm>
              <a:off x="9286562" y="3216153"/>
              <a:ext cx="13426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buy </a:t>
              </a: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🍔</a:t>
              </a:r>
            </a:p>
          </p:txBody>
        </p:sp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E31ADAAC-98BA-3B68-BB9E-EF7F03B67765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9B826A7A-04C9-AA78-207C-CA7B447B30EB}"/>
              </a:ext>
            </a:extLst>
          </p:cNvPr>
          <p:cNvGrpSpPr/>
          <p:nvPr/>
        </p:nvGrpSpPr>
        <p:grpSpPr>
          <a:xfrm>
            <a:off x="1442864" y="2962487"/>
            <a:ext cx="1702660" cy="400110"/>
            <a:chOff x="8926562" y="3216153"/>
            <a:chExt cx="1702660" cy="400110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3609585D-CEEB-5F8F-5177-67D138EA3FBD}"/>
                </a:ext>
              </a:extLst>
            </p:cNvPr>
            <p:cNvSpPr txBox="1"/>
            <p:nvPr/>
          </p:nvSpPr>
          <p:spPr>
            <a:xfrm>
              <a:off x="9286562" y="3216153"/>
              <a:ext cx="13426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tap to pay</a:t>
              </a:r>
            </a:p>
          </p:txBody>
        </p:sp>
        <p:sp>
          <p:nvSpPr>
            <p:cNvPr id="93" name="Rounded Rectangle 92">
              <a:extLst>
                <a:ext uri="{FF2B5EF4-FFF2-40B4-BE49-F238E27FC236}">
                  <a16:creationId xmlns:a16="http://schemas.microsoft.com/office/drawing/2014/main" id="{DB6DE4E4-27F7-CD23-EFB4-C868C215B17A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cxnSp>
        <p:nvCxnSpPr>
          <p:cNvPr id="28" name="Straight Arrow Connector 12">
            <a:extLst>
              <a:ext uri="{FF2B5EF4-FFF2-40B4-BE49-F238E27FC236}">
                <a16:creationId xmlns:a16="http://schemas.microsoft.com/office/drawing/2014/main" id="{071EAFFC-1F73-7D65-7812-FB008F05F298}"/>
              </a:ext>
            </a:extLst>
          </p:cNvPr>
          <p:cNvCxnSpPr>
            <a:cxnSpLocks/>
            <a:stCxn id="8" idx="2"/>
            <a:endCxn id="72" idx="1"/>
          </p:cNvCxnSpPr>
          <p:nvPr/>
        </p:nvCxnSpPr>
        <p:spPr>
          <a:xfrm rot="16200000" flipH="1">
            <a:off x="1909408" y="1931591"/>
            <a:ext cx="941538" cy="2188975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12">
            <a:extLst>
              <a:ext uri="{FF2B5EF4-FFF2-40B4-BE49-F238E27FC236}">
                <a16:creationId xmlns:a16="http://schemas.microsoft.com/office/drawing/2014/main" id="{7CA49EAC-604D-2A8C-5F96-6C73A31DD816}"/>
              </a:ext>
            </a:extLst>
          </p:cNvPr>
          <p:cNvCxnSpPr>
            <a:cxnSpLocks/>
            <a:stCxn id="10" idx="3"/>
            <a:endCxn id="69" idx="1"/>
          </p:cNvCxnSpPr>
          <p:nvPr/>
        </p:nvCxnSpPr>
        <p:spPr>
          <a:xfrm flipV="1">
            <a:off x="1829773" y="1620447"/>
            <a:ext cx="1649342" cy="349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9" name="Straight Arrow Connector 12">
            <a:extLst>
              <a:ext uri="{FF2B5EF4-FFF2-40B4-BE49-F238E27FC236}">
                <a16:creationId xmlns:a16="http://schemas.microsoft.com/office/drawing/2014/main" id="{991A6235-926C-B31A-E908-1FECFD2F4A61}"/>
              </a:ext>
            </a:extLst>
          </p:cNvPr>
          <p:cNvCxnSpPr>
            <a:cxnSpLocks/>
            <a:stCxn id="149" idx="1"/>
            <a:endCxn id="71" idx="3"/>
          </p:cNvCxnSpPr>
          <p:nvPr/>
        </p:nvCxnSpPr>
        <p:spPr>
          <a:xfrm flipH="1" flipV="1">
            <a:off x="5264797" y="960985"/>
            <a:ext cx="558568" cy="243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EBD6DB94-ADA6-D39A-1462-48FD5BCEF1A4}"/>
              </a:ext>
            </a:extLst>
          </p:cNvPr>
          <p:cNvGrpSpPr/>
          <p:nvPr/>
        </p:nvGrpSpPr>
        <p:grpSpPr>
          <a:xfrm>
            <a:off x="8037182" y="2989380"/>
            <a:ext cx="2359660" cy="1014729"/>
            <a:chOff x="366123" y="3755987"/>
            <a:chExt cx="2359660" cy="1014729"/>
          </a:xfrm>
        </p:grpSpPr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41809C78-BB85-FAD9-2D51-23F4CF82740D}"/>
                </a:ext>
              </a:extLst>
            </p:cNvPr>
            <p:cNvGrpSpPr/>
            <p:nvPr/>
          </p:nvGrpSpPr>
          <p:grpSpPr>
            <a:xfrm>
              <a:off x="366123" y="3755987"/>
              <a:ext cx="2359660" cy="1014729"/>
              <a:chOff x="10632003" y="473441"/>
              <a:chExt cx="2359660" cy="1014729"/>
            </a:xfrm>
          </p:grpSpPr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0D40EA99-64AC-7F7B-7597-F2A37A963E95}"/>
                  </a:ext>
                </a:extLst>
              </p:cNvPr>
              <p:cNvSpPr/>
              <p:nvPr/>
            </p:nvSpPr>
            <p:spPr>
              <a:xfrm>
                <a:off x="10651188" y="473441"/>
                <a:ext cx="2340475" cy="1014729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 rIns="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    seller bound</a:t>
                </a:r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7F08B4F3-5167-1983-1E1E-10170FC819AF}"/>
                  </a:ext>
                </a:extLst>
              </p:cNvPr>
              <p:cNvSpPr txBox="1"/>
              <p:nvPr/>
            </p:nvSpPr>
            <p:spPr>
              <a:xfrm>
                <a:off x="10632003" y="511214"/>
                <a:ext cx="52503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4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🧕</a:t>
                </a:r>
                <a:endParaRPr lang="en-US" sz="2400" dirty="0"/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B066B187-8734-C2E5-E7B9-7ACC0E4D4C5C}"/>
                  </a:ext>
                </a:extLst>
              </p:cNvPr>
              <p:cNvSpPr/>
              <p:nvPr/>
            </p:nvSpPr>
            <p:spPr>
              <a:xfrm>
                <a:off x="10746378" y="842376"/>
                <a:ext cx="629013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 algn="ctr"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🏦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 </a:t>
                </a:r>
              </a:p>
            </p:txBody>
          </p:sp>
        </p:grp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6E509593-D724-A725-E93C-BC5F1DDA41AC}"/>
                </a:ext>
              </a:extLst>
            </p:cNvPr>
            <p:cNvSpPr/>
            <p:nvPr/>
          </p:nvSpPr>
          <p:spPr>
            <a:xfrm>
              <a:off x="1192096" y="4131027"/>
              <a:ext cx="1456624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💵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Seller</a:t>
              </a:r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878490DF-8945-07A5-D249-5EC1EA2CF7F4}"/>
              </a:ext>
            </a:extLst>
          </p:cNvPr>
          <p:cNvGrpSpPr/>
          <p:nvPr/>
        </p:nvGrpSpPr>
        <p:grpSpPr>
          <a:xfrm>
            <a:off x="5737905" y="3779017"/>
            <a:ext cx="1979504" cy="1038741"/>
            <a:chOff x="6120423" y="5100898"/>
            <a:chExt cx="3857491" cy="1038741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4C9AD55D-D71A-EF19-135A-3EA6CE8897FC}"/>
                </a:ext>
              </a:extLst>
            </p:cNvPr>
            <p:cNvSpPr/>
            <p:nvPr/>
          </p:nvSpPr>
          <p:spPr>
            <a:xfrm>
              <a:off x="6261074" y="5498937"/>
              <a:ext cx="3586113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🪄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Wand</a:t>
              </a: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2A3A179E-6C2E-BE8B-7D28-6707724C1059}"/>
                </a:ext>
              </a:extLst>
            </p:cNvPr>
            <p:cNvSpPr/>
            <p:nvPr/>
          </p:nvSpPr>
          <p:spPr>
            <a:xfrm>
              <a:off x="6120423" y="5100898"/>
              <a:ext cx="3857491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🍏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brand bound</a:t>
              </a:r>
            </a:p>
          </p:txBody>
        </p:sp>
      </p:grpSp>
      <p:cxnSp>
        <p:nvCxnSpPr>
          <p:cNvPr id="140" name="Straight Arrow Connector 12">
            <a:extLst>
              <a:ext uri="{FF2B5EF4-FFF2-40B4-BE49-F238E27FC236}">
                <a16:creationId xmlns:a16="http://schemas.microsoft.com/office/drawing/2014/main" id="{366B0B8F-223F-886E-7BCA-3E5BAFEE4E45}"/>
              </a:ext>
            </a:extLst>
          </p:cNvPr>
          <p:cNvCxnSpPr>
            <a:cxnSpLocks/>
            <a:stCxn id="72" idx="3"/>
            <a:endCxn id="132" idx="1"/>
          </p:cNvCxnSpPr>
          <p:nvPr/>
        </p:nvCxnSpPr>
        <p:spPr>
          <a:xfrm flipV="1">
            <a:off x="5276265" y="3496745"/>
            <a:ext cx="2780102" cy="103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2819000E-7059-F13D-EE86-07F67794D05A}"/>
              </a:ext>
            </a:extLst>
          </p:cNvPr>
          <p:cNvGrpSpPr/>
          <p:nvPr/>
        </p:nvGrpSpPr>
        <p:grpSpPr>
          <a:xfrm>
            <a:off x="5823365" y="441857"/>
            <a:ext cx="5569819" cy="1038741"/>
            <a:chOff x="6096000" y="2232879"/>
            <a:chExt cx="5569819" cy="1038741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653D58BF-87E5-E734-BDDD-1C6C6080A838}"/>
                </a:ext>
              </a:extLst>
            </p:cNvPr>
            <p:cNvSpPr/>
            <p:nvPr/>
          </p:nvSpPr>
          <p:spPr>
            <a:xfrm>
              <a:off x="9552986" y="2628922"/>
              <a:ext cx="2030327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🧳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Custodian</a:t>
              </a: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6D5DA170-6012-FBAD-1405-47053A105213}"/>
                </a:ext>
              </a:extLst>
            </p:cNvPr>
            <p:cNvSpPr/>
            <p:nvPr/>
          </p:nvSpPr>
          <p:spPr>
            <a:xfrm>
              <a:off x="6096000" y="2232879"/>
              <a:ext cx="5569819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buyer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bound</a:t>
              </a: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7F42EC4A-0F31-5F54-91C9-4BBE4C4E0BE5}"/>
                </a:ext>
              </a:extLst>
            </p:cNvPr>
            <p:cNvSpPr/>
            <p:nvPr/>
          </p:nvSpPr>
          <p:spPr>
            <a:xfrm>
              <a:off x="8038339" y="2622209"/>
              <a:ext cx="1424735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💳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Payer</a:t>
              </a: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4A0AE3EB-BB3A-0071-792A-32E70A8E00D8}"/>
                </a:ext>
              </a:extLst>
            </p:cNvPr>
            <p:cNvSpPr/>
            <p:nvPr/>
          </p:nvSpPr>
          <p:spPr>
            <a:xfrm>
              <a:off x="6185912" y="2622209"/>
              <a:ext cx="1762515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Identity</a:t>
              </a:r>
            </a:p>
          </p:txBody>
        </p:sp>
      </p:grpSp>
      <p:cxnSp>
        <p:nvCxnSpPr>
          <p:cNvPr id="138" name="Straight Arrow Connector 12">
            <a:extLst>
              <a:ext uri="{FF2B5EF4-FFF2-40B4-BE49-F238E27FC236}">
                <a16:creationId xmlns:a16="http://schemas.microsoft.com/office/drawing/2014/main" id="{66604D1A-51C5-059A-7898-4DC8C823C106}"/>
              </a:ext>
            </a:extLst>
          </p:cNvPr>
          <p:cNvCxnSpPr>
            <a:cxnSpLocks/>
            <a:stCxn id="132" idx="3"/>
            <a:endCxn id="149" idx="3"/>
          </p:cNvCxnSpPr>
          <p:nvPr/>
        </p:nvCxnSpPr>
        <p:spPr>
          <a:xfrm flipV="1">
            <a:off x="10396842" y="961228"/>
            <a:ext cx="996342" cy="2535517"/>
          </a:xfrm>
          <a:prstGeom prst="bentConnector3">
            <a:avLst>
              <a:gd name="adj1" fmla="val 122944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2">
            <a:extLst>
              <a:ext uri="{FF2B5EF4-FFF2-40B4-BE49-F238E27FC236}">
                <a16:creationId xmlns:a16="http://schemas.microsoft.com/office/drawing/2014/main" id="{552AFA26-EC0B-725F-AF4E-426ED1D8DD42}"/>
              </a:ext>
            </a:extLst>
          </p:cNvPr>
          <p:cNvCxnSpPr>
            <a:cxnSpLocks/>
            <a:stCxn id="131" idx="2"/>
            <a:endCxn id="137" idx="3"/>
          </p:cNvCxnSpPr>
          <p:nvPr/>
        </p:nvCxnSpPr>
        <p:spPr>
          <a:xfrm rot="5400000">
            <a:off x="8468546" y="3175466"/>
            <a:ext cx="371785" cy="1874058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12">
            <a:extLst>
              <a:ext uri="{FF2B5EF4-FFF2-40B4-BE49-F238E27FC236}">
                <a16:creationId xmlns:a16="http://schemas.microsoft.com/office/drawing/2014/main" id="{CFB51658-C6F7-1C3E-5112-1EE15A08991C}"/>
              </a:ext>
            </a:extLst>
          </p:cNvPr>
          <p:cNvCxnSpPr>
            <a:cxnSpLocks/>
            <a:stCxn id="147" idx="2"/>
          </p:cNvCxnSpPr>
          <p:nvPr/>
        </p:nvCxnSpPr>
        <p:spPr>
          <a:xfrm>
            <a:off x="8478072" y="1393370"/>
            <a:ext cx="0" cy="1573302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92B5344-2CA8-FC40-4EEA-1A0F2E8AB2E5}"/>
              </a:ext>
            </a:extLst>
          </p:cNvPr>
          <p:cNvSpPr txBox="1"/>
          <p:nvPr/>
        </p:nvSpPr>
        <p:spPr>
          <a:xfrm>
            <a:off x="8941871" y="3003082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C394AF0-2F32-5D32-07E1-EB6DBCCF119B}"/>
              </a:ext>
            </a:extLst>
          </p:cNvPr>
          <p:cNvGrpSpPr/>
          <p:nvPr/>
        </p:nvGrpSpPr>
        <p:grpSpPr>
          <a:xfrm>
            <a:off x="7885312" y="4433864"/>
            <a:ext cx="1702660" cy="400110"/>
            <a:chOff x="8926562" y="3216153"/>
            <a:chExt cx="1702660" cy="400110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EA2A9E0-79D7-68D5-4760-FF3ABA32B94B}"/>
                </a:ext>
              </a:extLst>
            </p:cNvPr>
            <p:cNvSpPr txBox="1"/>
            <p:nvPr/>
          </p:nvSpPr>
          <p:spPr>
            <a:xfrm>
              <a:off x="9286562" y="3216153"/>
              <a:ext cx="13426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translate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F8977B2D-FB7B-F7B9-D4B5-2B07ED5969DA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C5478E2-A9DD-EB55-BA87-301F87616567}"/>
              </a:ext>
            </a:extLst>
          </p:cNvPr>
          <p:cNvGrpSpPr/>
          <p:nvPr/>
        </p:nvGrpSpPr>
        <p:grpSpPr>
          <a:xfrm>
            <a:off x="1970875" y="427465"/>
            <a:ext cx="1702660" cy="400110"/>
            <a:chOff x="8926562" y="3216153"/>
            <a:chExt cx="1702660" cy="400110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81D24DD-CF0D-262E-C6C7-D9C9444986B6}"/>
                </a:ext>
              </a:extLst>
            </p:cNvPr>
            <p:cNvSpPr txBox="1"/>
            <p:nvPr/>
          </p:nvSpPr>
          <p:spPr>
            <a:xfrm>
              <a:off x="9286562" y="3216153"/>
              <a:ext cx="13426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owner?</a:t>
              </a: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8AD650AA-E158-4F83-BCE6-358FC745A12F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8C479829-60D8-4936-BDFF-087D7905A494}"/>
              </a:ext>
            </a:extLst>
          </p:cNvPr>
          <p:cNvSpPr txBox="1"/>
          <p:nvPr/>
        </p:nvSpPr>
        <p:spPr>
          <a:xfrm>
            <a:off x="5467873" y="3009238"/>
            <a:ext cx="2540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</a:t>
            </a:r>
            <a:r>
              <a:rPr lang="en-GB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userable locator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84CBEA0-7BF2-3162-AA86-814E6A7605A6}"/>
              </a:ext>
            </a:extLst>
          </p:cNvPr>
          <p:cNvGrpSpPr/>
          <p:nvPr/>
        </p:nvGrpSpPr>
        <p:grpSpPr>
          <a:xfrm>
            <a:off x="10541854" y="3613621"/>
            <a:ext cx="1356342" cy="400110"/>
            <a:chOff x="8926562" y="3216153"/>
            <a:chExt cx="1356342" cy="400110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F2D1D38-AA21-D663-73E9-CAE653101373}"/>
                </a:ext>
              </a:extLst>
            </p:cNvPr>
            <p:cNvSpPr txBox="1"/>
            <p:nvPr/>
          </p:nvSpPr>
          <p:spPr>
            <a:xfrm>
              <a:off x="9286562" y="3216153"/>
              <a:ext cx="99634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charge</a:t>
              </a:r>
            </a:p>
          </p:txBody>
        </p:sp>
        <p:sp>
          <p:nvSpPr>
            <p:cNvPr id="49" name="Rounded Rectangle 48">
              <a:extLst>
                <a:ext uri="{FF2B5EF4-FFF2-40B4-BE49-F238E27FC236}">
                  <a16:creationId xmlns:a16="http://schemas.microsoft.com/office/drawing/2014/main" id="{B1FCDD30-6E0A-2FFE-C815-6B0B29DD39CE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985C19B-D0EA-B2E1-2494-EFD703EEF4A6}"/>
              </a:ext>
            </a:extLst>
          </p:cNvPr>
          <p:cNvGrpSpPr/>
          <p:nvPr/>
        </p:nvGrpSpPr>
        <p:grpSpPr>
          <a:xfrm>
            <a:off x="8636552" y="1600043"/>
            <a:ext cx="1702660" cy="400110"/>
            <a:chOff x="8926562" y="3216153"/>
            <a:chExt cx="1702660" cy="400110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E8A18BB-55F2-D749-38A2-F8607E9766AB}"/>
                </a:ext>
              </a:extLst>
            </p:cNvPr>
            <p:cNvSpPr txBox="1"/>
            <p:nvPr/>
          </p:nvSpPr>
          <p:spPr>
            <a:xfrm>
              <a:off x="9286562" y="3216153"/>
              <a:ext cx="13426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pay</a:t>
              </a: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66CCC1D3-8AC0-5577-362D-25DA08F09962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98807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16B2E-F991-36A4-5152-4BB009FB5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6877CF3-80F3-78A4-76BC-234C23D84759}"/>
              </a:ext>
            </a:extLst>
          </p:cNvPr>
          <p:cNvGrpSpPr/>
          <p:nvPr/>
        </p:nvGrpSpPr>
        <p:grpSpPr>
          <a:xfrm>
            <a:off x="5988842" y="1344275"/>
            <a:ext cx="1086416" cy="1990051"/>
            <a:chOff x="5988842" y="1344275"/>
            <a:chExt cx="1086416" cy="1990051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A2A3ECF-EF6F-649B-8945-9DF1065A80AA}"/>
                </a:ext>
              </a:extLst>
            </p:cNvPr>
            <p:cNvSpPr/>
            <p:nvPr/>
          </p:nvSpPr>
          <p:spPr>
            <a:xfrm>
              <a:off x="5988842" y="1378360"/>
              <a:ext cx="1086416" cy="1955966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AF012B6-3F85-4F7C-2895-D9836D823755}"/>
                </a:ext>
              </a:extLst>
            </p:cNvPr>
            <p:cNvGrpSpPr/>
            <p:nvPr/>
          </p:nvGrpSpPr>
          <p:grpSpPr>
            <a:xfrm>
              <a:off x="6029467" y="1344275"/>
              <a:ext cx="1005166" cy="1516861"/>
              <a:chOff x="3200080" y="385707"/>
              <a:chExt cx="1005166" cy="1516861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5E9217E-A3BF-D7D8-70B7-791AE0C298D5}"/>
                  </a:ext>
                </a:extLst>
              </p:cNvPr>
              <p:cNvSpPr txBox="1"/>
              <p:nvPr/>
            </p:nvSpPr>
            <p:spPr>
              <a:xfrm>
                <a:off x="3200080" y="385707"/>
                <a:ext cx="1005166" cy="1446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88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endParaRPr lang="en-GB" sz="8800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E214F84-B0F5-32EA-E5C2-345644D397F8}"/>
                  </a:ext>
                </a:extLst>
              </p:cNvPr>
              <p:cNvSpPr txBox="1"/>
              <p:nvPr/>
            </p:nvSpPr>
            <p:spPr>
              <a:xfrm flipH="1">
                <a:off x="3566678" y="1533236"/>
                <a:ext cx="271970" cy="3693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l"/>
                <a:r>
                  <a:rPr lang="en-GB" dirty="0"/>
                  <a:t>     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A3D172-0B68-852B-4CA9-31BEB6C0629D}"/>
                  </a:ext>
                </a:extLst>
              </p:cNvPr>
              <p:cNvSpPr txBox="1"/>
              <p:nvPr/>
            </p:nvSpPr>
            <p:spPr>
              <a:xfrm flipH="1">
                <a:off x="3566678" y="1311563"/>
                <a:ext cx="271970" cy="3693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l"/>
                <a:r>
                  <a:rPr lang="en-GB" dirty="0"/>
                  <a:t>     </a:t>
                </a:r>
              </a:p>
            </p:txBody>
          </p:sp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CFC10855-7FFD-F581-2A3F-CAD1E4B8E6B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21660" y="419792"/>
                <a:ext cx="962007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mazon Ember" panose="020B0603020204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mazon Ember" panose="020B0603020204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spcAft>
                    <a:spcPts val="600"/>
                  </a:spcAft>
                  <a:buNone/>
                </a:pP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owner</a:t>
                </a:r>
              </a:p>
            </p:txBody>
          </p:sp>
        </p:grp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F4960047-8BE1-391C-6F06-0937CFE5E648}"/>
              </a:ext>
            </a:extLst>
          </p:cNvPr>
          <p:cNvSpPr/>
          <p:nvPr/>
        </p:nvSpPr>
        <p:spPr>
          <a:xfrm>
            <a:off x="5527012" y="2655778"/>
            <a:ext cx="2008326" cy="51959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44000" tIns="144000" rIns="144000" bIns="144000" anchor="ctr"/>
          <a:lstStyle/>
          <a:p>
            <a:pPr algn="ctr"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💍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userable</a:t>
            </a:r>
          </a:p>
        </p:txBody>
      </p:sp>
      <p:cxnSp>
        <p:nvCxnSpPr>
          <p:cNvPr id="55" name="Straight Arrow Connector 12">
            <a:extLst>
              <a:ext uri="{FF2B5EF4-FFF2-40B4-BE49-F238E27FC236}">
                <a16:creationId xmlns:a16="http://schemas.microsoft.com/office/drawing/2014/main" id="{88625FB0-6CE5-5FEA-8DA7-7A5BB3FDDEC3}"/>
              </a:ext>
            </a:extLst>
          </p:cNvPr>
          <p:cNvCxnSpPr>
            <a:cxnSpLocks/>
          </p:cNvCxnSpPr>
          <p:nvPr/>
        </p:nvCxnSpPr>
        <p:spPr>
          <a:xfrm>
            <a:off x="1017766" y="3301687"/>
            <a:ext cx="0" cy="1243039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0A98E8E-3319-7EC3-951E-FC050774F552}"/>
              </a:ext>
            </a:extLst>
          </p:cNvPr>
          <p:cNvGrpSpPr/>
          <p:nvPr/>
        </p:nvGrpSpPr>
        <p:grpSpPr>
          <a:xfrm>
            <a:off x="893343" y="348306"/>
            <a:ext cx="2082380" cy="1038741"/>
            <a:chOff x="6104397" y="5100898"/>
            <a:chExt cx="4057968" cy="1038741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1639329-BE2C-898E-3E07-253F8443D9A4}"/>
                </a:ext>
              </a:extLst>
            </p:cNvPr>
            <p:cNvSpPr/>
            <p:nvPr/>
          </p:nvSpPr>
          <p:spPr>
            <a:xfrm>
              <a:off x="6258929" y="5490228"/>
              <a:ext cx="375912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🪄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Wand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9F4995B-EE44-90B2-F294-DC43096681A5}"/>
                </a:ext>
              </a:extLst>
            </p:cNvPr>
            <p:cNvSpPr/>
            <p:nvPr/>
          </p:nvSpPr>
          <p:spPr>
            <a:xfrm>
              <a:off x="6104397" y="5100898"/>
              <a:ext cx="4057968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🍏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brand bound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0F7762F-5B50-6686-3EDE-7A6B9CD3BBA4}"/>
              </a:ext>
            </a:extLst>
          </p:cNvPr>
          <p:cNvGrpSpPr/>
          <p:nvPr/>
        </p:nvGrpSpPr>
        <p:grpSpPr>
          <a:xfrm>
            <a:off x="9469049" y="1622178"/>
            <a:ext cx="1937537" cy="1038741"/>
            <a:chOff x="7507403" y="1006813"/>
            <a:chExt cx="691415" cy="1038741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73D86C3E-3084-9202-D76B-CF00A9C32804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Identity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9AD01D9C-4103-C613-894D-D96A5892F0DC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rIns="0"/>
            <a:lstStyle/>
            <a:p>
              <a:pPr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 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 bound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8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88" name="Straight Arrow Connector 12">
            <a:extLst>
              <a:ext uri="{FF2B5EF4-FFF2-40B4-BE49-F238E27FC236}">
                <a16:creationId xmlns:a16="http://schemas.microsoft.com/office/drawing/2014/main" id="{5A40C79E-FFD7-C194-CD07-692313F5AACF}"/>
              </a:ext>
            </a:extLst>
          </p:cNvPr>
          <p:cNvCxnSpPr>
            <a:cxnSpLocks/>
            <a:stCxn id="74" idx="2"/>
            <a:endCxn id="89" idx="1"/>
          </p:cNvCxnSpPr>
          <p:nvPr/>
        </p:nvCxnSpPr>
        <p:spPr>
          <a:xfrm rot="16200000" flipH="1">
            <a:off x="4517554" y="3322542"/>
            <a:ext cx="1539383" cy="1459609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F09A07DA-5D9B-7FB6-9F2B-D81D69A59B61}"/>
              </a:ext>
            </a:extLst>
          </p:cNvPr>
          <p:cNvGrpSpPr/>
          <p:nvPr/>
        </p:nvGrpSpPr>
        <p:grpSpPr>
          <a:xfrm>
            <a:off x="4916697" y="3054035"/>
            <a:ext cx="1342660" cy="760219"/>
            <a:chOff x="8818833" y="3239588"/>
            <a:chExt cx="1342660" cy="760219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953C523-934D-570E-7B74-9005D411F78F}"/>
                </a:ext>
              </a:extLst>
            </p:cNvPr>
            <p:cNvSpPr txBox="1"/>
            <p:nvPr/>
          </p:nvSpPr>
          <p:spPr>
            <a:xfrm>
              <a:off x="8818833" y="3599697"/>
              <a:ext cx="13426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tap</a:t>
              </a:r>
            </a:p>
          </p:txBody>
        </p:sp>
        <p:sp>
          <p:nvSpPr>
            <p:cNvPr id="105" name="Rounded Rectangle 104">
              <a:extLst>
                <a:ext uri="{FF2B5EF4-FFF2-40B4-BE49-F238E27FC236}">
                  <a16:creationId xmlns:a16="http://schemas.microsoft.com/office/drawing/2014/main" id="{5594E184-866C-5590-671D-579F481BEEF2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C433754-D8DA-031F-BFD2-64CD26954FEC}"/>
              </a:ext>
            </a:extLst>
          </p:cNvPr>
          <p:cNvGrpSpPr/>
          <p:nvPr/>
        </p:nvGrpSpPr>
        <p:grpSpPr>
          <a:xfrm>
            <a:off x="4763899" y="518200"/>
            <a:ext cx="3584972" cy="400110"/>
            <a:chOff x="8926562" y="3216153"/>
            <a:chExt cx="3584972" cy="400110"/>
          </a:xfrm>
        </p:grpSpPr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683075B3-E120-0421-2106-990F9C088392}"/>
                </a:ext>
              </a:extLst>
            </p:cNvPr>
            <p:cNvSpPr txBox="1"/>
            <p:nvPr/>
          </p:nvSpPr>
          <p:spPr>
            <a:xfrm>
              <a:off x="9286562" y="3216153"/>
              <a:ext cx="322497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is it the token owner?</a:t>
              </a:r>
            </a:p>
          </p:txBody>
        </p:sp>
        <p:sp>
          <p:nvSpPr>
            <p:cNvPr id="109" name="Rounded Rectangle 108">
              <a:extLst>
                <a:ext uri="{FF2B5EF4-FFF2-40B4-BE49-F238E27FC236}">
                  <a16:creationId xmlns:a16="http://schemas.microsoft.com/office/drawing/2014/main" id="{9FC7A01D-0190-464C-587A-698A4EB45267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6</a:t>
              </a:r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19275396-0380-A8CF-615E-954AF6751A4D}"/>
              </a:ext>
            </a:extLst>
          </p:cNvPr>
          <p:cNvSpPr txBox="1"/>
          <p:nvPr/>
        </p:nvSpPr>
        <p:spPr>
          <a:xfrm>
            <a:off x="5634966" y="2650955"/>
            <a:ext cx="304571" cy="175569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 </a:t>
            </a:r>
          </a:p>
        </p:txBody>
      </p:sp>
      <p:cxnSp>
        <p:nvCxnSpPr>
          <p:cNvPr id="127" name="Straight Arrow Connector 12">
            <a:extLst>
              <a:ext uri="{FF2B5EF4-FFF2-40B4-BE49-F238E27FC236}">
                <a16:creationId xmlns:a16="http://schemas.microsoft.com/office/drawing/2014/main" id="{C109C589-53FF-F081-117B-D41C31952920}"/>
              </a:ext>
            </a:extLst>
          </p:cNvPr>
          <p:cNvCxnSpPr>
            <a:cxnSpLocks/>
            <a:stCxn id="20" idx="0"/>
            <a:endCxn id="65" idx="2"/>
          </p:cNvCxnSpPr>
          <p:nvPr/>
        </p:nvCxnSpPr>
        <p:spPr>
          <a:xfrm flipV="1">
            <a:off x="1933383" y="1387047"/>
            <a:ext cx="1150" cy="863861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31DF941-ECFF-EBAB-7471-F68011AA58E5}"/>
              </a:ext>
            </a:extLst>
          </p:cNvPr>
          <p:cNvGrpSpPr/>
          <p:nvPr/>
        </p:nvGrpSpPr>
        <p:grpSpPr>
          <a:xfrm>
            <a:off x="2073968" y="1511081"/>
            <a:ext cx="1702660" cy="400110"/>
            <a:chOff x="8926562" y="3216153"/>
            <a:chExt cx="1702660" cy="400110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E8EE79C-0D6E-BD19-D6A9-B205C502364F}"/>
                </a:ext>
              </a:extLst>
            </p:cNvPr>
            <p:cNvSpPr txBox="1"/>
            <p:nvPr/>
          </p:nvSpPr>
          <p:spPr>
            <a:xfrm>
              <a:off x="9286562" y="3216153"/>
              <a:ext cx="13426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translate</a:t>
              </a:r>
            </a:p>
          </p:txBody>
        </p:sp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02715A74-C145-8607-CA92-80584A164E47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7E94689A-76EF-48C1-91BA-735D935119E2}"/>
              </a:ext>
            </a:extLst>
          </p:cNvPr>
          <p:cNvSpPr txBox="1"/>
          <p:nvPr/>
        </p:nvSpPr>
        <p:spPr>
          <a:xfrm>
            <a:off x="178670" y="6248084"/>
            <a:ext cx="2125582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Airport gates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D5892F0-FA24-8BDB-964A-F69F5E731B43}"/>
              </a:ext>
            </a:extLst>
          </p:cNvPr>
          <p:cNvGrpSpPr/>
          <p:nvPr/>
        </p:nvGrpSpPr>
        <p:grpSpPr>
          <a:xfrm>
            <a:off x="808356" y="2250908"/>
            <a:ext cx="4085786" cy="1035708"/>
            <a:chOff x="808356" y="2260847"/>
            <a:chExt cx="4085786" cy="1035708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E1E2D21-8D47-261C-C065-91FFD650DA8B}"/>
                </a:ext>
              </a:extLst>
            </p:cNvPr>
            <p:cNvGrpSpPr/>
            <p:nvPr/>
          </p:nvGrpSpPr>
          <p:grpSpPr>
            <a:xfrm>
              <a:off x="808356" y="2278872"/>
              <a:ext cx="4085786" cy="1014729"/>
              <a:chOff x="7125195" y="1395349"/>
              <a:chExt cx="4085786" cy="1014729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8916B31-B260-502E-2D2F-87AD35C3AC95}"/>
                  </a:ext>
                </a:extLst>
              </p:cNvPr>
              <p:cNvSpPr/>
              <p:nvPr/>
            </p:nvSpPr>
            <p:spPr>
              <a:xfrm>
                <a:off x="7229612" y="1758649"/>
                <a:ext cx="2067961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💼 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Consumer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035B7FE-09C7-7EEB-F916-632C45F74D32}"/>
                  </a:ext>
                </a:extLst>
              </p:cNvPr>
              <p:cNvSpPr/>
              <p:nvPr/>
            </p:nvSpPr>
            <p:spPr>
              <a:xfrm>
                <a:off x="7125195" y="1395349"/>
                <a:ext cx="4085786" cy="1014729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GB" sz="2800" baseline="-11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👥 Domain</a:t>
                </a:r>
              </a:p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8840C11-FC73-43AB-E168-7ACFE07EC3EC}"/>
                </a:ext>
              </a:extLst>
            </p:cNvPr>
            <p:cNvSpPr txBox="1"/>
            <p:nvPr/>
          </p:nvSpPr>
          <p:spPr>
            <a:xfrm>
              <a:off x="1811555" y="2260847"/>
              <a:ext cx="243656" cy="1035708"/>
            </a:xfrm>
            <a:prstGeom prst="rect">
              <a:avLst/>
            </a:prstGeom>
            <a:noFill/>
          </p:spPr>
          <p:txBody>
            <a:bodyPr wrap="none" lIns="0" rIns="0" rtlCol="0">
              <a:noAutofit/>
            </a:bodyPr>
            <a:lstStyle/>
            <a:p>
              <a:pPr algn="l"/>
              <a:r>
                <a:rPr lang="en-GB" dirty="0"/>
                <a:t>    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0ADA67A-E0F5-ED0F-DC52-7159F2CE9711}"/>
                </a:ext>
              </a:extLst>
            </p:cNvPr>
            <p:cNvSpPr/>
            <p:nvPr/>
          </p:nvSpPr>
          <p:spPr>
            <a:xfrm>
              <a:off x="3106545" y="2642875"/>
              <a:ext cx="1700627" cy="56218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44000" rIns="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✨ </a:t>
              </a:r>
              <a:r>
                <a:rPr lang="en-GB" sz="24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Scanner</a:t>
              </a:r>
            </a:p>
          </p:txBody>
        </p:sp>
      </p:grpSp>
      <p:cxnSp>
        <p:nvCxnSpPr>
          <p:cNvPr id="51" name="Straight Arrow Connector 12">
            <a:extLst>
              <a:ext uri="{FF2B5EF4-FFF2-40B4-BE49-F238E27FC236}">
                <a16:creationId xmlns:a16="http://schemas.microsoft.com/office/drawing/2014/main" id="{0C5362DA-8A52-0EFD-EC2D-DA53D58F198C}"/>
              </a:ext>
            </a:extLst>
          </p:cNvPr>
          <p:cNvCxnSpPr>
            <a:cxnSpLocks/>
            <a:stCxn id="33" idx="1"/>
            <a:endCxn id="36" idx="3"/>
          </p:cNvCxnSpPr>
          <p:nvPr/>
        </p:nvCxnSpPr>
        <p:spPr>
          <a:xfrm flipH="1" flipV="1">
            <a:off x="4807172" y="2914028"/>
            <a:ext cx="719840" cy="154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E746475-5251-2383-E6CC-0D610D12FDF8}"/>
              </a:ext>
            </a:extLst>
          </p:cNvPr>
          <p:cNvGrpSpPr/>
          <p:nvPr/>
        </p:nvGrpSpPr>
        <p:grpSpPr>
          <a:xfrm>
            <a:off x="1154652" y="3387397"/>
            <a:ext cx="1702660" cy="400110"/>
            <a:chOff x="8926562" y="3216153"/>
            <a:chExt cx="1702660" cy="400110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19FE36A-3D6A-6435-D068-87FA84EC4AAD}"/>
                </a:ext>
              </a:extLst>
            </p:cNvPr>
            <p:cNvSpPr txBox="1"/>
            <p:nvPr/>
          </p:nvSpPr>
          <p:spPr>
            <a:xfrm>
              <a:off x="9286562" y="3216153"/>
              <a:ext cx="13426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tokens?</a:t>
              </a:r>
            </a:p>
          </p:txBody>
        </p:sp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ACAC8B0A-F0F0-1E63-8583-16AD5B748015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3064EB9-94BA-1658-46FD-FDD697039EAA}"/>
              </a:ext>
            </a:extLst>
          </p:cNvPr>
          <p:cNvGrpSpPr/>
          <p:nvPr/>
        </p:nvGrpSpPr>
        <p:grpSpPr>
          <a:xfrm>
            <a:off x="814681" y="4544726"/>
            <a:ext cx="2290617" cy="1038741"/>
            <a:chOff x="6104397" y="5100898"/>
            <a:chExt cx="4057968" cy="1038741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DD4E8C0-71A2-0534-1081-B523C9664E1D}"/>
                </a:ext>
              </a:extLst>
            </p:cNvPr>
            <p:cNvSpPr/>
            <p:nvPr/>
          </p:nvSpPr>
          <p:spPr>
            <a:xfrm>
              <a:off x="6258929" y="5490228"/>
              <a:ext cx="375912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🧳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Custodian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5EF9B84-2A6B-83F6-574C-403091D3A753}"/>
                </a:ext>
              </a:extLst>
            </p:cNvPr>
            <p:cNvSpPr/>
            <p:nvPr/>
          </p:nvSpPr>
          <p:spPr>
            <a:xfrm>
              <a:off x="6104397" y="5100898"/>
              <a:ext cx="4057968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 bound</a:t>
              </a:r>
            </a:p>
          </p:txBody>
        </p:sp>
      </p:grpSp>
      <p:cxnSp>
        <p:nvCxnSpPr>
          <p:cNvPr id="69" name="Straight Arrow Connector 12">
            <a:extLst>
              <a:ext uri="{FF2B5EF4-FFF2-40B4-BE49-F238E27FC236}">
                <a16:creationId xmlns:a16="http://schemas.microsoft.com/office/drawing/2014/main" id="{4DD95053-2711-0CC8-B3BD-E5D3F20382DC}"/>
              </a:ext>
            </a:extLst>
          </p:cNvPr>
          <p:cNvCxnSpPr>
            <a:cxnSpLocks/>
          </p:cNvCxnSpPr>
          <p:nvPr/>
        </p:nvCxnSpPr>
        <p:spPr>
          <a:xfrm flipV="1">
            <a:off x="2692382" y="3354401"/>
            <a:ext cx="0" cy="119032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F96E49AB-710A-7791-F123-42AAA91DD4C2}"/>
              </a:ext>
            </a:extLst>
          </p:cNvPr>
          <p:cNvSpPr txBox="1"/>
          <p:nvPr/>
        </p:nvSpPr>
        <p:spPr>
          <a:xfrm>
            <a:off x="4435613" y="2285608"/>
            <a:ext cx="243656" cy="997048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18BB214-5349-DED8-847C-1F30BE30CD97}"/>
              </a:ext>
            </a:extLst>
          </p:cNvPr>
          <p:cNvGrpSpPr/>
          <p:nvPr/>
        </p:nvGrpSpPr>
        <p:grpSpPr>
          <a:xfrm>
            <a:off x="2835268" y="4047284"/>
            <a:ext cx="1702660" cy="400110"/>
            <a:chOff x="8926562" y="3216153"/>
            <a:chExt cx="1702660" cy="400110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7FBD2B8-468E-A35B-6DD6-E80779A2938B}"/>
                </a:ext>
              </a:extLst>
            </p:cNvPr>
            <p:cNvSpPr txBox="1"/>
            <p:nvPr/>
          </p:nvSpPr>
          <p:spPr>
            <a:xfrm>
              <a:off x="9286562" y="3216153"/>
              <a:ext cx="13426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{tokens}</a:t>
              </a:r>
            </a:p>
          </p:txBody>
        </p:sp>
        <p:sp>
          <p:nvSpPr>
            <p:cNvPr id="82" name="Rounded Rectangle 81">
              <a:extLst>
                <a:ext uri="{FF2B5EF4-FFF2-40B4-BE49-F238E27FC236}">
                  <a16:creationId xmlns:a16="http://schemas.microsoft.com/office/drawing/2014/main" id="{BAE58209-D67B-292D-C424-2E089FD6968C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5D39A5B4-F294-0DE5-CA29-D88AB874DD2F}"/>
              </a:ext>
            </a:extLst>
          </p:cNvPr>
          <p:cNvGrpSpPr/>
          <p:nvPr/>
        </p:nvGrpSpPr>
        <p:grpSpPr>
          <a:xfrm>
            <a:off x="6017050" y="4130353"/>
            <a:ext cx="1058208" cy="1427543"/>
            <a:chOff x="2902723" y="422943"/>
            <a:chExt cx="1058208" cy="1427543"/>
          </a:xfrm>
        </p:grpSpPr>
        <p:sp>
          <p:nvSpPr>
            <p:cNvPr id="89" name="Content Placeholder 2">
              <a:extLst>
                <a:ext uri="{FF2B5EF4-FFF2-40B4-BE49-F238E27FC236}">
                  <a16:creationId xmlns:a16="http://schemas.microsoft.com/office/drawing/2014/main" id="{A4E237F2-FB22-5875-67D7-343CF4261610}"/>
                </a:ext>
              </a:extLst>
            </p:cNvPr>
            <p:cNvSpPr txBox="1">
              <a:spLocks/>
            </p:cNvSpPr>
            <p:nvPr/>
          </p:nvSpPr>
          <p:spPr>
            <a:xfrm>
              <a:off x="2902723" y="422943"/>
              <a:ext cx="1058208" cy="1383372"/>
            </a:xfrm>
            <a:prstGeom prst="rect">
              <a:avLst/>
            </a:prstGeom>
            <a:solidFill>
              <a:schemeClr val="accent4">
                <a:lumMod val="20000"/>
                <a:lumOff val="80000"/>
                <a:alpha val="17742"/>
              </a:scheme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>
              <a:defPPr>
                <a:defRPr lang="en-US"/>
              </a:defPPr>
              <a:lvl1pPr algn="ctr" fontAlgn="auto">
                <a:spcBef>
                  <a:spcPts val="0"/>
                </a:spcBef>
                <a:spcAft>
                  <a:spcPts val="0"/>
                </a:spcAft>
                <a:defRPr sz="2000" i="1">
                  <a:solidFill>
                    <a:schemeClr val="accent4"/>
                  </a:solidFill>
                  <a:effectLst>
                    <a:glow>
                      <a:schemeClr val="bg1"/>
                    </a:glow>
                  </a:effectLst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dirty="0">
                  <a:solidFill>
                    <a:schemeClr val="bg2">
                      <a:lumMod val="40000"/>
                      <a:lumOff val="60000"/>
                    </a:schemeClr>
                  </a:solidFill>
                </a:rPr>
                <a:t>static</a:t>
              </a:r>
              <a:br>
                <a:rPr lang="en-US" dirty="0">
                  <a:solidFill>
                    <a:schemeClr val="bg2">
                      <a:lumMod val="40000"/>
                      <a:lumOff val="60000"/>
                    </a:schemeClr>
                  </a:solidFill>
                </a:rPr>
              </a:br>
              <a:r>
                <a:rPr lang="en-US" dirty="0">
                  <a:solidFill>
                    <a:schemeClr val="bg2">
                      <a:lumMod val="40000"/>
                      <a:lumOff val="60000"/>
                    </a:schemeClr>
                  </a:solidFill>
                </a:rPr>
                <a:t>camera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A306D87-E471-151E-E56A-6D49DEA38F75}"/>
                </a:ext>
              </a:extLst>
            </p:cNvPr>
            <p:cNvSpPr txBox="1"/>
            <p:nvPr/>
          </p:nvSpPr>
          <p:spPr>
            <a:xfrm>
              <a:off x="3027059" y="1019489"/>
              <a:ext cx="90356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800" dirty="0"/>
                <a:t>📷</a:t>
              </a:r>
            </a:p>
          </p:txBody>
        </p:sp>
      </p:grpSp>
      <p:cxnSp>
        <p:nvCxnSpPr>
          <p:cNvPr id="95" name="Straight Arrow Connector 12">
            <a:extLst>
              <a:ext uri="{FF2B5EF4-FFF2-40B4-BE49-F238E27FC236}">
                <a16:creationId xmlns:a16="http://schemas.microsoft.com/office/drawing/2014/main" id="{2972FF0F-87D6-EB4D-8B1D-81C526220E41}"/>
              </a:ext>
            </a:extLst>
          </p:cNvPr>
          <p:cNvCxnSpPr>
            <a:cxnSpLocks/>
            <a:stCxn id="34" idx="2"/>
            <a:endCxn id="89" idx="0"/>
          </p:cNvCxnSpPr>
          <p:nvPr/>
        </p:nvCxnSpPr>
        <p:spPr>
          <a:xfrm>
            <a:off x="6532050" y="3334326"/>
            <a:ext cx="14104" cy="79602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1AC96845-FC15-E6C8-4B2C-B18A20624399}"/>
              </a:ext>
            </a:extLst>
          </p:cNvPr>
          <p:cNvGrpSpPr/>
          <p:nvPr/>
        </p:nvGrpSpPr>
        <p:grpSpPr>
          <a:xfrm>
            <a:off x="6818847" y="3567624"/>
            <a:ext cx="2995706" cy="707886"/>
            <a:chOff x="2710967" y="1587276"/>
            <a:chExt cx="2995706" cy="707886"/>
          </a:xfrm>
        </p:grpSpPr>
        <p:sp>
          <p:nvSpPr>
            <p:cNvPr id="103" name="Rounded Rectangle 102">
              <a:extLst>
                <a:ext uri="{FF2B5EF4-FFF2-40B4-BE49-F238E27FC236}">
                  <a16:creationId xmlns:a16="http://schemas.microsoft.com/office/drawing/2014/main" id="{D993064B-DA5E-2EC2-AB71-5718EA6BE671}"/>
                </a:ext>
              </a:extLst>
            </p:cNvPr>
            <p:cNvSpPr/>
            <p:nvPr/>
          </p:nvSpPr>
          <p:spPr>
            <a:xfrm>
              <a:off x="2710967" y="161779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04" name="Content Placeholder 2">
              <a:extLst>
                <a:ext uri="{FF2B5EF4-FFF2-40B4-BE49-F238E27FC236}">
                  <a16:creationId xmlns:a16="http://schemas.microsoft.com/office/drawing/2014/main" id="{C553EA36-AD0C-907F-4924-81F3151B9356}"/>
                </a:ext>
              </a:extLst>
            </p:cNvPr>
            <p:cNvSpPr txBox="1">
              <a:spLocks/>
            </p:cNvSpPr>
            <p:nvPr/>
          </p:nvSpPr>
          <p:spPr>
            <a:xfrm>
              <a:off x="3070966" y="1587276"/>
              <a:ext cx="2635707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look at 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the camera</a:t>
              </a:r>
            </a:p>
          </p:txBody>
        </p:sp>
      </p:grpSp>
      <p:cxnSp>
        <p:nvCxnSpPr>
          <p:cNvPr id="111" name="Straight Arrow Connector 12">
            <a:extLst>
              <a:ext uri="{FF2B5EF4-FFF2-40B4-BE49-F238E27FC236}">
                <a16:creationId xmlns:a16="http://schemas.microsoft.com/office/drawing/2014/main" id="{70781A35-1769-8245-1713-8924E10DF18C}"/>
              </a:ext>
            </a:extLst>
          </p:cNvPr>
          <p:cNvCxnSpPr>
            <a:cxnSpLocks/>
            <a:stCxn id="74" idx="0"/>
            <a:endCxn id="87" idx="0"/>
          </p:cNvCxnSpPr>
          <p:nvPr/>
        </p:nvCxnSpPr>
        <p:spPr>
          <a:xfrm rot="5400000" flipH="1" flipV="1">
            <a:off x="7165914" y="-986295"/>
            <a:ext cx="663430" cy="5880377"/>
          </a:xfrm>
          <a:prstGeom prst="bentConnector3">
            <a:avLst>
              <a:gd name="adj1" fmla="val 290264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9EE3B80C-E114-8538-DE72-18168BB9B899}"/>
              </a:ext>
            </a:extLst>
          </p:cNvPr>
          <p:cNvGrpSpPr/>
          <p:nvPr/>
        </p:nvGrpSpPr>
        <p:grpSpPr>
          <a:xfrm>
            <a:off x="9022868" y="470713"/>
            <a:ext cx="1474179" cy="760726"/>
            <a:chOff x="9671144" y="2153234"/>
            <a:chExt cx="1474179" cy="760726"/>
          </a:xfrm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4813FD03-4F97-9408-AF83-1150FD179504}"/>
                </a:ext>
              </a:extLst>
            </p:cNvPr>
            <p:cNvGrpSpPr/>
            <p:nvPr/>
          </p:nvGrpSpPr>
          <p:grpSpPr>
            <a:xfrm>
              <a:off x="9671145" y="2153234"/>
              <a:ext cx="1474178" cy="740563"/>
              <a:chOff x="4936463" y="1810793"/>
              <a:chExt cx="1474178" cy="740563"/>
            </a:xfrm>
          </p:grpSpPr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95439BD0-B716-10AF-D7E9-6F1A30557514}"/>
                  </a:ext>
                </a:extLst>
              </p:cNvPr>
              <p:cNvSpPr/>
              <p:nvPr/>
            </p:nvSpPr>
            <p:spPr>
              <a:xfrm>
                <a:off x="4936463" y="1810793"/>
                <a:ext cx="1292420" cy="74056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C795B71F-609E-3371-A2CB-331AF3710DF5}"/>
                  </a:ext>
                </a:extLst>
              </p:cNvPr>
              <p:cNvSpPr txBox="1"/>
              <p:nvPr/>
            </p:nvSpPr>
            <p:spPr>
              <a:xfrm>
                <a:off x="4998661" y="1857908"/>
                <a:ext cx="1411980" cy="646331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r>
                  <a:rPr lang="en-GB" dirty="0"/>
                  <a:t>    Locator</a:t>
                </a:r>
                <a:br>
                  <a:rPr lang="en-GB" dirty="0"/>
                </a:br>
                <a:r>
                  <a:rPr lang="en-GB" dirty="0"/>
                  <a:t>    Selfie</a:t>
                </a:r>
              </a:p>
            </p:txBody>
          </p:sp>
        </p:grp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9CC48406-0519-6D89-6248-0516B0A1DA99}"/>
                </a:ext>
              </a:extLst>
            </p:cNvPr>
            <p:cNvSpPr txBox="1"/>
            <p:nvPr/>
          </p:nvSpPr>
          <p:spPr>
            <a:xfrm>
              <a:off x="9671144" y="2247111"/>
              <a:ext cx="679801" cy="6668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🆔</a:t>
              </a:r>
              <a:b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😶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81FD245A-CA26-0D24-F11E-831F5778DB77}"/>
              </a:ext>
            </a:extLst>
          </p:cNvPr>
          <p:cNvGrpSpPr/>
          <p:nvPr/>
        </p:nvGrpSpPr>
        <p:grpSpPr>
          <a:xfrm>
            <a:off x="9780202" y="2853454"/>
            <a:ext cx="1312458" cy="1067886"/>
            <a:chOff x="3080204" y="1202380"/>
            <a:chExt cx="1312458" cy="1067886"/>
          </a:xfrm>
        </p:grpSpPr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35549934-1E1F-B3C3-A983-FCAE92286130}"/>
                </a:ext>
              </a:extLst>
            </p:cNvPr>
            <p:cNvSpPr/>
            <p:nvPr/>
          </p:nvSpPr>
          <p:spPr>
            <a:xfrm>
              <a:off x="3519752" y="1202380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7</a:t>
              </a:r>
            </a:p>
          </p:txBody>
        </p:sp>
        <p:sp>
          <p:nvSpPr>
            <p:cNvPr id="125" name="Content Placeholder 2">
              <a:extLst>
                <a:ext uri="{FF2B5EF4-FFF2-40B4-BE49-F238E27FC236}">
                  <a16:creationId xmlns:a16="http://schemas.microsoft.com/office/drawing/2014/main" id="{437A252F-4FD0-F389-AE45-2D988A91B0FA}"/>
                </a:ext>
              </a:extLst>
            </p:cNvPr>
            <p:cNvSpPr txBox="1">
              <a:spLocks/>
            </p:cNvSpPr>
            <p:nvPr/>
          </p:nvSpPr>
          <p:spPr>
            <a:xfrm>
              <a:off x="3080204" y="1562380"/>
              <a:ext cx="1312458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biometric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match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035598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BB57312-1085-E0F4-A687-88BF9A694C0B}"/>
              </a:ext>
            </a:extLst>
          </p:cNvPr>
          <p:cNvGrpSpPr/>
          <p:nvPr/>
        </p:nvGrpSpPr>
        <p:grpSpPr>
          <a:xfrm>
            <a:off x="9495567" y="1174867"/>
            <a:ext cx="1871678" cy="4052626"/>
            <a:chOff x="7125195" y="1395349"/>
            <a:chExt cx="2491201" cy="405262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C791682-5560-9B08-94E8-39A38D7EC1C4}"/>
                </a:ext>
              </a:extLst>
            </p:cNvPr>
            <p:cNvSpPr/>
            <p:nvPr/>
          </p:nvSpPr>
          <p:spPr>
            <a:xfrm>
              <a:off x="7125195" y="1395349"/>
              <a:ext cx="2491201" cy="4052626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💵 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seller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BF76DF0-6292-D387-A3FE-335A6E3622C5}"/>
                </a:ext>
              </a:extLst>
            </p:cNvPr>
            <p:cNvSpPr/>
            <p:nvPr/>
          </p:nvSpPr>
          <p:spPr>
            <a:xfrm>
              <a:off x="7233602" y="1758649"/>
              <a:ext cx="2274757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🚂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Railway</a:t>
              </a:r>
            </a:p>
          </p:txBody>
        </p:sp>
      </p:grpSp>
      <p:cxnSp>
        <p:nvCxnSpPr>
          <p:cNvPr id="15" name="Straight Arrow Connector 12">
            <a:extLst>
              <a:ext uri="{FF2B5EF4-FFF2-40B4-BE49-F238E27FC236}">
                <a16:creationId xmlns:a16="http://schemas.microsoft.com/office/drawing/2014/main" id="{3B1B3686-FF6B-76CD-2336-8F734998704D}"/>
              </a:ext>
            </a:extLst>
          </p:cNvPr>
          <p:cNvCxnSpPr>
            <a:cxnSpLocks/>
            <a:endCxn id="29" idx="3"/>
          </p:cNvCxnSpPr>
          <p:nvPr/>
        </p:nvCxnSpPr>
        <p:spPr>
          <a:xfrm flipH="1">
            <a:off x="3186509" y="1684560"/>
            <a:ext cx="6387505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773BE96-353A-D3A8-B313-85B0E49BC3B9}"/>
              </a:ext>
            </a:extLst>
          </p:cNvPr>
          <p:cNvGrpSpPr/>
          <p:nvPr/>
        </p:nvGrpSpPr>
        <p:grpSpPr>
          <a:xfrm>
            <a:off x="1197818" y="1026152"/>
            <a:ext cx="1988691" cy="1383576"/>
            <a:chOff x="4959152" y="4727414"/>
            <a:chExt cx="1988691" cy="1383576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5FB6FD9-476B-83DC-6A8B-8E71D6995D95}"/>
                </a:ext>
              </a:extLst>
            </p:cNvPr>
            <p:cNvGrpSpPr/>
            <p:nvPr/>
          </p:nvGrpSpPr>
          <p:grpSpPr>
            <a:xfrm>
              <a:off x="4959152" y="4727414"/>
              <a:ext cx="1988691" cy="1316816"/>
              <a:chOff x="4768207" y="3215212"/>
              <a:chExt cx="1988691" cy="1316816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7E6C68C4-8FAE-5BBD-8AE6-9B29882EF414}"/>
                  </a:ext>
                </a:extLst>
              </p:cNvPr>
              <p:cNvGrpSpPr/>
              <p:nvPr/>
            </p:nvGrpSpPr>
            <p:grpSpPr>
              <a:xfrm>
                <a:off x="4768207" y="3215212"/>
                <a:ext cx="1988691" cy="1316816"/>
                <a:chOff x="6139542" y="58284"/>
                <a:chExt cx="1988691" cy="1316816"/>
              </a:xfrm>
            </p:grpSpPr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2692F7E1-C80E-17AA-27E9-DFCBAD7A5B82}"/>
                    </a:ext>
                  </a:extLst>
                </p:cNvPr>
                <p:cNvSpPr/>
                <p:nvPr/>
              </p:nvSpPr>
              <p:spPr>
                <a:xfrm>
                  <a:off x="6236556" y="149580"/>
                  <a:ext cx="1791009" cy="562183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anchor="ctr"/>
                <a:lstStyle/>
                <a:p>
                  <a:r>
                    <a:rPr lang="en-GB" sz="32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🧑‍🦰</a:t>
                  </a:r>
                  <a:r>
                    <a:rPr lang="en-GB" sz="2400" dirty="0">
                      <a:solidFill>
                        <a:sysClr val="windowText" lastClr="000000"/>
                      </a:solidFill>
                      <a:latin typeface="+mj-lt"/>
                      <a:cs typeface="Arial" panose="020B0604020202020204" pitchFamily="34" charset="0"/>
                    </a:rPr>
                    <a:t> Wallet</a:t>
                  </a: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2BF8E9C1-2356-11C9-59A8-DE7AF68AD47E}"/>
                    </a:ext>
                  </a:extLst>
                </p:cNvPr>
                <p:cNvSpPr/>
                <p:nvPr/>
              </p:nvSpPr>
              <p:spPr>
                <a:xfrm>
                  <a:off x="6139542" y="58284"/>
                  <a:ext cx="1988691" cy="1316816"/>
                </a:xfrm>
                <a:prstGeom prst="rect">
                  <a:avLst/>
                </a:prstGeom>
                <a:noFill/>
                <a:ln w="12700">
                  <a:solidFill>
                    <a:srgbClr val="5A6B86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36000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endParaRPr>
                </a:p>
              </p:txBody>
            </p:sp>
          </p:grp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A5B892E-F3EE-C42A-60C8-AFE7C1410768}"/>
                  </a:ext>
                </a:extLst>
              </p:cNvPr>
              <p:cNvSpPr/>
              <p:nvPr/>
            </p:nvSpPr>
            <p:spPr>
              <a:xfrm>
                <a:off x="5501604" y="3951814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📣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C2EE545-FD58-CF19-FE2C-058B2A99EAC4}"/>
                  </a:ext>
                </a:extLst>
              </p:cNvPr>
              <p:cNvSpPr/>
              <p:nvPr/>
            </p:nvSpPr>
            <p:spPr>
              <a:xfrm>
                <a:off x="6133877" y="3951813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3200" baseline="-10000" dirty="0"/>
                  <a:t>📱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AD34953-75A5-65C5-1893-81952B3E81FB}"/>
                  </a:ext>
                </a:extLst>
              </p:cNvPr>
              <p:cNvSpPr/>
              <p:nvPr/>
            </p:nvSpPr>
            <p:spPr>
              <a:xfrm>
                <a:off x="4861649" y="3951814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 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1D20545-23EB-08E8-51CC-0A8EC0E63929}"/>
                </a:ext>
              </a:extLst>
            </p:cNvPr>
            <p:cNvSpPr txBox="1"/>
            <p:nvPr/>
          </p:nvSpPr>
          <p:spPr>
            <a:xfrm>
              <a:off x="5016883" y="5341549"/>
              <a:ext cx="502683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🤵</a:t>
              </a:r>
              <a:endParaRPr lang="en-US" sz="4400" dirty="0"/>
            </a:p>
          </p:txBody>
        </p:sp>
      </p:grpSp>
      <p:cxnSp>
        <p:nvCxnSpPr>
          <p:cNvPr id="30" name="Straight Arrow Connector 12">
            <a:extLst>
              <a:ext uri="{FF2B5EF4-FFF2-40B4-BE49-F238E27FC236}">
                <a16:creationId xmlns:a16="http://schemas.microsoft.com/office/drawing/2014/main" id="{228D7F26-7700-B59F-E1B6-7D073C25B1A8}"/>
              </a:ext>
            </a:extLst>
          </p:cNvPr>
          <p:cNvCxnSpPr>
            <a:cxnSpLocks/>
            <a:stCxn id="29" idx="1"/>
            <a:endCxn id="19" idx="1"/>
          </p:cNvCxnSpPr>
          <p:nvPr/>
        </p:nvCxnSpPr>
        <p:spPr>
          <a:xfrm rot="10800000" flipH="1" flipV="1">
            <a:off x="1197817" y="1684559"/>
            <a:ext cx="64027" cy="2521607"/>
          </a:xfrm>
          <a:prstGeom prst="bentConnector3">
            <a:avLst>
              <a:gd name="adj1" fmla="val -632185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DA8E3A0-BE43-5BC1-843A-725492DB2EF3}"/>
              </a:ext>
            </a:extLst>
          </p:cNvPr>
          <p:cNvGrpSpPr/>
          <p:nvPr/>
        </p:nvGrpSpPr>
        <p:grpSpPr>
          <a:xfrm>
            <a:off x="2177135" y="306284"/>
            <a:ext cx="3584972" cy="400110"/>
            <a:chOff x="8926562" y="3216153"/>
            <a:chExt cx="3584972" cy="400110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C02FC50-9540-569B-7F92-2E9FD8F48B9C}"/>
                </a:ext>
              </a:extLst>
            </p:cNvPr>
            <p:cNvSpPr txBox="1"/>
            <p:nvPr/>
          </p:nvSpPr>
          <p:spPr>
            <a:xfrm>
              <a:off x="9286562" y="3216153"/>
              <a:ext cx="322497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set up direct debit </a:t>
              </a: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🤝</a:t>
              </a:r>
            </a:p>
          </p:txBody>
        </p: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8A1B82F9-E9E1-5964-979E-9A501A1ECD1C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cxnSp>
        <p:nvCxnSpPr>
          <p:cNvPr id="65" name="Straight Arrow Connector 12">
            <a:extLst>
              <a:ext uri="{FF2B5EF4-FFF2-40B4-BE49-F238E27FC236}">
                <a16:creationId xmlns:a16="http://schemas.microsoft.com/office/drawing/2014/main" id="{F16A8A11-5300-D320-C77E-0BCACB7C9DB8}"/>
              </a:ext>
            </a:extLst>
          </p:cNvPr>
          <p:cNvCxnSpPr>
            <a:cxnSpLocks/>
            <a:stCxn id="29" idx="0"/>
            <a:endCxn id="14" idx="0"/>
          </p:cNvCxnSpPr>
          <p:nvPr/>
        </p:nvCxnSpPr>
        <p:spPr>
          <a:xfrm rot="16200000" flipH="1">
            <a:off x="6237427" y="-3019112"/>
            <a:ext cx="148715" cy="8239242"/>
          </a:xfrm>
          <a:prstGeom prst="bentConnector3">
            <a:avLst>
              <a:gd name="adj1" fmla="val -153717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B36EED1-D432-F21E-4086-0C20F7E5D193}"/>
              </a:ext>
            </a:extLst>
          </p:cNvPr>
          <p:cNvGrpSpPr/>
          <p:nvPr/>
        </p:nvGrpSpPr>
        <p:grpSpPr>
          <a:xfrm>
            <a:off x="6628846" y="1172969"/>
            <a:ext cx="2766050" cy="400110"/>
            <a:chOff x="8926562" y="3216153"/>
            <a:chExt cx="2766050" cy="400110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535A93F-F7F9-4CE7-BB1D-E010E0E84076}"/>
                </a:ext>
              </a:extLst>
            </p:cNvPr>
            <p:cNvSpPr txBox="1"/>
            <p:nvPr/>
          </p:nvSpPr>
          <p:spPr>
            <a:xfrm>
              <a:off x="9286562" y="3216153"/>
              <a:ext cx="240605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download token </a:t>
              </a: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🎫</a:t>
              </a:r>
              <a:endParaRPr lang="en-US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E94FF5F2-E847-A175-D320-3F47ED4E569E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1D9DB41-4E94-A4DE-AE40-D4559433905D}"/>
              </a:ext>
            </a:extLst>
          </p:cNvPr>
          <p:cNvGrpSpPr/>
          <p:nvPr/>
        </p:nvGrpSpPr>
        <p:grpSpPr>
          <a:xfrm>
            <a:off x="1183005" y="3005595"/>
            <a:ext cx="3584972" cy="400110"/>
            <a:chOff x="8926562" y="3216153"/>
            <a:chExt cx="3584972" cy="400110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EE3DD7CA-7D6C-FA69-358F-E9A0F4DDDFF1}"/>
                </a:ext>
              </a:extLst>
            </p:cNvPr>
            <p:cNvSpPr txBox="1"/>
            <p:nvPr/>
          </p:nvSpPr>
          <p:spPr>
            <a:xfrm>
              <a:off x="9286562" y="3216153"/>
              <a:ext cx="322497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add token to userable</a:t>
              </a:r>
            </a:p>
          </p:txBody>
        </p:sp>
        <p:sp>
          <p:nvSpPr>
            <p:cNvPr id="81" name="Rounded Rectangle 80">
              <a:extLst>
                <a:ext uri="{FF2B5EF4-FFF2-40B4-BE49-F238E27FC236}">
                  <a16:creationId xmlns:a16="http://schemas.microsoft.com/office/drawing/2014/main" id="{448BAFAD-2921-C94E-61F4-547233BA582F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F855AC9-11AA-A5B7-1ADB-4F1C9F0A3CC6}"/>
              </a:ext>
            </a:extLst>
          </p:cNvPr>
          <p:cNvGrpSpPr/>
          <p:nvPr/>
        </p:nvGrpSpPr>
        <p:grpSpPr>
          <a:xfrm>
            <a:off x="3349260" y="2059465"/>
            <a:ext cx="3584972" cy="400110"/>
            <a:chOff x="8926562" y="3216153"/>
            <a:chExt cx="3584972" cy="400110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47A8CF5-A621-BBB3-1C2D-89F8A73E1A14}"/>
                </a:ext>
              </a:extLst>
            </p:cNvPr>
            <p:cNvSpPr txBox="1"/>
            <p:nvPr/>
          </p:nvSpPr>
          <p:spPr>
            <a:xfrm>
              <a:off x="9286562" y="3216153"/>
              <a:ext cx="322497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test userable </a:t>
              </a: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💍</a:t>
              </a:r>
            </a:p>
          </p:txBody>
        </p:sp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2F00229F-1979-254F-A17B-4C8308EC6A08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sp>
        <p:nvSpPr>
          <p:cNvPr id="96" name="Rectangle 95">
            <a:extLst>
              <a:ext uri="{FF2B5EF4-FFF2-40B4-BE49-F238E27FC236}">
                <a16:creationId xmlns:a16="http://schemas.microsoft.com/office/drawing/2014/main" id="{39EB55C0-227D-A6A2-09F7-392CF7580ABD}"/>
              </a:ext>
            </a:extLst>
          </p:cNvPr>
          <p:cNvSpPr/>
          <p:nvPr/>
        </p:nvSpPr>
        <p:spPr>
          <a:xfrm>
            <a:off x="6055334" y="3511462"/>
            <a:ext cx="1825751" cy="51959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44000" tIns="144000" rIns="144000" bIns="144000" anchor="ctr"/>
          <a:lstStyle/>
          <a:p>
            <a:pPr algn="ctr"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💍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userable</a:t>
            </a:r>
          </a:p>
        </p:txBody>
      </p:sp>
      <p:cxnSp>
        <p:nvCxnSpPr>
          <p:cNvPr id="97" name="Straight Arrow Connector 12">
            <a:extLst>
              <a:ext uri="{FF2B5EF4-FFF2-40B4-BE49-F238E27FC236}">
                <a16:creationId xmlns:a16="http://schemas.microsoft.com/office/drawing/2014/main" id="{1264C00D-2D6B-6BD0-6C6D-503F675A32F6}"/>
              </a:ext>
            </a:extLst>
          </p:cNvPr>
          <p:cNvCxnSpPr>
            <a:cxnSpLocks/>
            <a:stCxn id="96" idx="0"/>
          </p:cNvCxnSpPr>
          <p:nvPr/>
        </p:nvCxnSpPr>
        <p:spPr>
          <a:xfrm rot="5400000" flipH="1" flipV="1">
            <a:off x="8244913" y="2062415"/>
            <a:ext cx="172345" cy="2725750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3" name="Straight Arrow Connector 12">
            <a:extLst>
              <a:ext uri="{FF2B5EF4-FFF2-40B4-BE49-F238E27FC236}">
                <a16:creationId xmlns:a16="http://schemas.microsoft.com/office/drawing/2014/main" id="{29003239-D1B3-7B5C-DDFE-E698A76D5C87}"/>
              </a:ext>
            </a:extLst>
          </p:cNvPr>
          <p:cNvCxnSpPr>
            <a:cxnSpLocks/>
            <a:stCxn id="96" idx="2"/>
          </p:cNvCxnSpPr>
          <p:nvPr/>
        </p:nvCxnSpPr>
        <p:spPr>
          <a:xfrm rot="16200000" flipH="1">
            <a:off x="8259569" y="2739699"/>
            <a:ext cx="143032" cy="2725750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EC2EEB82-8ED9-8DC3-46FE-D7ECAE960F63}"/>
              </a:ext>
            </a:extLst>
          </p:cNvPr>
          <p:cNvGrpSpPr/>
          <p:nvPr/>
        </p:nvGrpSpPr>
        <p:grpSpPr>
          <a:xfrm>
            <a:off x="10509749" y="2962246"/>
            <a:ext cx="661081" cy="1652105"/>
            <a:chOff x="9902694" y="3942278"/>
            <a:chExt cx="661081" cy="1652105"/>
          </a:xfrm>
        </p:grpSpPr>
        <p:sp>
          <p:nvSpPr>
            <p:cNvPr id="34" name="Can 33">
              <a:extLst>
                <a:ext uri="{FF2B5EF4-FFF2-40B4-BE49-F238E27FC236}">
                  <a16:creationId xmlns:a16="http://schemas.microsoft.com/office/drawing/2014/main" id="{D3A8AA15-B48D-09B8-910B-0D32FF8BECCC}"/>
                </a:ext>
              </a:extLst>
            </p:cNvPr>
            <p:cNvSpPr/>
            <p:nvPr/>
          </p:nvSpPr>
          <p:spPr>
            <a:xfrm>
              <a:off x="9902694" y="3942278"/>
              <a:ext cx="661081" cy="1652105"/>
            </a:xfrm>
            <a:prstGeom prst="can">
              <a:avLst/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en-GB" i="1" dirty="0">
                <a:solidFill>
                  <a:schemeClr val="bg2"/>
                </a:solidFill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828CFCBA-E503-B541-043F-5E81A7F6277A}"/>
                </a:ext>
              </a:extLst>
            </p:cNvPr>
            <p:cNvSpPr txBox="1"/>
            <p:nvPr/>
          </p:nvSpPr>
          <p:spPr>
            <a:xfrm rot="16200000">
              <a:off x="9577215" y="4651580"/>
              <a:ext cx="132910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i="1">
                  <a:solidFill>
                    <a:schemeClr val="bg2"/>
                  </a:solidFill>
                </a:rPr>
                <a:t>Records</a:t>
              </a:r>
              <a:endParaRPr lang="en-GB" i="1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FDBA2AD-49CF-4BCF-1368-5731406DBE58}"/>
              </a:ext>
            </a:extLst>
          </p:cNvPr>
          <p:cNvGrpSpPr/>
          <p:nvPr/>
        </p:nvGrpSpPr>
        <p:grpSpPr>
          <a:xfrm>
            <a:off x="6950320" y="2824299"/>
            <a:ext cx="3584972" cy="400110"/>
            <a:chOff x="8926562" y="3216153"/>
            <a:chExt cx="3584972" cy="400110"/>
          </a:xfrm>
        </p:grpSpPr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3BCDAEE8-55B1-83CC-99CA-EE44DF5FBABC}"/>
                </a:ext>
              </a:extLst>
            </p:cNvPr>
            <p:cNvSpPr txBox="1"/>
            <p:nvPr/>
          </p:nvSpPr>
          <p:spPr>
            <a:xfrm>
              <a:off x="9286562" y="3216153"/>
              <a:ext cx="322497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entry gate</a:t>
              </a: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23" name="Rounded Rectangle 122">
              <a:extLst>
                <a:ext uri="{FF2B5EF4-FFF2-40B4-BE49-F238E27FC236}">
                  <a16:creationId xmlns:a16="http://schemas.microsoft.com/office/drawing/2014/main" id="{37A0B368-F096-8729-9C89-B7F951ADAF02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A</a:t>
              </a: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875F57BB-8DC2-31F1-7B67-D25B5E88D6DF}"/>
              </a:ext>
            </a:extLst>
          </p:cNvPr>
          <p:cNvGrpSpPr/>
          <p:nvPr/>
        </p:nvGrpSpPr>
        <p:grpSpPr>
          <a:xfrm>
            <a:off x="6950320" y="4276349"/>
            <a:ext cx="3584972" cy="400110"/>
            <a:chOff x="8926562" y="3216153"/>
            <a:chExt cx="3584972" cy="400110"/>
          </a:xfrm>
        </p:grpSpPr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2094CC1B-0E0D-9559-3CAF-BE1CDA2F8957}"/>
                </a:ext>
              </a:extLst>
            </p:cNvPr>
            <p:cNvSpPr txBox="1"/>
            <p:nvPr/>
          </p:nvSpPr>
          <p:spPr>
            <a:xfrm>
              <a:off x="9286562" y="3216153"/>
              <a:ext cx="322497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exit gate</a:t>
              </a: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26" name="Rounded Rectangle 125">
              <a:extLst>
                <a:ext uri="{FF2B5EF4-FFF2-40B4-BE49-F238E27FC236}">
                  <a16:creationId xmlns:a16="http://schemas.microsoft.com/office/drawing/2014/main" id="{431E12EA-0D2E-B5D3-C7DE-647BC459EE8D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B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460BDDDD-FC58-A9E8-CD6A-1B785221D162}"/>
              </a:ext>
            </a:extLst>
          </p:cNvPr>
          <p:cNvSpPr/>
          <p:nvPr/>
        </p:nvSpPr>
        <p:spPr>
          <a:xfrm>
            <a:off x="1261845" y="3925075"/>
            <a:ext cx="2121930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🧳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Custodian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ADA660-A463-4BFC-FD8A-4A705117594C}"/>
              </a:ext>
            </a:extLst>
          </p:cNvPr>
          <p:cNvSpPr/>
          <p:nvPr/>
        </p:nvSpPr>
        <p:spPr>
          <a:xfrm>
            <a:off x="1183005" y="3535745"/>
            <a:ext cx="2283109" cy="1691748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owner bound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C71365A5-E2C5-D94A-E17B-6DA50C98CFC8}"/>
              </a:ext>
            </a:extLst>
          </p:cNvPr>
          <p:cNvSpPr/>
          <p:nvPr/>
        </p:nvSpPr>
        <p:spPr>
          <a:xfrm>
            <a:off x="1263931" y="4570899"/>
            <a:ext cx="2119844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💳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Payer</a:t>
            </a:r>
          </a:p>
        </p:txBody>
      </p:sp>
      <p:cxnSp>
        <p:nvCxnSpPr>
          <p:cNvPr id="140" name="Straight Arrow Connector 12">
            <a:extLst>
              <a:ext uri="{FF2B5EF4-FFF2-40B4-BE49-F238E27FC236}">
                <a16:creationId xmlns:a16="http://schemas.microsoft.com/office/drawing/2014/main" id="{2CB4B60D-1057-7AD1-98B8-D3D42398AAA0}"/>
              </a:ext>
            </a:extLst>
          </p:cNvPr>
          <p:cNvCxnSpPr>
            <a:cxnSpLocks/>
            <a:stCxn id="34" idx="3"/>
            <a:endCxn id="129" idx="3"/>
          </p:cNvCxnSpPr>
          <p:nvPr/>
        </p:nvCxnSpPr>
        <p:spPr>
          <a:xfrm rot="5400000">
            <a:off x="6993213" y="1004914"/>
            <a:ext cx="237640" cy="7456515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9C77A558-A500-5473-7B2A-A82D2E49D022}"/>
              </a:ext>
            </a:extLst>
          </p:cNvPr>
          <p:cNvGrpSpPr/>
          <p:nvPr/>
        </p:nvGrpSpPr>
        <p:grpSpPr>
          <a:xfrm>
            <a:off x="3621546" y="4320710"/>
            <a:ext cx="1365079" cy="400110"/>
            <a:chOff x="8926562" y="3216153"/>
            <a:chExt cx="1365079" cy="400110"/>
          </a:xfrm>
        </p:grpSpPr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E7AC1296-72EB-CA3D-97EB-B0D0BD8C9803}"/>
                </a:ext>
              </a:extLst>
            </p:cNvPr>
            <p:cNvSpPr txBox="1"/>
            <p:nvPr/>
          </p:nvSpPr>
          <p:spPr>
            <a:xfrm>
              <a:off x="9286562" y="3216153"/>
              <a:ext cx="100507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charge</a:t>
              </a: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45" name="Rounded Rectangle 144">
              <a:extLst>
                <a:ext uri="{FF2B5EF4-FFF2-40B4-BE49-F238E27FC236}">
                  <a16:creationId xmlns:a16="http://schemas.microsoft.com/office/drawing/2014/main" id="{E1CEEA8C-163A-CF71-32B1-D4D79696DAB0}"/>
                </a:ext>
              </a:extLst>
            </p:cNvPr>
            <p:cNvSpPr/>
            <p:nvPr/>
          </p:nvSpPr>
          <p:spPr>
            <a:xfrm>
              <a:off x="8926562" y="3239588"/>
              <a:ext cx="360000" cy="36000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C</a:t>
              </a:r>
            </a:p>
          </p:txBody>
        </p:sp>
      </p:grpSp>
      <p:cxnSp>
        <p:nvCxnSpPr>
          <p:cNvPr id="50" name="Straight Arrow Connector 12">
            <a:extLst>
              <a:ext uri="{FF2B5EF4-FFF2-40B4-BE49-F238E27FC236}">
                <a16:creationId xmlns:a16="http://schemas.microsoft.com/office/drawing/2014/main" id="{C9EFB771-DBAE-11BA-BE6C-6FB58DB6BAEB}"/>
              </a:ext>
            </a:extLst>
          </p:cNvPr>
          <p:cNvCxnSpPr>
            <a:cxnSpLocks/>
            <a:stCxn id="29" idx="2"/>
            <a:endCxn id="13" idx="2"/>
          </p:cNvCxnSpPr>
          <p:nvPr/>
        </p:nvCxnSpPr>
        <p:spPr>
          <a:xfrm rot="5400000" flipH="1" flipV="1">
            <a:off x="6190545" y="-1898032"/>
            <a:ext cx="242618" cy="8239381"/>
          </a:xfrm>
          <a:prstGeom prst="bentConnector3">
            <a:avLst>
              <a:gd name="adj1" fmla="val -94222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BE4235A9-9978-2044-774E-DBC4F3F7AD2E}"/>
              </a:ext>
            </a:extLst>
          </p:cNvPr>
          <p:cNvSpPr txBox="1"/>
          <p:nvPr/>
        </p:nvSpPr>
        <p:spPr>
          <a:xfrm>
            <a:off x="178670" y="6248084"/>
            <a:ext cx="3573094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Variable railway gates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9B8F8DB-5046-7E56-BCE1-8D8DF249D59D}"/>
              </a:ext>
            </a:extLst>
          </p:cNvPr>
          <p:cNvSpPr/>
          <p:nvPr/>
        </p:nvSpPr>
        <p:spPr>
          <a:xfrm rot="16200000">
            <a:off x="9188641" y="3505662"/>
            <a:ext cx="1655194" cy="56218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44000" rIns="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✨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Scanner</a:t>
            </a:r>
          </a:p>
        </p:txBody>
      </p:sp>
    </p:spTree>
    <p:extLst>
      <p:ext uri="{BB962C8B-B14F-4D97-AF65-F5344CB8AC3E}">
        <p14:creationId xmlns:p14="http://schemas.microsoft.com/office/powerpoint/2010/main" val="1090533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47352</TotalTime>
  <Words>515</Words>
  <Application>Microsoft Macintosh PowerPoint</Application>
  <PresentationFormat>Widescreen</PresentationFormat>
  <Paragraphs>280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Segoe UI</vt:lpstr>
      <vt:lpstr>Wingdings</vt:lpstr>
      <vt:lpstr>Amazon Ember</vt:lpstr>
      <vt:lpstr>Arial</vt:lpstr>
      <vt:lpstr>Amazon Ember Display</vt:lpstr>
      <vt:lpstr>AWS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153</cp:revision>
  <dcterms:created xsi:type="dcterms:W3CDTF">2022-10-07T16:14:37Z</dcterms:created>
  <dcterms:modified xsi:type="dcterms:W3CDTF">2025-09-16T15:26:55Z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2025-04-22T20:22:30Z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2a34e08d-3b16-4089-bbc2-afb5d4c93d7b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