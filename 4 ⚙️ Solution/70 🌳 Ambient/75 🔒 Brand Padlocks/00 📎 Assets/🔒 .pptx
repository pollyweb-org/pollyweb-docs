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842" r:id="rId2"/>
    <p:sldId id="1806" r:id="rId3"/>
    <p:sldId id="1802" r:id="rId4"/>
    <p:sldId id="1803" r:id="rId5"/>
    <p:sldId id="1804" r:id="rId6"/>
    <p:sldId id="1807" r:id="rId7"/>
    <p:sldId id="1808" r:id="rId8"/>
  </p:sldIdLst>
  <p:sldSz cx="12192000" cy="6858000"/>
  <p:notesSz cx="6858000" cy="9144000"/>
  <p:embeddedFontLst>
    <p:embeddedFont>
      <p:font typeface="Amazon Ember" panose="020B0603020204020204" pitchFamily="34" charset="0"/>
      <p:regular r:id="rId11"/>
      <p:bold r:id="rId12"/>
      <p:italic r:id="rId13"/>
      <p:boldItalic r:id="rId14"/>
    </p:embeddedFont>
    <p:embeddedFont>
      <p:font typeface="Amazon Ember Display" panose="020B0603020204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🔒 Brand Padlocks" id="{778E25A7-4AB0-4245-AB50-0420096070E8}">
          <p14:sldIdLst>
            <p14:sldId id="1842"/>
            <p14:sldId id="1806"/>
            <p14:sldId id="1802"/>
            <p14:sldId id="1803"/>
            <p14:sldId id="1804"/>
            <p14:sldId id="1807"/>
            <p14:sldId id="1808"/>
          </p14:sldIdLst>
        </p14:section>
        <p14:section name="Default Section" id="{5C5082AE-B3DA-B148-8B77-4DF170F1C44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86EC1-8FC1-815E-EE6F-0697623B0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F5532E-EBBE-96E2-D126-4B961BEC11F0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🔒 Brand Padlocks</a:t>
            </a:r>
          </a:p>
        </p:txBody>
      </p:sp>
    </p:spTree>
    <p:extLst>
      <p:ext uri="{BB962C8B-B14F-4D97-AF65-F5344CB8AC3E}">
        <p14:creationId xmlns:p14="http://schemas.microsoft.com/office/powerpoint/2010/main" val="247528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53C8D-B40D-DF24-AE10-7093CFD72A3B}"/>
              </a:ext>
            </a:extLst>
          </p:cNvPr>
          <p:cNvSpPr/>
          <p:nvPr/>
        </p:nvSpPr>
        <p:spPr>
          <a:xfrm>
            <a:off x="4475255" y="298243"/>
            <a:ext cx="2745069" cy="225970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B377E-DE84-55DF-1A24-C154A5D8A5E0}"/>
              </a:ext>
            </a:extLst>
          </p:cNvPr>
          <p:cNvSpPr/>
          <p:nvPr/>
        </p:nvSpPr>
        <p:spPr>
          <a:xfrm>
            <a:off x="6024469" y="471566"/>
            <a:ext cx="2745069" cy="190802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2D8386-0FC8-912D-1C8D-3C30728D56C8}"/>
              </a:ext>
            </a:extLst>
          </p:cNvPr>
          <p:cNvGrpSpPr/>
          <p:nvPr/>
        </p:nvGrpSpPr>
        <p:grpSpPr>
          <a:xfrm>
            <a:off x="6121585" y="1174870"/>
            <a:ext cx="2543450" cy="488501"/>
            <a:chOff x="4941376" y="3971594"/>
            <a:chExt cx="2543450" cy="4885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56A7C7-6221-2CCE-F915-6211F067EAB8}"/>
                </a:ext>
              </a:extLst>
            </p:cNvPr>
            <p:cNvSpPr/>
            <p:nvPr/>
          </p:nvSpPr>
          <p:spPr>
            <a:xfrm>
              <a:off x="4941376" y="3971594"/>
              <a:ext cx="2543450" cy="4885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356A4E-9FA2-B513-0917-F5D115295BC4}"/>
                </a:ext>
              </a:extLst>
            </p:cNvPr>
            <p:cNvSpPr txBox="1"/>
            <p:nvPr/>
          </p:nvSpPr>
          <p:spPr>
            <a:xfrm>
              <a:off x="4941376" y="4041641"/>
              <a:ext cx="2412821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dirty="0"/>
                <a:t> NFC emulator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F663B4C-0A07-1318-D1B1-F0D9AD492D82}"/>
              </a:ext>
            </a:extLst>
          </p:cNvPr>
          <p:cNvGrpSpPr/>
          <p:nvPr/>
        </p:nvGrpSpPr>
        <p:grpSpPr>
          <a:xfrm>
            <a:off x="4473928" y="2699738"/>
            <a:ext cx="3050284" cy="512403"/>
            <a:chOff x="4941377" y="3971594"/>
            <a:chExt cx="3050284" cy="51240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A40EFC3-1411-DFC9-9666-C0EF5551081B}"/>
                </a:ext>
              </a:extLst>
            </p:cNvPr>
            <p:cNvSpPr/>
            <p:nvPr/>
          </p:nvSpPr>
          <p:spPr>
            <a:xfrm>
              <a:off x="4941377" y="3971594"/>
              <a:ext cx="2745069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136996-6749-820A-E623-E2C4A352FA07}"/>
                </a:ext>
              </a:extLst>
            </p:cNvPr>
            <p:cNvSpPr txBox="1"/>
            <p:nvPr/>
          </p:nvSpPr>
          <p:spPr>
            <a:xfrm>
              <a:off x="4995167" y="4050606"/>
              <a:ext cx="2996494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🗝️</a:t>
              </a:r>
              <a:r>
                <a:rPr lang="en-GB" noProof="1"/>
                <a:t> Physical backup key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B98FD4D-9A21-B4B1-BBC3-449140F1EDA2}"/>
              </a:ext>
            </a:extLst>
          </p:cNvPr>
          <p:cNvSpPr txBox="1"/>
          <p:nvPr/>
        </p:nvSpPr>
        <p:spPr>
          <a:xfrm>
            <a:off x="4835937" y="917070"/>
            <a:ext cx="9170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dirty="0"/>
              <a:t>🔒</a:t>
            </a:r>
            <a:endParaRPr lang="en-US" sz="8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E32F0A0-6DE6-6E31-E2DC-8A225D946300}"/>
              </a:ext>
            </a:extLst>
          </p:cNvPr>
          <p:cNvSpPr txBox="1">
            <a:spLocks/>
          </p:cNvSpPr>
          <p:nvPr/>
        </p:nvSpPr>
        <p:spPr>
          <a:xfrm>
            <a:off x="4673389" y="376501"/>
            <a:ext cx="1186059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padlock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74C1DC-7564-757F-BC96-65E1ACBE7F92}"/>
              </a:ext>
            </a:extLst>
          </p:cNvPr>
          <p:cNvSpPr txBox="1"/>
          <p:nvPr/>
        </p:nvSpPr>
        <p:spPr>
          <a:xfrm>
            <a:off x="4473928" y="1941474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13B4A-B44B-1E41-A627-31FEA121BBE2}"/>
              </a:ext>
            </a:extLst>
          </p:cNvPr>
          <p:cNvSpPr txBox="1"/>
          <p:nvPr/>
        </p:nvSpPr>
        <p:spPr>
          <a:xfrm>
            <a:off x="4474951" y="646845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DA92B0-8C45-F3B7-6BAA-0EF86A990599}"/>
              </a:ext>
            </a:extLst>
          </p:cNvPr>
          <p:cNvGrpSpPr/>
          <p:nvPr/>
        </p:nvGrpSpPr>
        <p:grpSpPr>
          <a:xfrm>
            <a:off x="6125936" y="581156"/>
            <a:ext cx="2539099" cy="488501"/>
            <a:chOff x="4941376" y="3971594"/>
            <a:chExt cx="2539099" cy="48850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877715-1EBA-3917-9ABA-8329CAE03B34}"/>
                </a:ext>
              </a:extLst>
            </p:cNvPr>
            <p:cNvSpPr/>
            <p:nvPr/>
          </p:nvSpPr>
          <p:spPr>
            <a:xfrm>
              <a:off x="4941376" y="3971594"/>
              <a:ext cx="2539099" cy="4885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5A7B8A-48F8-F1E7-C058-64EE5D9813D1}"/>
                </a:ext>
              </a:extLst>
            </p:cNvPr>
            <p:cNvSpPr txBox="1"/>
            <p:nvPr/>
          </p:nvSpPr>
          <p:spPr>
            <a:xfrm>
              <a:off x="4941376" y="4041641"/>
              <a:ext cx="2505586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🔒</a:t>
              </a:r>
              <a:r>
                <a:rPr lang="en-GB" dirty="0"/>
                <a:t> Padlock static data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1E98D8-46B4-3243-EFA3-43C5EAC79AEA}"/>
              </a:ext>
            </a:extLst>
          </p:cNvPr>
          <p:cNvGrpSpPr/>
          <p:nvPr/>
        </p:nvGrpSpPr>
        <p:grpSpPr>
          <a:xfrm>
            <a:off x="6130286" y="1769878"/>
            <a:ext cx="2534749" cy="488501"/>
            <a:chOff x="4941376" y="3971594"/>
            <a:chExt cx="2534749" cy="48850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678487-0650-A802-06A3-353CE579F55C}"/>
                </a:ext>
              </a:extLst>
            </p:cNvPr>
            <p:cNvSpPr/>
            <p:nvPr/>
          </p:nvSpPr>
          <p:spPr>
            <a:xfrm>
              <a:off x="4941376" y="3971594"/>
              <a:ext cx="2534749" cy="4885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DCCB9C-A2C3-119E-CD84-63A1DADAE554}"/>
                </a:ext>
              </a:extLst>
            </p:cNvPr>
            <p:cNvSpPr txBox="1"/>
            <p:nvPr/>
          </p:nvSpPr>
          <p:spPr>
            <a:xfrm>
              <a:off x="4941376" y="4041641"/>
              <a:ext cx="2412821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♻️</a:t>
              </a:r>
              <a:r>
                <a:rPr lang="en-GB" dirty="0"/>
                <a:t> Last rotation read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4A331153-9A85-2632-6144-475A9E85EE5D}"/>
              </a:ext>
            </a:extLst>
          </p:cNvPr>
          <p:cNvSpPr/>
          <p:nvPr/>
        </p:nvSpPr>
        <p:spPr>
          <a:xfrm>
            <a:off x="1029885" y="1193471"/>
            <a:ext cx="1773936" cy="479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anchor="ctr"/>
          <a:lstStyle/>
          <a:p>
            <a:pPr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Keyholder</a:t>
            </a:r>
          </a:p>
        </p:txBody>
      </p: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019C22C9-619A-338D-8723-72356178CED3}"/>
              </a:ext>
            </a:extLst>
          </p:cNvPr>
          <p:cNvCxnSpPr>
            <a:cxnSpLocks/>
            <a:stCxn id="24" idx="0"/>
            <a:endCxn id="14" idx="1"/>
          </p:cNvCxnSpPr>
          <p:nvPr/>
        </p:nvCxnSpPr>
        <p:spPr>
          <a:xfrm rot="5400000" flipH="1" flipV="1">
            <a:off x="3014922" y="-266558"/>
            <a:ext cx="361960" cy="255809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EDE1F6-BB68-94F6-DF13-88DD45ECEFAF}"/>
              </a:ext>
            </a:extLst>
          </p:cNvPr>
          <p:cNvSpPr txBox="1"/>
          <p:nvPr/>
        </p:nvSpPr>
        <p:spPr>
          <a:xfrm>
            <a:off x="2234995" y="2256151"/>
            <a:ext cx="19859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NFC command: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sequence</a:t>
            </a:r>
            <a:b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passkey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CD04B265-4E7C-A70A-ADD5-22345FEE4C2C}"/>
              </a:ext>
            </a:extLst>
          </p:cNvPr>
          <p:cNvCxnSpPr>
            <a:cxnSpLocks/>
            <a:stCxn id="24" idx="2"/>
            <a:endCxn id="13" idx="1"/>
          </p:cNvCxnSpPr>
          <p:nvPr/>
        </p:nvCxnSpPr>
        <p:spPr>
          <a:xfrm rot="16200000" flipH="1">
            <a:off x="2968765" y="620977"/>
            <a:ext cx="453250" cy="255707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60A465D-B9C1-912A-57B8-5C93710631B5}"/>
              </a:ext>
            </a:extLst>
          </p:cNvPr>
          <p:cNvSpPr txBox="1"/>
          <p:nvPr/>
        </p:nvSpPr>
        <p:spPr>
          <a:xfrm>
            <a:off x="2256487" y="325315"/>
            <a:ext cx="18580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NFC scan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42BCAD-E539-01E5-5B85-0C0D2ADEEC6D}"/>
              </a:ext>
            </a:extLst>
          </p:cNvPr>
          <p:cNvSpPr/>
          <p:nvPr/>
        </p:nvSpPr>
        <p:spPr>
          <a:xfrm>
            <a:off x="9461767" y="1199137"/>
            <a:ext cx="1773936" cy="479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anchor="ctr"/>
          <a:lstStyle/>
          <a:p>
            <a:pPr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Keyholder</a:t>
            </a:r>
          </a:p>
        </p:txBody>
      </p: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F116D810-D5C1-4C97-31AA-AB483A719CA5}"/>
              </a:ext>
            </a:extLst>
          </p:cNvPr>
          <p:cNvCxnSpPr>
            <a:cxnSpLocks/>
            <a:stCxn id="19" idx="3"/>
            <a:endCxn id="42" idx="0"/>
          </p:cNvCxnSpPr>
          <p:nvPr/>
        </p:nvCxnSpPr>
        <p:spPr>
          <a:xfrm>
            <a:off x="8665035" y="825407"/>
            <a:ext cx="1683700" cy="37373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A24B819-35F6-6511-15C0-86393E48B1C5}"/>
              </a:ext>
            </a:extLst>
          </p:cNvPr>
          <p:cNvSpPr txBox="1"/>
          <p:nvPr/>
        </p:nvSpPr>
        <p:spPr>
          <a:xfrm>
            <a:off x="9266232" y="288929"/>
            <a:ext cx="1969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padlock locator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A5E704-6F8B-D4B9-CDC0-74D2C3748CB6}"/>
              </a:ext>
            </a:extLst>
          </p:cNvPr>
          <p:cNvSpPr txBox="1"/>
          <p:nvPr/>
        </p:nvSpPr>
        <p:spPr>
          <a:xfrm>
            <a:off x="9266231" y="2126140"/>
            <a:ext cx="24380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NFC response: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</a:t>
            </a:r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👍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success</a:t>
            </a:r>
            <a:b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</a:t>
            </a:r>
            <a:r>
              <a:rPr lang="en-GB" sz="2400" baseline="-9000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🔋</a:t>
            </a:r>
            <a:r>
              <a:rPr lang="en-GB" baseline="-9000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status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48" name="Straight Arrow Connector 12">
            <a:extLst>
              <a:ext uri="{FF2B5EF4-FFF2-40B4-BE49-F238E27FC236}">
                <a16:creationId xmlns:a16="http://schemas.microsoft.com/office/drawing/2014/main" id="{3F56638D-C881-8D61-76FC-0FF927260B51}"/>
              </a:ext>
            </a:extLst>
          </p:cNvPr>
          <p:cNvCxnSpPr>
            <a:cxnSpLocks/>
            <a:stCxn id="22" idx="3"/>
            <a:endCxn id="42" idx="2"/>
          </p:cNvCxnSpPr>
          <p:nvPr/>
        </p:nvCxnSpPr>
        <p:spPr>
          <a:xfrm flipV="1">
            <a:off x="8665035" y="1678556"/>
            <a:ext cx="1683700" cy="33557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97670C3-09F1-22A9-E811-7CDCA77DCE1E}"/>
              </a:ext>
            </a:extLst>
          </p:cNvPr>
          <p:cNvSpPr/>
          <p:nvPr/>
        </p:nvSpPr>
        <p:spPr>
          <a:xfrm>
            <a:off x="1896487" y="339672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0D55E05-E820-B826-BD42-60EA4DCF9041}"/>
              </a:ext>
            </a:extLst>
          </p:cNvPr>
          <p:cNvSpPr/>
          <p:nvPr/>
        </p:nvSpPr>
        <p:spPr>
          <a:xfrm>
            <a:off x="1901724" y="2256151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A39D2EDC-2C66-C3A9-8AC1-32652F84E806}"/>
              </a:ext>
            </a:extLst>
          </p:cNvPr>
          <p:cNvSpPr/>
          <p:nvPr/>
        </p:nvSpPr>
        <p:spPr>
          <a:xfrm>
            <a:off x="8897523" y="32531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4BE4E3C6-F6ED-D282-EF9A-31AD1198394A}"/>
              </a:ext>
            </a:extLst>
          </p:cNvPr>
          <p:cNvSpPr/>
          <p:nvPr/>
        </p:nvSpPr>
        <p:spPr>
          <a:xfrm>
            <a:off x="8897523" y="214225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324EC0F-3329-E360-9F49-2989B07C3CD4}"/>
              </a:ext>
            </a:extLst>
          </p:cNvPr>
          <p:cNvGrpSpPr/>
          <p:nvPr/>
        </p:nvGrpSpPr>
        <p:grpSpPr>
          <a:xfrm>
            <a:off x="4478822" y="3808508"/>
            <a:ext cx="1773936" cy="940628"/>
            <a:chOff x="7507403" y="1006814"/>
            <a:chExt cx="575485" cy="94062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72E290C-E711-4C86-3B59-B5D206F1F562}"/>
                </a:ext>
              </a:extLst>
            </p:cNvPr>
            <p:cNvSpPr/>
            <p:nvPr/>
          </p:nvSpPr>
          <p:spPr>
            <a:xfrm>
              <a:off x="7538137" y="1386858"/>
              <a:ext cx="523728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🌼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Keybox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7C6982E-E4A6-7951-E92F-5332881166F7}"/>
                </a:ext>
              </a:extLst>
            </p:cNvPr>
            <p:cNvSpPr/>
            <p:nvPr/>
          </p:nvSpPr>
          <p:spPr>
            <a:xfrm>
              <a:off x="7507403" y="1006814"/>
              <a:ext cx="575485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9E085E18-4FCA-AB60-6F0C-9992436A95F3}"/>
              </a:ext>
            </a:extLst>
          </p:cNvPr>
          <p:cNvCxnSpPr>
            <a:cxnSpLocks/>
            <a:stCxn id="65" idx="1"/>
            <a:endCxn id="24" idx="1"/>
          </p:cNvCxnSpPr>
          <p:nvPr/>
        </p:nvCxnSpPr>
        <p:spPr>
          <a:xfrm rot="10800000">
            <a:off x="1029886" y="1433182"/>
            <a:ext cx="3448937" cy="2845641"/>
          </a:xfrm>
          <a:prstGeom prst="bentConnector3">
            <a:avLst>
              <a:gd name="adj1" fmla="val 106628"/>
            </a:avLst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A950E0A-9294-DFE0-47A5-6BDD41AE8B6F}"/>
              </a:ext>
            </a:extLst>
          </p:cNvPr>
          <p:cNvSpPr txBox="1"/>
          <p:nvPr/>
        </p:nvSpPr>
        <p:spPr>
          <a:xfrm>
            <a:off x="679621" y="4311739"/>
            <a:ext cx="19859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key rotations</a:t>
            </a:r>
          </a:p>
        </p:txBody>
      </p:sp>
      <p:cxnSp>
        <p:nvCxnSpPr>
          <p:cNvPr id="81" name="Straight Arrow Connector 12">
            <a:extLst>
              <a:ext uri="{FF2B5EF4-FFF2-40B4-BE49-F238E27FC236}">
                <a16:creationId xmlns:a16="http://schemas.microsoft.com/office/drawing/2014/main" id="{5344075D-4F47-DC8B-8756-442763A50CF9}"/>
              </a:ext>
            </a:extLst>
          </p:cNvPr>
          <p:cNvCxnSpPr>
            <a:cxnSpLocks/>
            <a:stCxn id="3" idx="2"/>
            <a:endCxn id="85" idx="2"/>
          </p:cNvCxnSpPr>
          <p:nvPr/>
        </p:nvCxnSpPr>
        <p:spPr>
          <a:xfrm rot="5400000" flipH="1" flipV="1">
            <a:off x="7555365" y="2213148"/>
            <a:ext cx="8084" cy="324806"/>
          </a:xfrm>
          <a:prstGeom prst="bentConnector3">
            <a:avLst>
              <a:gd name="adj1" fmla="val -325870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7CD5F3B-AE1A-9FED-85B8-2570C53ED5A6}"/>
              </a:ext>
            </a:extLst>
          </p:cNvPr>
          <p:cNvSpPr txBox="1"/>
          <p:nvPr/>
        </p:nvSpPr>
        <p:spPr>
          <a:xfrm>
            <a:off x="7508610" y="2002177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9E60E2C-E041-2EEF-E541-4B7355F236A3}"/>
              </a:ext>
            </a:extLst>
          </p:cNvPr>
          <p:cNvSpPr txBox="1"/>
          <p:nvPr/>
        </p:nvSpPr>
        <p:spPr>
          <a:xfrm>
            <a:off x="7765713" y="2765269"/>
            <a:ext cx="1863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valid?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D6A6DA05-F516-E1B8-6D6C-5EAC3843F35A}"/>
              </a:ext>
            </a:extLst>
          </p:cNvPr>
          <p:cNvSpPr/>
          <p:nvPr/>
        </p:nvSpPr>
        <p:spPr>
          <a:xfrm>
            <a:off x="7397004" y="278138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3F221EA-46A7-23D2-7B13-58E732BC88AA}"/>
              </a:ext>
            </a:extLst>
          </p:cNvPr>
          <p:cNvSpPr txBox="1"/>
          <p:nvPr/>
        </p:nvSpPr>
        <p:spPr>
          <a:xfrm>
            <a:off x="4629375" y="2066355"/>
            <a:ext cx="1324623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9000" noProof="1">
                <a:effectLst>
                  <a:glow>
                    <a:schemeClr val="bg1"/>
                  </a:glow>
                </a:effectLst>
              </a:rPr>
              <a:t>🔋</a:t>
            </a:r>
            <a:r>
              <a:rPr lang="en-GB" noProof="1"/>
              <a:t> Battery</a:t>
            </a:r>
          </a:p>
        </p:txBody>
      </p:sp>
      <p:cxnSp>
        <p:nvCxnSpPr>
          <p:cNvPr id="99" name="Straight Arrow Connector 12">
            <a:extLst>
              <a:ext uri="{FF2B5EF4-FFF2-40B4-BE49-F238E27FC236}">
                <a16:creationId xmlns:a16="http://schemas.microsoft.com/office/drawing/2014/main" id="{3959C75D-BD02-FFCC-5992-4C4A2B015D8B}"/>
              </a:ext>
            </a:extLst>
          </p:cNvPr>
          <p:cNvCxnSpPr>
            <a:cxnSpLocks/>
            <a:stCxn id="42" idx="3"/>
            <a:endCxn id="65" idx="3"/>
          </p:cNvCxnSpPr>
          <p:nvPr/>
        </p:nvCxnSpPr>
        <p:spPr>
          <a:xfrm flipH="1">
            <a:off x="6252758" y="1438847"/>
            <a:ext cx="4982945" cy="2839975"/>
          </a:xfrm>
          <a:prstGeom prst="bentConnector3">
            <a:avLst>
              <a:gd name="adj1" fmla="val -4588"/>
            </a:avLst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058493E1-6BAB-D9A5-D524-CA33B6BD7CA8}"/>
              </a:ext>
            </a:extLst>
          </p:cNvPr>
          <p:cNvSpPr txBox="1"/>
          <p:nvPr/>
        </p:nvSpPr>
        <p:spPr>
          <a:xfrm>
            <a:off x="8961120" y="4311739"/>
            <a:ext cx="2612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800" baseline="-9000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🔋</a:t>
            </a:r>
            <a:r>
              <a:rPr lang="en-GB" sz="2000" baseline="-9000" noProof="1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status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79869-BE4B-DD79-E86D-59F3D746CB24}"/>
              </a:ext>
            </a:extLst>
          </p:cNvPr>
          <p:cNvSpPr txBox="1"/>
          <p:nvPr/>
        </p:nvSpPr>
        <p:spPr>
          <a:xfrm>
            <a:off x="218143" y="6278524"/>
            <a:ext cx="187711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PADLOCK 1</a:t>
            </a:r>
          </a:p>
        </p:txBody>
      </p:sp>
    </p:spTree>
    <p:extLst>
      <p:ext uri="{BB962C8B-B14F-4D97-AF65-F5344CB8AC3E}">
        <p14:creationId xmlns:p14="http://schemas.microsoft.com/office/powerpoint/2010/main" val="99297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951C-74F3-2291-47EA-295F2FBC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49">
            <a:extLst>
              <a:ext uri="{FF2B5EF4-FFF2-40B4-BE49-F238E27FC236}">
                <a16:creationId xmlns:a16="http://schemas.microsoft.com/office/drawing/2014/main" id="{FA55024D-3DD4-E290-DF1E-1C6B8DF406A6}"/>
              </a:ext>
            </a:extLst>
          </p:cNvPr>
          <p:cNvSpPr/>
          <p:nvPr/>
        </p:nvSpPr>
        <p:spPr>
          <a:xfrm>
            <a:off x="5886037" y="2002971"/>
            <a:ext cx="3480619" cy="225970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2078A1A-1D17-5203-9503-BF8279F83221}"/>
              </a:ext>
            </a:extLst>
          </p:cNvPr>
          <p:cNvGrpSpPr/>
          <p:nvPr/>
        </p:nvGrpSpPr>
        <p:grpSpPr>
          <a:xfrm>
            <a:off x="5886037" y="308603"/>
            <a:ext cx="1961698" cy="946470"/>
            <a:chOff x="7542594" y="1006814"/>
            <a:chExt cx="636397" cy="946470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9B83547-65F6-89E9-BF13-25073567D533}"/>
                </a:ext>
              </a:extLst>
            </p:cNvPr>
            <p:cNvSpPr/>
            <p:nvPr/>
          </p:nvSpPr>
          <p:spPr>
            <a:xfrm>
              <a:off x="7542594" y="1006814"/>
              <a:ext cx="636397" cy="9464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B458299-4F39-9B15-AEB6-8218D0F068D6}"/>
                </a:ext>
              </a:extLst>
            </p:cNvPr>
            <p:cNvSpPr/>
            <p:nvPr/>
          </p:nvSpPr>
          <p:spPr>
            <a:xfrm>
              <a:off x="7565777" y="1386858"/>
              <a:ext cx="587714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Keymaker</a:t>
              </a: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10C4E6F-C915-4C3B-EEBF-1DF29D6FC2CD}"/>
              </a:ext>
            </a:extLst>
          </p:cNvPr>
          <p:cNvSpPr/>
          <p:nvPr/>
        </p:nvSpPr>
        <p:spPr>
          <a:xfrm>
            <a:off x="7642348" y="2149274"/>
            <a:ext cx="1568444" cy="194566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D27B5C4-291C-4268-BF11-F7AE0EBC7B66}"/>
              </a:ext>
            </a:extLst>
          </p:cNvPr>
          <p:cNvGrpSpPr/>
          <p:nvPr/>
        </p:nvGrpSpPr>
        <p:grpSpPr>
          <a:xfrm>
            <a:off x="7748196" y="2836690"/>
            <a:ext cx="1356748" cy="512403"/>
            <a:chOff x="4941377" y="3971594"/>
            <a:chExt cx="1356748" cy="51240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183896E-404B-E960-B83F-855D77FD690D}"/>
                </a:ext>
              </a:extLst>
            </p:cNvPr>
            <p:cNvSpPr/>
            <p:nvPr/>
          </p:nvSpPr>
          <p:spPr>
            <a:xfrm>
              <a:off x="4941377" y="3971594"/>
              <a:ext cx="1356748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871370E-1DD7-063F-F46A-B9CCB931219C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🔒</a:t>
              </a:r>
              <a:r>
                <a:rPr lang="en-GB" dirty="0"/>
                <a:t> Padlock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4C92F90-35B4-1522-4627-EFD413152345}"/>
              </a:ext>
            </a:extLst>
          </p:cNvPr>
          <p:cNvGrpSpPr/>
          <p:nvPr/>
        </p:nvGrpSpPr>
        <p:grpSpPr>
          <a:xfrm>
            <a:off x="7748196" y="3470979"/>
            <a:ext cx="1410538" cy="512403"/>
            <a:chOff x="4941377" y="3971594"/>
            <a:chExt cx="1410538" cy="51240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9BEBFE7-5302-166E-0BB0-84522D629BEF}"/>
                </a:ext>
              </a:extLst>
            </p:cNvPr>
            <p:cNvSpPr/>
            <p:nvPr/>
          </p:nvSpPr>
          <p:spPr>
            <a:xfrm>
              <a:off x="4941377" y="3971594"/>
              <a:ext cx="1356748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A88C9A3-CD51-A969-7820-B6ED7302C6F4}"/>
                </a:ext>
              </a:extLst>
            </p:cNvPr>
            <p:cNvSpPr txBox="1"/>
            <p:nvPr/>
          </p:nvSpPr>
          <p:spPr>
            <a:xfrm>
              <a:off x="4995167" y="4050606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🗝️</a:t>
              </a:r>
              <a:r>
                <a:rPr lang="en-GB" noProof="1"/>
                <a:t> Backup</a:t>
              </a:r>
            </a:p>
          </p:txBody>
        </p:sp>
      </p:grp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68BEFE9F-A9ED-2AE4-6135-03DFD4A5E290}"/>
              </a:ext>
            </a:extLst>
          </p:cNvPr>
          <p:cNvSpPr txBox="1">
            <a:spLocks/>
          </p:cNvSpPr>
          <p:nvPr/>
        </p:nvSpPr>
        <p:spPr>
          <a:xfrm>
            <a:off x="7709005" y="2264493"/>
            <a:ext cx="143513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extension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DE02A27-526E-EF6A-6EF5-CBBCBAC18528}"/>
              </a:ext>
            </a:extLst>
          </p:cNvPr>
          <p:cNvSpPr txBox="1"/>
          <p:nvPr/>
        </p:nvSpPr>
        <p:spPr>
          <a:xfrm>
            <a:off x="6317043" y="2785949"/>
            <a:ext cx="9170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dirty="0"/>
              <a:t>💼</a:t>
            </a:r>
            <a:endParaRPr lang="en-US" sz="8000" dirty="0"/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2962EAC1-6374-9F51-A94B-C563158E113E}"/>
              </a:ext>
            </a:extLst>
          </p:cNvPr>
          <p:cNvSpPr txBox="1">
            <a:spLocks/>
          </p:cNvSpPr>
          <p:nvPr/>
        </p:nvSpPr>
        <p:spPr>
          <a:xfrm>
            <a:off x="6171260" y="2264109"/>
            <a:ext cx="1186059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briefcase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D2BACC0F-7BEE-DAEF-DBE1-68FEA8D4F816}"/>
              </a:ext>
            </a:extLst>
          </p:cNvPr>
          <p:cNvGrpSpPr/>
          <p:nvPr/>
        </p:nvGrpSpPr>
        <p:grpSpPr>
          <a:xfrm>
            <a:off x="9984862" y="2007017"/>
            <a:ext cx="1450952" cy="914293"/>
            <a:chOff x="7532097" y="1006813"/>
            <a:chExt cx="689160" cy="914293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DDB458E-C993-9321-5FAC-04A3F7EB24B7}"/>
                </a:ext>
              </a:extLst>
            </p:cNvPr>
            <p:cNvSpPr/>
            <p:nvPr/>
          </p:nvSpPr>
          <p:spPr>
            <a:xfrm>
              <a:off x="7565777" y="1386858"/>
              <a:ext cx="626744" cy="46510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Brand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DC57F0B-D342-221E-3B5B-78CDB6B65F99}"/>
                </a:ext>
              </a:extLst>
            </p:cNvPr>
            <p:cNvSpPr/>
            <p:nvPr/>
          </p:nvSpPr>
          <p:spPr>
            <a:xfrm>
              <a:off x="7532097" y="1006813"/>
              <a:ext cx="689160" cy="91429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</p:grpSp>
      <p:cxnSp>
        <p:nvCxnSpPr>
          <p:cNvPr id="169" name="Straight Arrow Connector 12">
            <a:extLst>
              <a:ext uri="{FF2B5EF4-FFF2-40B4-BE49-F238E27FC236}">
                <a16:creationId xmlns:a16="http://schemas.microsoft.com/office/drawing/2014/main" id="{DF036F98-AEF8-D2DF-FA83-3F2901E090A5}"/>
              </a:ext>
            </a:extLst>
          </p:cNvPr>
          <p:cNvCxnSpPr>
            <a:cxnSpLocks/>
            <a:stCxn id="126" idx="3"/>
            <a:endCxn id="133" idx="0"/>
          </p:cNvCxnSpPr>
          <p:nvPr/>
        </p:nvCxnSpPr>
        <p:spPr>
          <a:xfrm>
            <a:off x="7847735" y="781838"/>
            <a:ext cx="578835" cy="1367436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CA9DE0-2118-9CA7-B0D7-CEFF65AE3CDA}"/>
              </a:ext>
            </a:extLst>
          </p:cNvPr>
          <p:cNvSpPr txBox="1"/>
          <p:nvPr/>
        </p:nvSpPr>
        <p:spPr>
          <a:xfrm>
            <a:off x="7900909" y="316705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supply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2A0EE9F-5853-67A7-F5A9-42FDEF27AA9C}"/>
              </a:ext>
            </a:extLst>
          </p:cNvPr>
          <p:cNvSpPr txBox="1"/>
          <p:nvPr/>
        </p:nvSpPr>
        <p:spPr>
          <a:xfrm>
            <a:off x="9472504" y="3195715"/>
            <a:ext cx="1372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assemble</a:t>
            </a:r>
          </a:p>
        </p:txBody>
      </p:sp>
      <p:cxnSp>
        <p:nvCxnSpPr>
          <p:cNvPr id="157" name="Straight Arrow Connector 12">
            <a:extLst>
              <a:ext uri="{FF2B5EF4-FFF2-40B4-BE49-F238E27FC236}">
                <a16:creationId xmlns:a16="http://schemas.microsoft.com/office/drawing/2014/main" id="{D230225C-E29D-24FF-F1AD-3CE891299BCE}"/>
              </a:ext>
            </a:extLst>
          </p:cNvPr>
          <p:cNvCxnSpPr>
            <a:cxnSpLocks/>
            <a:stCxn id="153" idx="2"/>
            <a:endCxn id="150" idx="3"/>
          </p:cNvCxnSpPr>
          <p:nvPr/>
        </p:nvCxnSpPr>
        <p:spPr>
          <a:xfrm rot="5400000">
            <a:off x="9932741" y="2355225"/>
            <a:ext cx="211512" cy="1343682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C3E2DF-81DD-3B9A-6AB5-4F76E920C101}"/>
              </a:ext>
            </a:extLst>
          </p:cNvPr>
          <p:cNvGrpSpPr/>
          <p:nvPr/>
        </p:nvGrpSpPr>
        <p:grpSpPr>
          <a:xfrm>
            <a:off x="2314984" y="2002971"/>
            <a:ext cx="1091326" cy="2259701"/>
            <a:chOff x="5983932" y="1362563"/>
            <a:chExt cx="1091326" cy="225970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1A9B7F-9F5B-287A-049D-70406BC1B8A6}"/>
                </a:ext>
              </a:extLst>
            </p:cNvPr>
            <p:cNvSpPr/>
            <p:nvPr/>
          </p:nvSpPr>
          <p:spPr>
            <a:xfrm>
              <a:off x="5988842" y="1362563"/>
              <a:ext cx="1086416" cy="225970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96EF06-71B9-4C84-6956-E25E59B22247}"/>
                </a:ext>
              </a:extLst>
            </p:cNvPr>
            <p:cNvGrpSpPr/>
            <p:nvPr/>
          </p:nvGrpSpPr>
          <p:grpSpPr>
            <a:xfrm>
              <a:off x="5983932" y="1506376"/>
              <a:ext cx="1091326" cy="1449041"/>
              <a:chOff x="3154545" y="547808"/>
              <a:chExt cx="1091326" cy="144904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611183-277E-8F4A-E06E-2EC6158C7A2D}"/>
                  </a:ext>
                </a:extLst>
              </p:cNvPr>
              <p:cNvSpPr txBox="1"/>
              <p:nvPr/>
            </p:nvSpPr>
            <p:spPr>
              <a:xfrm>
                <a:off x="3154545" y="550299"/>
                <a:ext cx="1091326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8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747A09-C800-9F65-9D83-0C7D00886C90}"/>
                  </a:ext>
                </a:extLst>
              </p:cNvPr>
              <p:cNvSpPr txBox="1"/>
              <p:nvPr/>
            </p:nvSpPr>
            <p:spPr>
              <a:xfrm flipH="1">
                <a:off x="3566678" y="1533236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D4E983-1FA4-ED23-096D-0E6ACFCD7F27}"/>
                  </a:ext>
                </a:extLst>
              </p:cNvPr>
              <p:cNvSpPr txBox="1"/>
              <p:nvPr/>
            </p:nvSpPr>
            <p:spPr>
              <a:xfrm flipH="1">
                <a:off x="3566678" y="131156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225FC1C-A630-C7C5-245D-995F8A0105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1660" y="547808"/>
                <a:ext cx="96200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owner</a:t>
                </a: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1054F53E-724B-966C-FCCE-9D31DF5BD53B}"/>
              </a:ext>
            </a:extLst>
          </p:cNvPr>
          <p:cNvSpPr/>
          <p:nvPr/>
        </p:nvSpPr>
        <p:spPr>
          <a:xfrm>
            <a:off x="1957907" y="3547614"/>
            <a:ext cx="1773936" cy="479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anchor="ctr"/>
          <a:lstStyle/>
          <a:p>
            <a:pPr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Keyholder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F02D70-6110-0BE1-CF06-7E3DB8644D4D}"/>
              </a:ext>
            </a:extLst>
          </p:cNvPr>
          <p:cNvGrpSpPr/>
          <p:nvPr/>
        </p:nvGrpSpPr>
        <p:grpSpPr>
          <a:xfrm>
            <a:off x="1980254" y="308604"/>
            <a:ext cx="1773936" cy="940628"/>
            <a:chOff x="7507403" y="1006814"/>
            <a:chExt cx="575485" cy="94062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3C06662-D351-A6B7-6100-CC3599581448}"/>
                </a:ext>
              </a:extLst>
            </p:cNvPr>
            <p:cNvSpPr/>
            <p:nvPr/>
          </p:nvSpPr>
          <p:spPr>
            <a:xfrm>
              <a:off x="7538137" y="1386858"/>
              <a:ext cx="523728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🌼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Keybox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280221-64C4-7842-5BE3-5B0857CF0F2A}"/>
                </a:ext>
              </a:extLst>
            </p:cNvPr>
            <p:cNvSpPr/>
            <p:nvPr/>
          </p:nvSpPr>
          <p:spPr>
            <a:xfrm>
              <a:off x="7507403" y="1006814"/>
              <a:ext cx="575485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24" name="Straight Arrow Connector 12">
            <a:extLst>
              <a:ext uri="{FF2B5EF4-FFF2-40B4-BE49-F238E27FC236}">
                <a16:creationId xmlns:a16="http://schemas.microsoft.com/office/drawing/2014/main" id="{E2FAA17F-F8CF-0A6D-016C-D61EFAEB318C}"/>
              </a:ext>
            </a:extLst>
          </p:cNvPr>
          <p:cNvCxnSpPr>
            <a:cxnSpLocks/>
            <a:stCxn id="20" idx="3"/>
            <a:endCxn id="59" idx="1"/>
          </p:cNvCxnSpPr>
          <p:nvPr/>
        </p:nvCxnSpPr>
        <p:spPr>
          <a:xfrm>
            <a:off x="3731843" y="3787324"/>
            <a:ext cx="2152867" cy="0"/>
          </a:xfrm>
          <a:prstGeom prst="straightConnector1">
            <a:avLst/>
          </a:prstGeom>
          <a:ln>
            <a:solidFill>
              <a:schemeClr val="accent5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9B0ECC4E-A431-AE6E-1F33-2607ECD90BF5}"/>
              </a:ext>
            </a:extLst>
          </p:cNvPr>
          <p:cNvCxnSpPr>
            <a:cxnSpLocks/>
            <a:stCxn id="23" idx="3"/>
            <a:endCxn id="126" idx="1"/>
          </p:cNvCxnSpPr>
          <p:nvPr/>
        </p:nvCxnSpPr>
        <p:spPr>
          <a:xfrm>
            <a:off x="3754190" y="778918"/>
            <a:ext cx="2131847" cy="292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lg" len="lg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12">
            <a:extLst>
              <a:ext uri="{FF2B5EF4-FFF2-40B4-BE49-F238E27FC236}">
                <a16:creationId xmlns:a16="http://schemas.microsoft.com/office/drawing/2014/main" id="{107F3052-6F47-C25F-3CFB-0D82789A9266}"/>
              </a:ext>
            </a:extLst>
          </p:cNvPr>
          <p:cNvCxnSpPr>
            <a:cxnSpLocks/>
            <a:stCxn id="20" idx="1"/>
            <a:endCxn id="23" idx="1"/>
          </p:cNvCxnSpPr>
          <p:nvPr/>
        </p:nvCxnSpPr>
        <p:spPr>
          <a:xfrm rot="10800000" flipH="1">
            <a:off x="1957906" y="778918"/>
            <a:ext cx="22347" cy="3008406"/>
          </a:xfrm>
          <a:prstGeom prst="bentConnector3">
            <a:avLst>
              <a:gd name="adj1" fmla="val -1022956"/>
            </a:avLst>
          </a:prstGeom>
          <a:ln>
            <a:solidFill>
              <a:schemeClr val="tx1"/>
            </a:solidFill>
            <a:prstDash val="dash"/>
            <a:headEnd type="triangle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12">
            <a:extLst>
              <a:ext uri="{FF2B5EF4-FFF2-40B4-BE49-F238E27FC236}">
                <a16:creationId xmlns:a16="http://schemas.microsoft.com/office/drawing/2014/main" id="{CB21E0F0-DA0F-8B36-D14B-CAFA27A89BBB}"/>
              </a:ext>
            </a:extLst>
          </p:cNvPr>
          <p:cNvCxnSpPr>
            <a:cxnSpLocks/>
            <a:stCxn id="16" idx="3"/>
            <a:endCxn id="66" idx="1"/>
          </p:cNvCxnSpPr>
          <p:nvPr/>
        </p:nvCxnSpPr>
        <p:spPr>
          <a:xfrm>
            <a:off x="3406310" y="2872550"/>
            <a:ext cx="2479423" cy="3765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57B506B-DA23-D874-240A-0600B796CAD7}"/>
              </a:ext>
            </a:extLst>
          </p:cNvPr>
          <p:cNvSpPr txBox="1"/>
          <p:nvPr/>
        </p:nvSpPr>
        <p:spPr>
          <a:xfrm>
            <a:off x="5884710" y="3602658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E17CD0-2589-DAA7-3D66-490A4664DDE1}"/>
              </a:ext>
            </a:extLst>
          </p:cNvPr>
          <p:cNvSpPr txBox="1"/>
          <p:nvPr/>
        </p:nvSpPr>
        <p:spPr>
          <a:xfrm>
            <a:off x="5885733" y="2691649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 </a:t>
            </a:r>
          </a:p>
        </p:txBody>
      </p: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4CDFF805-F849-C93E-3A04-EFCC2E98E854}"/>
              </a:ext>
            </a:extLst>
          </p:cNvPr>
          <p:cNvCxnSpPr>
            <a:cxnSpLocks/>
            <a:stCxn id="14" idx="0"/>
            <a:endCxn id="23" idx="2"/>
          </p:cNvCxnSpPr>
          <p:nvPr/>
        </p:nvCxnSpPr>
        <p:spPr>
          <a:xfrm flipV="1">
            <a:off x="2863102" y="1249232"/>
            <a:ext cx="4120" cy="753739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904F37C-ACD5-9069-8603-5A3847200E85}"/>
              </a:ext>
            </a:extLst>
          </p:cNvPr>
          <p:cNvSpPr txBox="1"/>
          <p:nvPr/>
        </p:nvSpPr>
        <p:spPr>
          <a:xfrm>
            <a:off x="1979194" y="869339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44AA38-90D7-8BA0-CD7F-17B9486EF52A}"/>
              </a:ext>
            </a:extLst>
          </p:cNvPr>
          <p:cNvGrpSpPr/>
          <p:nvPr/>
        </p:nvGrpSpPr>
        <p:grpSpPr>
          <a:xfrm>
            <a:off x="3544597" y="2366032"/>
            <a:ext cx="2086800" cy="400110"/>
            <a:chOff x="4202075" y="2009905"/>
            <a:chExt cx="2086800" cy="400110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5756E74-ED8E-316D-30B2-2052FFC7678D}"/>
                </a:ext>
              </a:extLst>
            </p:cNvPr>
            <p:cNvSpPr txBox="1"/>
            <p:nvPr/>
          </p:nvSpPr>
          <p:spPr>
            <a:xfrm>
              <a:off x="4575095" y="2009905"/>
              <a:ext cx="17137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</a:t>
              </a:r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4B48B325-4271-7FD1-7417-56F6097BED86}"/>
                </a:ext>
              </a:extLst>
            </p:cNvPr>
            <p:cNvSpPr/>
            <p:nvPr/>
          </p:nvSpPr>
          <p:spPr>
            <a:xfrm>
              <a:off x="4202075" y="2037807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43D8B71-4186-7826-DA62-EADAF038C86F}"/>
              </a:ext>
            </a:extLst>
          </p:cNvPr>
          <p:cNvGrpSpPr/>
          <p:nvPr/>
        </p:nvGrpSpPr>
        <p:grpSpPr>
          <a:xfrm>
            <a:off x="2999087" y="1475485"/>
            <a:ext cx="2073833" cy="400110"/>
            <a:chOff x="4877591" y="290983"/>
            <a:chExt cx="2073833" cy="40011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65BF53E-CC0C-FBB1-0704-C54F03D0945F}"/>
                </a:ext>
              </a:extLst>
            </p:cNvPr>
            <p:cNvSpPr txBox="1"/>
            <p:nvPr/>
          </p:nvSpPr>
          <p:spPr>
            <a:xfrm>
              <a:off x="5237644" y="290983"/>
              <a:ext cx="17137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register</a:t>
              </a: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25ABFA6E-1010-5DEE-C115-E9B597B08A46}"/>
                </a:ext>
              </a:extLst>
            </p:cNvPr>
            <p:cNvSpPr/>
            <p:nvPr/>
          </p:nvSpPr>
          <p:spPr>
            <a:xfrm>
              <a:off x="4877591" y="322644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43E9D51-E296-C523-4EEA-AABACAC930EB}"/>
              </a:ext>
            </a:extLst>
          </p:cNvPr>
          <p:cNvGrpSpPr/>
          <p:nvPr/>
        </p:nvGrpSpPr>
        <p:grpSpPr>
          <a:xfrm>
            <a:off x="3893470" y="3919553"/>
            <a:ext cx="1469621" cy="400110"/>
            <a:chOff x="4068162" y="3800745"/>
            <a:chExt cx="1469621" cy="40011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531DC9C-01D7-EAA7-1A82-F4EB2E42DFE0}"/>
                </a:ext>
              </a:extLst>
            </p:cNvPr>
            <p:cNvSpPr txBox="1"/>
            <p:nvPr/>
          </p:nvSpPr>
          <p:spPr>
            <a:xfrm>
              <a:off x="4430149" y="3800745"/>
              <a:ext cx="110763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 key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0741BCAC-43B9-1E65-A272-24F7B317E374}"/>
                </a:ext>
              </a:extLst>
            </p:cNvPr>
            <p:cNvSpPr/>
            <p:nvPr/>
          </p:nvSpPr>
          <p:spPr>
            <a:xfrm>
              <a:off x="4068162" y="3823142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82B032F-95A7-70DF-6B04-7B7EEDB18442}"/>
              </a:ext>
            </a:extLst>
          </p:cNvPr>
          <p:cNvSpPr txBox="1"/>
          <p:nvPr/>
        </p:nvSpPr>
        <p:spPr>
          <a:xfrm>
            <a:off x="4316006" y="316705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rotations</a:t>
            </a:r>
          </a:p>
        </p:txBody>
      </p: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0AE26560-7F6D-61F0-CF8D-0B2EFBC6E0A5}"/>
              </a:ext>
            </a:extLst>
          </p:cNvPr>
          <p:cNvCxnSpPr>
            <a:cxnSpLocks/>
          </p:cNvCxnSpPr>
          <p:nvPr/>
        </p:nvCxnSpPr>
        <p:spPr>
          <a:xfrm flipV="1">
            <a:off x="3771608" y="1052676"/>
            <a:ext cx="2112345" cy="1330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AEEFFB-CF85-400A-BA2B-7EF0CAEB37EC}"/>
              </a:ext>
            </a:extLst>
          </p:cNvPr>
          <p:cNvSpPr txBox="1"/>
          <p:nvPr/>
        </p:nvSpPr>
        <p:spPr>
          <a:xfrm rot="16200000">
            <a:off x="492623" y="2042166"/>
            <a:ext cx="19859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key rotations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9E180B-F29B-D497-BDA5-7C0255A0DE67}"/>
              </a:ext>
            </a:extLst>
          </p:cNvPr>
          <p:cNvSpPr txBox="1"/>
          <p:nvPr/>
        </p:nvSpPr>
        <p:spPr>
          <a:xfrm>
            <a:off x="218143" y="6278524"/>
            <a:ext cx="369331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PADLOCK: BRIEFCASE	</a:t>
            </a:r>
          </a:p>
        </p:txBody>
      </p:sp>
    </p:spTree>
    <p:extLst>
      <p:ext uri="{BB962C8B-B14F-4D97-AF65-F5344CB8AC3E}">
        <p14:creationId xmlns:p14="http://schemas.microsoft.com/office/powerpoint/2010/main" val="254850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9830F-08F2-7A63-AF2A-A27FE91A0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49">
            <a:extLst>
              <a:ext uri="{FF2B5EF4-FFF2-40B4-BE49-F238E27FC236}">
                <a16:creationId xmlns:a16="http://schemas.microsoft.com/office/drawing/2014/main" id="{CF249426-1F70-DC5D-A4FF-FC4B6865D14B}"/>
              </a:ext>
            </a:extLst>
          </p:cNvPr>
          <p:cNvSpPr/>
          <p:nvPr/>
        </p:nvSpPr>
        <p:spPr>
          <a:xfrm>
            <a:off x="6794777" y="1856515"/>
            <a:ext cx="3480619" cy="3118104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3987350-F31C-9AA6-AAEB-067C5D4C4404}"/>
              </a:ext>
            </a:extLst>
          </p:cNvPr>
          <p:cNvGrpSpPr/>
          <p:nvPr/>
        </p:nvGrpSpPr>
        <p:grpSpPr>
          <a:xfrm>
            <a:off x="6794777" y="308451"/>
            <a:ext cx="1961698" cy="946470"/>
            <a:chOff x="7542594" y="1006814"/>
            <a:chExt cx="636397" cy="946470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12455B2-59CD-AA9E-94E7-6DA62F71E176}"/>
                </a:ext>
              </a:extLst>
            </p:cNvPr>
            <p:cNvSpPr/>
            <p:nvPr/>
          </p:nvSpPr>
          <p:spPr>
            <a:xfrm>
              <a:off x="7542594" y="1006814"/>
              <a:ext cx="636397" cy="9464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502E3341-241E-0E0E-1ED2-C3E4347771A6}"/>
                </a:ext>
              </a:extLst>
            </p:cNvPr>
            <p:cNvSpPr/>
            <p:nvPr/>
          </p:nvSpPr>
          <p:spPr>
            <a:xfrm>
              <a:off x="7565777" y="1386858"/>
              <a:ext cx="587714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Keymaker</a:t>
              </a: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A140983-6F2F-F73B-A78E-4D33F2FCFCFC}"/>
              </a:ext>
            </a:extLst>
          </p:cNvPr>
          <p:cNvSpPr/>
          <p:nvPr/>
        </p:nvSpPr>
        <p:spPr>
          <a:xfrm>
            <a:off x="8587664" y="2002818"/>
            <a:ext cx="1568444" cy="107899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F77C1A1-FE1A-9454-D90A-5976E93B946F}"/>
              </a:ext>
            </a:extLst>
          </p:cNvPr>
          <p:cNvGrpSpPr/>
          <p:nvPr/>
        </p:nvGrpSpPr>
        <p:grpSpPr>
          <a:xfrm>
            <a:off x="8693512" y="2452490"/>
            <a:ext cx="1356748" cy="512403"/>
            <a:chOff x="4941377" y="3971594"/>
            <a:chExt cx="1356748" cy="51240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214288C-CDD2-935F-7B66-70E956A4CFAB}"/>
                </a:ext>
              </a:extLst>
            </p:cNvPr>
            <p:cNvSpPr/>
            <p:nvPr/>
          </p:nvSpPr>
          <p:spPr>
            <a:xfrm>
              <a:off x="4941377" y="3971594"/>
              <a:ext cx="1356748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453808F-EF64-5E6F-CCB6-67AFF0880410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🔒</a:t>
              </a:r>
              <a:r>
                <a:rPr lang="en-GB" dirty="0"/>
                <a:t> Padlock</a:t>
              </a:r>
            </a:p>
          </p:txBody>
        </p:sp>
      </p:grp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2940D6B3-6BFA-2085-F936-E8D2FFBC01B1}"/>
              </a:ext>
            </a:extLst>
          </p:cNvPr>
          <p:cNvSpPr txBox="1">
            <a:spLocks/>
          </p:cNvSpPr>
          <p:nvPr/>
        </p:nvSpPr>
        <p:spPr>
          <a:xfrm>
            <a:off x="8587524" y="2017453"/>
            <a:ext cx="157501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keymaker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75AE4F3-EA71-FDF9-E9CA-65CA38C0BA45}"/>
              </a:ext>
            </a:extLst>
          </p:cNvPr>
          <p:cNvSpPr txBox="1"/>
          <p:nvPr/>
        </p:nvSpPr>
        <p:spPr>
          <a:xfrm>
            <a:off x="7235125" y="2714542"/>
            <a:ext cx="917011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500" dirty="0"/>
              <a:t>🚪</a:t>
            </a:r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840BCCE8-F2D6-25F1-5E0D-BB609B728F85}"/>
              </a:ext>
            </a:extLst>
          </p:cNvPr>
          <p:cNvSpPr txBox="1">
            <a:spLocks/>
          </p:cNvSpPr>
          <p:nvPr/>
        </p:nvSpPr>
        <p:spPr>
          <a:xfrm>
            <a:off x="7061668" y="2116120"/>
            <a:ext cx="128680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door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3A6BB84-DC01-CA74-4C75-E9F51B508C05}"/>
              </a:ext>
            </a:extLst>
          </p:cNvPr>
          <p:cNvGrpSpPr/>
          <p:nvPr/>
        </p:nvGrpSpPr>
        <p:grpSpPr>
          <a:xfrm>
            <a:off x="10404758" y="307504"/>
            <a:ext cx="1450952" cy="914293"/>
            <a:chOff x="7532097" y="1006813"/>
            <a:chExt cx="689160" cy="914293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F8DC557-A6C7-4B08-074B-230C151E53CF}"/>
                </a:ext>
              </a:extLst>
            </p:cNvPr>
            <p:cNvSpPr/>
            <p:nvPr/>
          </p:nvSpPr>
          <p:spPr>
            <a:xfrm>
              <a:off x="7565777" y="1386858"/>
              <a:ext cx="626744" cy="46510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Brand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8FA44B8-1D4F-9123-0510-53A11F4E8C0A}"/>
                </a:ext>
              </a:extLst>
            </p:cNvPr>
            <p:cNvSpPr/>
            <p:nvPr/>
          </p:nvSpPr>
          <p:spPr>
            <a:xfrm>
              <a:off x="7532097" y="1006813"/>
              <a:ext cx="689160" cy="91429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</p:grpSp>
      <p:cxnSp>
        <p:nvCxnSpPr>
          <p:cNvPr id="169" name="Straight Arrow Connector 12">
            <a:extLst>
              <a:ext uri="{FF2B5EF4-FFF2-40B4-BE49-F238E27FC236}">
                <a16:creationId xmlns:a16="http://schemas.microsoft.com/office/drawing/2014/main" id="{73F89441-88CC-FEFD-922D-6802219F9FA4}"/>
              </a:ext>
            </a:extLst>
          </p:cNvPr>
          <p:cNvCxnSpPr>
            <a:cxnSpLocks/>
            <a:stCxn id="126" idx="3"/>
            <a:endCxn id="133" idx="0"/>
          </p:cNvCxnSpPr>
          <p:nvPr/>
        </p:nvCxnSpPr>
        <p:spPr>
          <a:xfrm>
            <a:off x="8756475" y="781686"/>
            <a:ext cx="615411" cy="1221132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6FED0904-F1D5-0CB4-2164-55C408BA5408}"/>
              </a:ext>
            </a:extLst>
          </p:cNvPr>
          <p:cNvSpPr txBox="1"/>
          <p:nvPr/>
        </p:nvSpPr>
        <p:spPr>
          <a:xfrm>
            <a:off x="8837081" y="289121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supply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89B6F5D-0315-B882-2E57-CA55F36A3668}"/>
              </a:ext>
            </a:extLst>
          </p:cNvPr>
          <p:cNvSpPr txBox="1"/>
          <p:nvPr/>
        </p:nvSpPr>
        <p:spPr>
          <a:xfrm>
            <a:off x="10056283" y="1302418"/>
            <a:ext cx="1372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assemble</a:t>
            </a:r>
          </a:p>
        </p:txBody>
      </p:sp>
      <p:cxnSp>
        <p:nvCxnSpPr>
          <p:cNvPr id="157" name="Straight Arrow Connector 12">
            <a:extLst>
              <a:ext uri="{FF2B5EF4-FFF2-40B4-BE49-F238E27FC236}">
                <a16:creationId xmlns:a16="http://schemas.microsoft.com/office/drawing/2014/main" id="{4A918628-2BAE-5E7A-1A68-0398BD7A0A1E}"/>
              </a:ext>
            </a:extLst>
          </p:cNvPr>
          <p:cNvCxnSpPr>
            <a:cxnSpLocks/>
            <a:stCxn id="153" idx="1"/>
          </p:cNvCxnSpPr>
          <p:nvPr/>
        </p:nvCxnSpPr>
        <p:spPr>
          <a:xfrm rot="10800000" flipV="1">
            <a:off x="9998202" y="764651"/>
            <a:ext cx="406556" cy="1058740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68257F-F2C8-354D-103B-CED37CC3C169}"/>
              </a:ext>
            </a:extLst>
          </p:cNvPr>
          <p:cNvGrpSpPr/>
          <p:nvPr/>
        </p:nvGrpSpPr>
        <p:grpSpPr>
          <a:xfrm>
            <a:off x="4137055" y="1856515"/>
            <a:ext cx="1164029" cy="2259701"/>
            <a:chOff x="5964575" y="1362563"/>
            <a:chExt cx="1164029" cy="225970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7FF079-2D58-D4B1-BAA1-D07227852B61}"/>
                </a:ext>
              </a:extLst>
            </p:cNvPr>
            <p:cNvSpPr/>
            <p:nvPr/>
          </p:nvSpPr>
          <p:spPr>
            <a:xfrm>
              <a:off x="5988842" y="1362563"/>
              <a:ext cx="1086416" cy="225970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8296E3-02AE-409C-F169-B836C4C3DE16}"/>
                </a:ext>
              </a:extLst>
            </p:cNvPr>
            <p:cNvGrpSpPr/>
            <p:nvPr/>
          </p:nvGrpSpPr>
          <p:grpSpPr>
            <a:xfrm>
              <a:off x="5964575" y="1395858"/>
              <a:ext cx="1164029" cy="1559559"/>
              <a:chOff x="3135188" y="437290"/>
              <a:chExt cx="1164029" cy="1559559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6D3BBC-2C1A-E387-3767-AD52618BF1E4}"/>
                  </a:ext>
                </a:extLst>
              </p:cNvPr>
              <p:cNvSpPr txBox="1"/>
              <p:nvPr/>
            </p:nvSpPr>
            <p:spPr>
              <a:xfrm>
                <a:off x="3200080" y="550299"/>
                <a:ext cx="1005166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8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DEEDF3-C4DB-6B87-A7B0-3A8EC1EB9BA2}"/>
                  </a:ext>
                </a:extLst>
              </p:cNvPr>
              <p:cNvSpPr txBox="1"/>
              <p:nvPr/>
            </p:nvSpPr>
            <p:spPr>
              <a:xfrm flipH="1">
                <a:off x="3566678" y="1533236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BC9018-B68A-5166-EBE5-E0E4162B72F4}"/>
                  </a:ext>
                </a:extLst>
              </p:cNvPr>
              <p:cNvSpPr txBox="1"/>
              <p:nvPr/>
            </p:nvSpPr>
            <p:spPr>
              <a:xfrm flipH="1">
                <a:off x="3566678" y="131156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8FC82E7-B879-1D78-B0F3-1691736C0D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35188" y="437290"/>
                <a:ext cx="1164029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resident</a:t>
                </a: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C8C2D6C-3461-4FD9-91BA-97E7E77C172A}"/>
              </a:ext>
            </a:extLst>
          </p:cNvPr>
          <p:cNvSpPr/>
          <p:nvPr/>
        </p:nvSpPr>
        <p:spPr>
          <a:xfrm>
            <a:off x="3799335" y="3401158"/>
            <a:ext cx="1773936" cy="479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anchor="ctr"/>
          <a:lstStyle/>
          <a:p>
            <a:pPr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Keyholder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442E2D-4D04-F620-1F8B-4FA00B86FCF2}"/>
              </a:ext>
            </a:extLst>
          </p:cNvPr>
          <p:cNvGrpSpPr/>
          <p:nvPr/>
        </p:nvGrpSpPr>
        <p:grpSpPr>
          <a:xfrm>
            <a:off x="3804700" y="308452"/>
            <a:ext cx="1773936" cy="940628"/>
            <a:chOff x="7507403" y="1006814"/>
            <a:chExt cx="575485" cy="94062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C949669-15AC-6F37-F758-C6B5D6467692}"/>
                </a:ext>
              </a:extLst>
            </p:cNvPr>
            <p:cNvSpPr/>
            <p:nvPr/>
          </p:nvSpPr>
          <p:spPr>
            <a:xfrm>
              <a:off x="7538137" y="1386858"/>
              <a:ext cx="523728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🌼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Keybox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3451577-AE72-1C93-3FCF-DF9739B0FF28}"/>
                </a:ext>
              </a:extLst>
            </p:cNvPr>
            <p:cNvSpPr/>
            <p:nvPr/>
          </p:nvSpPr>
          <p:spPr>
            <a:xfrm>
              <a:off x="7507403" y="1006814"/>
              <a:ext cx="575485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24" name="Straight Arrow Connector 12">
            <a:extLst>
              <a:ext uri="{FF2B5EF4-FFF2-40B4-BE49-F238E27FC236}">
                <a16:creationId xmlns:a16="http://schemas.microsoft.com/office/drawing/2014/main" id="{49C10D75-8C51-3200-3DFF-B7C0F0A769C6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573271" y="3640868"/>
            <a:ext cx="1221505" cy="2"/>
          </a:xfrm>
          <a:prstGeom prst="straightConnector1">
            <a:avLst/>
          </a:prstGeom>
          <a:ln>
            <a:solidFill>
              <a:schemeClr val="accent5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4453235-8A91-4FB1-9ECE-22568AE67AE3}"/>
              </a:ext>
            </a:extLst>
          </p:cNvPr>
          <p:cNvSpPr/>
          <p:nvPr/>
        </p:nvSpPr>
        <p:spPr>
          <a:xfrm>
            <a:off x="6794776" y="5133965"/>
            <a:ext cx="3480619" cy="54395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6000" rIns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US" sz="20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electric grid</a:t>
            </a:r>
            <a:endParaRPr lang="en-US" sz="2800" baseline="-9000" dirty="0">
              <a:solidFill>
                <a:schemeClr val="tx1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87F71-B1D5-71BB-7CF6-56F2FBCFCFC5}"/>
              </a:ext>
            </a:extLst>
          </p:cNvPr>
          <p:cNvSpPr/>
          <p:nvPr/>
        </p:nvSpPr>
        <p:spPr>
          <a:xfrm>
            <a:off x="8587594" y="3212936"/>
            <a:ext cx="1568444" cy="164905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D6ED964-35F5-5C55-B00D-9939763149E5}"/>
              </a:ext>
            </a:extLst>
          </p:cNvPr>
          <p:cNvGrpSpPr/>
          <p:nvPr/>
        </p:nvGrpSpPr>
        <p:grpSpPr>
          <a:xfrm>
            <a:off x="8693512" y="3608175"/>
            <a:ext cx="1410538" cy="512403"/>
            <a:chOff x="4941377" y="3971594"/>
            <a:chExt cx="1410538" cy="51240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DD69AB9-CE2A-4D17-24AA-6D2A9A758907}"/>
                </a:ext>
              </a:extLst>
            </p:cNvPr>
            <p:cNvSpPr/>
            <p:nvPr/>
          </p:nvSpPr>
          <p:spPr>
            <a:xfrm>
              <a:off x="4941377" y="3971594"/>
              <a:ext cx="1356748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6144745-083C-C5C5-A2A5-E2E3B452D65B}"/>
                </a:ext>
              </a:extLst>
            </p:cNvPr>
            <p:cNvSpPr txBox="1"/>
            <p:nvPr/>
          </p:nvSpPr>
          <p:spPr>
            <a:xfrm>
              <a:off x="4995167" y="4050606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🗝️</a:t>
              </a:r>
              <a:r>
                <a:rPr lang="en-GB" noProof="1"/>
                <a:t> Backup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0070651-C81F-3E6F-93FA-29F53A2B774C}"/>
              </a:ext>
            </a:extLst>
          </p:cNvPr>
          <p:cNvGrpSpPr/>
          <p:nvPr/>
        </p:nvGrpSpPr>
        <p:grpSpPr>
          <a:xfrm>
            <a:off x="8693512" y="4234487"/>
            <a:ext cx="1410538" cy="512403"/>
            <a:chOff x="4941377" y="3971594"/>
            <a:chExt cx="1410538" cy="5124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F97269-A57E-2978-C3FB-13A02DB9A529}"/>
                </a:ext>
              </a:extLst>
            </p:cNvPr>
            <p:cNvSpPr/>
            <p:nvPr/>
          </p:nvSpPr>
          <p:spPr>
            <a:xfrm>
              <a:off x="4941377" y="3971594"/>
              <a:ext cx="1356748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31E08C-93BF-C736-1ACA-970083F25308}"/>
                </a:ext>
              </a:extLst>
            </p:cNvPr>
            <p:cNvSpPr txBox="1"/>
            <p:nvPr/>
          </p:nvSpPr>
          <p:spPr>
            <a:xfrm>
              <a:off x="4995167" y="4050606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⚙️</a:t>
              </a:r>
              <a:r>
                <a:rPr lang="en-GB" noProof="1"/>
                <a:t> Lock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CA18E6BE-2F62-1431-0E75-4BEBC746DCA2}"/>
              </a:ext>
            </a:extLst>
          </p:cNvPr>
          <p:cNvCxnSpPr>
            <a:cxnSpLocks/>
            <a:stCxn id="7" idx="1"/>
            <a:endCxn id="38" idx="0"/>
          </p:cNvCxnSpPr>
          <p:nvPr/>
        </p:nvCxnSpPr>
        <p:spPr>
          <a:xfrm rot="10800000" flipV="1">
            <a:off x="7128140" y="4490689"/>
            <a:ext cx="1565372" cy="64327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2132EA55-CE7D-75E0-8059-6F8BDED02DB8}"/>
              </a:ext>
            </a:extLst>
          </p:cNvPr>
          <p:cNvCxnSpPr>
            <a:cxnSpLocks/>
            <a:stCxn id="136" idx="3"/>
            <a:endCxn id="8" idx="3"/>
          </p:cNvCxnSpPr>
          <p:nvPr/>
        </p:nvCxnSpPr>
        <p:spPr>
          <a:xfrm>
            <a:off x="10050260" y="2712333"/>
            <a:ext cx="53790" cy="1790962"/>
          </a:xfrm>
          <a:prstGeom prst="bentConnector3">
            <a:avLst>
              <a:gd name="adj1" fmla="val 677981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5AC21B02-3BE6-0AFB-9BD9-7C5EA4329AC8}"/>
              </a:ext>
            </a:extLst>
          </p:cNvPr>
          <p:cNvSpPr txBox="1">
            <a:spLocks/>
          </p:cNvSpPr>
          <p:nvPr/>
        </p:nvSpPr>
        <p:spPr>
          <a:xfrm>
            <a:off x="8587524" y="3212936"/>
            <a:ext cx="157501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traditional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2895E6-AC75-C059-6704-3F2A1DC5C6B8}"/>
              </a:ext>
            </a:extLst>
          </p:cNvPr>
          <p:cNvSpPr txBox="1"/>
          <p:nvPr/>
        </p:nvSpPr>
        <p:spPr>
          <a:xfrm flipH="1">
            <a:off x="6931152" y="5133965"/>
            <a:ext cx="393976" cy="37959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</a:t>
            </a:r>
            <a:r>
              <a:rPr lang="en-US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</a:t>
            </a:r>
            <a:r>
              <a:rPr lang="en-US" dirty="0"/>
              <a:t>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F297D1-CEDC-7DE0-CF79-CC6E328D8BFC}"/>
              </a:ext>
            </a:extLst>
          </p:cNvPr>
          <p:cNvSpPr txBox="1"/>
          <p:nvPr/>
        </p:nvSpPr>
        <p:spPr>
          <a:xfrm>
            <a:off x="6794839" y="3454604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679A395-376A-C19F-1FD1-34C7D954A3F2}"/>
              </a:ext>
            </a:extLst>
          </p:cNvPr>
          <p:cNvGrpSpPr/>
          <p:nvPr/>
        </p:nvGrpSpPr>
        <p:grpSpPr>
          <a:xfrm>
            <a:off x="1218160" y="1856515"/>
            <a:ext cx="1058208" cy="2259700"/>
            <a:chOff x="2758677" y="2257168"/>
            <a:chExt cx="1058208" cy="22597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F6183ED-B588-6C6B-C84A-92F2E7E71494}"/>
                </a:ext>
              </a:extLst>
            </p:cNvPr>
            <p:cNvSpPr/>
            <p:nvPr/>
          </p:nvSpPr>
          <p:spPr>
            <a:xfrm>
              <a:off x="2819536" y="2257168"/>
              <a:ext cx="922809" cy="2259700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2BF72-6884-364B-94C1-D7423A2157C3}"/>
                </a:ext>
              </a:extLst>
            </p:cNvPr>
            <p:cNvGrpSpPr/>
            <p:nvPr/>
          </p:nvGrpSpPr>
          <p:grpSpPr>
            <a:xfrm>
              <a:off x="2758677" y="2290463"/>
              <a:ext cx="1058208" cy="1851192"/>
              <a:chOff x="52420" y="2271991"/>
              <a:chExt cx="1058208" cy="1851192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50D808D-FF21-A502-9850-604927E018E7}"/>
                  </a:ext>
                </a:extLst>
              </p:cNvPr>
              <p:cNvSpPr txBox="1"/>
              <p:nvPr/>
            </p:nvSpPr>
            <p:spPr>
              <a:xfrm>
                <a:off x="106622" y="2799744"/>
                <a:ext cx="93612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000" dirty="0"/>
                  <a:t>🧕 </a:t>
                </a:r>
              </a:p>
            </p:txBody>
          </p:sp>
          <p:sp>
            <p:nvSpPr>
              <p:cNvPr id="63" name="Content Placeholder 2">
                <a:extLst>
                  <a:ext uri="{FF2B5EF4-FFF2-40B4-BE49-F238E27FC236}">
                    <a16:creationId xmlns:a16="http://schemas.microsoft.com/office/drawing/2014/main" id="{B7739E10-BE86-1FEF-ADA5-4922AF2019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20" y="2271991"/>
                <a:ext cx="105820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seller</a:t>
                </a: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EFF2252-FC6A-0611-C45F-A5EE5DEE6D1B}"/>
              </a:ext>
            </a:extLst>
          </p:cNvPr>
          <p:cNvGrpSpPr/>
          <p:nvPr/>
        </p:nvGrpSpPr>
        <p:grpSpPr>
          <a:xfrm>
            <a:off x="853455" y="313826"/>
            <a:ext cx="1773936" cy="940628"/>
            <a:chOff x="7507403" y="1006814"/>
            <a:chExt cx="575485" cy="940628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94E4C6C-A9C9-9CDA-C27A-09B526A80DA1}"/>
                </a:ext>
              </a:extLst>
            </p:cNvPr>
            <p:cNvSpPr/>
            <p:nvPr/>
          </p:nvSpPr>
          <p:spPr>
            <a:xfrm>
              <a:off x="7538137" y="1386858"/>
              <a:ext cx="523728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🌼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Keybox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5D9B85A-B290-7297-FFBC-8066CFC49F1C}"/>
                </a:ext>
              </a:extLst>
            </p:cNvPr>
            <p:cNvSpPr/>
            <p:nvPr/>
          </p:nvSpPr>
          <p:spPr>
            <a:xfrm>
              <a:off x="7507403" y="1006814"/>
              <a:ext cx="575485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  seller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36A5C7BF-92C1-8EC3-46D8-38FB7E64929B}"/>
              </a:ext>
            </a:extLst>
          </p:cNvPr>
          <p:cNvSpPr txBox="1"/>
          <p:nvPr/>
        </p:nvSpPr>
        <p:spPr>
          <a:xfrm>
            <a:off x="805370" y="169413"/>
            <a:ext cx="481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🧕</a:t>
            </a:r>
            <a:endParaRPr lang="en-US" sz="3600" dirty="0"/>
          </a:p>
        </p:txBody>
      </p:sp>
      <p:cxnSp>
        <p:nvCxnSpPr>
          <p:cNvPr id="70" name="Straight Arrow Connector 12">
            <a:extLst>
              <a:ext uri="{FF2B5EF4-FFF2-40B4-BE49-F238E27FC236}">
                <a16:creationId xmlns:a16="http://schemas.microsoft.com/office/drawing/2014/main" id="{FB42928B-6CB4-489D-8762-428B939782B4}"/>
              </a:ext>
            </a:extLst>
          </p:cNvPr>
          <p:cNvCxnSpPr>
            <a:cxnSpLocks/>
            <a:stCxn id="62" idx="1"/>
            <a:endCxn id="67" idx="1"/>
          </p:cNvCxnSpPr>
          <p:nvPr/>
        </p:nvCxnSpPr>
        <p:spPr>
          <a:xfrm rot="10800000">
            <a:off x="853456" y="784141"/>
            <a:ext cx="418907" cy="2125221"/>
          </a:xfrm>
          <a:prstGeom prst="bentConnector3">
            <a:avLst>
              <a:gd name="adj1" fmla="val 154571"/>
            </a:avLst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12">
            <a:extLst>
              <a:ext uri="{FF2B5EF4-FFF2-40B4-BE49-F238E27FC236}">
                <a16:creationId xmlns:a16="http://schemas.microsoft.com/office/drawing/2014/main" id="{58E979D4-7247-DE68-BB8B-5687CBF0219A}"/>
              </a:ext>
            </a:extLst>
          </p:cNvPr>
          <p:cNvCxnSpPr>
            <a:cxnSpLocks/>
            <a:stCxn id="67" idx="3"/>
            <a:endCxn id="23" idx="1"/>
          </p:cNvCxnSpPr>
          <p:nvPr/>
        </p:nvCxnSpPr>
        <p:spPr>
          <a:xfrm flipV="1">
            <a:off x="2627391" y="778766"/>
            <a:ext cx="1177309" cy="5374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7DC3437-E5B2-F3FD-B52F-AF312CB61817}"/>
              </a:ext>
            </a:extLst>
          </p:cNvPr>
          <p:cNvSpPr txBox="1"/>
          <p:nvPr/>
        </p:nvSpPr>
        <p:spPr>
          <a:xfrm>
            <a:off x="3802945" y="822275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FC5991-CFED-68CA-45D6-C7729783D8EC}"/>
              </a:ext>
            </a:extLst>
          </p:cNvPr>
          <p:cNvSpPr txBox="1"/>
          <p:nvPr/>
        </p:nvSpPr>
        <p:spPr>
          <a:xfrm>
            <a:off x="5601239" y="3638180"/>
            <a:ext cx="1011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 key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A5925FC-78E0-C2B7-CC24-98800481F4F0}"/>
              </a:ext>
            </a:extLst>
          </p:cNvPr>
          <p:cNvSpPr txBox="1"/>
          <p:nvPr/>
        </p:nvSpPr>
        <p:spPr>
          <a:xfrm>
            <a:off x="5608571" y="313826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rotations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76FA4B0-9BD5-6627-8904-2A9C69BA0D62}"/>
              </a:ext>
            </a:extLst>
          </p:cNvPr>
          <p:cNvSpPr txBox="1"/>
          <p:nvPr/>
        </p:nvSpPr>
        <p:spPr>
          <a:xfrm>
            <a:off x="2634050" y="318950"/>
            <a:ext cx="1090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728994-BC05-3BCD-AB6E-7E9460AA53CC}"/>
              </a:ext>
            </a:extLst>
          </p:cNvPr>
          <p:cNvSpPr txBox="1"/>
          <p:nvPr/>
        </p:nvSpPr>
        <p:spPr>
          <a:xfrm rot="16200000">
            <a:off x="2359413" y="2580896"/>
            <a:ext cx="1990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GB" sz="2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key rotations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F8C7E5D-3A0A-6736-E3B5-681E144FDA35}"/>
              </a:ext>
            </a:extLst>
          </p:cNvPr>
          <p:cNvSpPr txBox="1"/>
          <p:nvPr/>
        </p:nvSpPr>
        <p:spPr>
          <a:xfrm rot="16200000">
            <a:off x="-663575" y="1750167"/>
            <a:ext cx="2144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🔑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 key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BCD779-AE24-2693-3B32-DE765915F6D2}"/>
              </a:ext>
            </a:extLst>
          </p:cNvPr>
          <p:cNvSpPr/>
          <p:nvPr/>
        </p:nvSpPr>
        <p:spPr>
          <a:xfrm>
            <a:off x="883390" y="3401158"/>
            <a:ext cx="1690828" cy="47404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   </a:t>
            </a:r>
            <a:r>
              <a:rPr lang="en-GB" sz="20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Wallet</a:t>
            </a: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E579D93-6CB2-A65D-73C4-2ABB9DD23CBE}"/>
              </a:ext>
            </a:extLst>
          </p:cNvPr>
          <p:cNvSpPr txBox="1"/>
          <p:nvPr/>
        </p:nvSpPr>
        <p:spPr>
          <a:xfrm>
            <a:off x="842153" y="3209666"/>
            <a:ext cx="6574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🧕</a:t>
            </a:r>
            <a:endParaRPr lang="en-US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C196C9-1501-3684-2DDA-FD6AF631487D}"/>
              </a:ext>
            </a:extLst>
          </p:cNvPr>
          <p:cNvSpPr txBox="1"/>
          <p:nvPr/>
        </p:nvSpPr>
        <p:spPr>
          <a:xfrm>
            <a:off x="10862617" y="4156656"/>
            <a:ext cx="1057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install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2AC418-EDBB-91E5-733F-914FF64E0F8D}"/>
              </a:ext>
            </a:extLst>
          </p:cNvPr>
          <p:cNvGrpSpPr/>
          <p:nvPr/>
        </p:nvGrpSpPr>
        <p:grpSpPr>
          <a:xfrm>
            <a:off x="10850744" y="2705509"/>
            <a:ext cx="1058208" cy="1714475"/>
            <a:chOff x="2758677" y="2412404"/>
            <a:chExt cx="1058208" cy="171447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8447DD-DADC-E032-6FB7-3E97487DC058}"/>
                </a:ext>
              </a:extLst>
            </p:cNvPr>
            <p:cNvSpPr/>
            <p:nvPr/>
          </p:nvSpPr>
          <p:spPr>
            <a:xfrm>
              <a:off x="2819536" y="2412404"/>
              <a:ext cx="922809" cy="1394180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303FACC-3404-876A-E26C-E110BCB53A07}"/>
                </a:ext>
              </a:extLst>
            </p:cNvPr>
            <p:cNvGrpSpPr/>
            <p:nvPr/>
          </p:nvGrpSpPr>
          <p:grpSpPr>
            <a:xfrm>
              <a:off x="2758677" y="2438510"/>
              <a:ext cx="1058208" cy="1688369"/>
              <a:chOff x="52420" y="2420038"/>
              <a:chExt cx="1058208" cy="1688369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06663A3-C3C4-243F-EF4D-94AAABC3654B}"/>
                  </a:ext>
                </a:extLst>
              </p:cNvPr>
              <p:cNvSpPr txBox="1"/>
              <p:nvPr/>
            </p:nvSpPr>
            <p:spPr>
              <a:xfrm>
                <a:off x="106621" y="2908078"/>
                <a:ext cx="93612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7200" dirty="0"/>
                  <a:t>👷 </a:t>
                </a:r>
              </a:p>
            </p:txBody>
          </p:sp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B70B43C3-5BF9-9845-5FBE-7C806C92DF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20" y="2420038"/>
                <a:ext cx="105820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builder</a:t>
                </a:r>
              </a:p>
            </p:txBody>
          </p:sp>
        </p:grp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CDB0BE7-2396-CACB-6FAB-CA8C4F6B7BB4}"/>
              </a:ext>
            </a:extLst>
          </p:cNvPr>
          <p:cNvSpPr/>
          <p:nvPr/>
        </p:nvSpPr>
        <p:spPr>
          <a:xfrm>
            <a:off x="5703945" y="316763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C74C4AA-E95D-17D1-86B6-59EBFAD85704}"/>
              </a:ext>
            </a:extLst>
          </p:cNvPr>
          <p:cNvSpPr/>
          <p:nvPr/>
        </p:nvSpPr>
        <p:spPr>
          <a:xfrm>
            <a:off x="762947" y="241769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417582D-DB89-05E8-CCFF-41A3B7833AEC}"/>
              </a:ext>
            </a:extLst>
          </p:cNvPr>
          <p:cNvSpPr/>
          <p:nvPr/>
        </p:nvSpPr>
        <p:spPr>
          <a:xfrm>
            <a:off x="2738575" y="889080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A9E8234-8FFC-252E-4EE5-52B6EBAB60E4}"/>
              </a:ext>
            </a:extLst>
          </p:cNvPr>
          <p:cNvSpPr/>
          <p:nvPr/>
        </p:nvSpPr>
        <p:spPr>
          <a:xfrm>
            <a:off x="3183807" y="377641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1C5CE747-DC42-8E9C-30E5-6E491D132E8F}"/>
              </a:ext>
            </a:extLst>
          </p:cNvPr>
          <p:cNvCxnSpPr>
            <a:cxnSpLocks/>
            <a:stCxn id="23" idx="3"/>
            <a:endCxn id="126" idx="1"/>
          </p:cNvCxnSpPr>
          <p:nvPr/>
        </p:nvCxnSpPr>
        <p:spPr>
          <a:xfrm>
            <a:off x="5578636" y="778766"/>
            <a:ext cx="1216141" cy="292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lg" len="lg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12">
            <a:extLst>
              <a:ext uri="{FF2B5EF4-FFF2-40B4-BE49-F238E27FC236}">
                <a16:creationId xmlns:a16="http://schemas.microsoft.com/office/drawing/2014/main" id="{52544F70-8069-5201-6DAE-32624A458DFF}"/>
              </a:ext>
            </a:extLst>
          </p:cNvPr>
          <p:cNvCxnSpPr>
            <a:cxnSpLocks/>
            <a:stCxn id="79" idx="1"/>
            <a:endCxn id="20" idx="1"/>
          </p:cNvCxnSpPr>
          <p:nvPr/>
        </p:nvCxnSpPr>
        <p:spPr>
          <a:xfrm rot="10800000" flipV="1">
            <a:off x="3799335" y="1006940"/>
            <a:ext cx="3610" cy="2633927"/>
          </a:xfrm>
          <a:prstGeom prst="bentConnector3">
            <a:avLst>
              <a:gd name="adj1" fmla="val 6432410"/>
            </a:avLst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976890C-C681-335D-2D16-2CA0C4CCFF22}"/>
              </a:ext>
            </a:extLst>
          </p:cNvPr>
          <p:cNvSpPr txBox="1"/>
          <p:nvPr/>
        </p:nvSpPr>
        <p:spPr>
          <a:xfrm>
            <a:off x="218143" y="6278524"/>
            <a:ext cx="298799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PADLOCK: DOORS</a:t>
            </a:r>
          </a:p>
        </p:txBody>
      </p:sp>
    </p:spTree>
    <p:extLst>
      <p:ext uri="{BB962C8B-B14F-4D97-AF65-F5344CB8AC3E}">
        <p14:creationId xmlns:p14="http://schemas.microsoft.com/office/powerpoint/2010/main" val="285378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042FD-1231-284D-0C1E-B3594901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F09ADE5-3BC8-0FE4-BF35-8E8FE1913E3F}"/>
              </a:ext>
            </a:extLst>
          </p:cNvPr>
          <p:cNvSpPr/>
          <p:nvPr/>
        </p:nvSpPr>
        <p:spPr>
          <a:xfrm>
            <a:off x="8500650" y="2404948"/>
            <a:ext cx="1773936" cy="479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anchor="ctr"/>
          <a:lstStyle/>
          <a:p>
            <a:pPr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Keyholder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D0A7F6-E610-2ED9-2AC0-8250F27153A8}"/>
              </a:ext>
            </a:extLst>
          </p:cNvPr>
          <p:cNvGrpSpPr/>
          <p:nvPr/>
        </p:nvGrpSpPr>
        <p:grpSpPr>
          <a:xfrm>
            <a:off x="10552541" y="2404948"/>
            <a:ext cx="1356748" cy="479419"/>
            <a:chOff x="4941377" y="3971594"/>
            <a:chExt cx="1356748" cy="4794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9C3C63-7D1D-7CEA-E2F6-0D28C53AD5FB}"/>
                </a:ext>
              </a:extLst>
            </p:cNvPr>
            <p:cNvSpPr/>
            <p:nvPr/>
          </p:nvSpPr>
          <p:spPr>
            <a:xfrm>
              <a:off x="4941377" y="3971594"/>
              <a:ext cx="1356748" cy="4794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EEE1D8-757D-8A76-027F-C5B8F3A1921D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🔒</a:t>
              </a:r>
              <a:r>
                <a:rPr lang="en-GB" dirty="0"/>
                <a:t> Padlock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A8C3E7-3DD9-6889-5BDB-AEC2FFED8229}"/>
              </a:ext>
            </a:extLst>
          </p:cNvPr>
          <p:cNvGrpSpPr/>
          <p:nvPr/>
        </p:nvGrpSpPr>
        <p:grpSpPr>
          <a:xfrm>
            <a:off x="5828410" y="288945"/>
            <a:ext cx="1988691" cy="1383576"/>
            <a:chOff x="4959152" y="4727414"/>
            <a:chExt cx="1988691" cy="138357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F7803DC-F8E6-5D92-73EB-D0FB985A4A49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B620029-810C-ADF8-F879-47AC6790D22F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F09172F4-97FD-BC95-C4D9-7F97A1ABDB6C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14EE8471-87A0-AE69-0E78-EE56A68701E0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F4B95DD-598A-B6A0-3D7C-D43C37C0BC43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3F96929-5DAB-03D3-36FC-3AE8EA9A703D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424F108-7407-7950-DFB2-6D7CAB22845B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16B1587-7C8E-308B-DBF7-F4E360CEF025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E29BA04-8B8E-65B6-5F5A-E65729F1EDBB}"/>
              </a:ext>
            </a:extLst>
          </p:cNvPr>
          <p:cNvSpPr/>
          <p:nvPr/>
        </p:nvSpPr>
        <p:spPr>
          <a:xfrm>
            <a:off x="5828410" y="3643168"/>
            <a:ext cx="1981444" cy="1305905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5968139-CE96-9B94-B499-AB081F5D309D}"/>
              </a:ext>
            </a:extLst>
          </p:cNvPr>
          <p:cNvGrpSpPr/>
          <p:nvPr/>
        </p:nvGrpSpPr>
        <p:grpSpPr>
          <a:xfrm>
            <a:off x="5921851" y="4386093"/>
            <a:ext cx="1791010" cy="475488"/>
            <a:chOff x="4255997" y="4636443"/>
            <a:chExt cx="1791010" cy="47548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BDC6DE1-45AC-B47F-2792-95FC3CC3C935}"/>
                </a:ext>
              </a:extLst>
            </p:cNvPr>
            <p:cNvSpPr/>
            <p:nvPr/>
          </p:nvSpPr>
          <p:spPr>
            <a:xfrm>
              <a:off x="4255997" y="4636443"/>
              <a:ext cx="1791009" cy="4754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D99E98-B92D-8547-FD31-85E7659CE995}"/>
                </a:ext>
              </a:extLst>
            </p:cNvPr>
            <p:cNvSpPr txBox="1"/>
            <p:nvPr/>
          </p:nvSpPr>
          <p:spPr>
            <a:xfrm>
              <a:off x="4255997" y="4704227"/>
              <a:ext cx="1791010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</a:t>
              </a:r>
              <a:r>
                <a:rPr lang="en-GB" dirty="0"/>
                <a:t> NFC scanner</a:t>
              </a:r>
            </a:p>
          </p:txBody>
        </p:sp>
      </p:grpSp>
      <p:cxnSp>
        <p:nvCxnSpPr>
          <p:cNvPr id="53" name="Straight Arrow Connector 12">
            <a:extLst>
              <a:ext uri="{FF2B5EF4-FFF2-40B4-BE49-F238E27FC236}">
                <a16:creationId xmlns:a16="http://schemas.microsoft.com/office/drawing/2014/main" id="{264FE07D-1393-4B3B-1BAB-D1DA0564A3AC}"/>
              </a:ext>
            </a:extLst>
          </p:cNvPr>
          <p:cNvCxnSpPr>
            <a:cxnSpLocks/>
            <a:stCxn id="110" idx="0"/>
            <a:endCxn id="36" idx="1"/>
          </p:cNvCxnSpPr>
          <p:nvPr/>
        </p:nvCxnSpPr>
        <p:spPr>
          <a:xfrm rot="5400000" flipH="1" flipV="1">
            <a:off x="4354224" y="-71069"/>
            <a:ext cx="455764" cy="249260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1BF94830-466B-EB3E-C32D-C9701A9C8342}"/>
              </a:ext>
            </a:extLst>
          </p:cNvPr>
          <p:cNvCxnSpPr>
            <a:cxnSpLocks/>
            <a:stCxn id="36" idx="3"/>
            <a:endCxn id="20" idx="1"/>
          </p:cNvCxnSpPr>
          <p:nvPr/>
        </p:nvCxnSpPr>
        <p:spPr>
          <a:xfrm>
            <a:off x="7817101" y="947353"/>
            <a:ext cx="683549" cy="169730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6F897972-176A-6F86-B61D-1C8D3AD6E80F}"/>
              </a:ext>
            </a:extLst>
          </p:cNvPr>
          <p:cNvCxnSpPr>
            <a:cxnSpLocks/>
            <a:stCxn id="37" idx="3"/>
            <a:endCxn id="20" idx="1"/>
          </p:cNvCxnSpPr>
          <p:nvPr/>
        </p:nvCxnSpPr>
        <p:spPr>
          <a:xfrm flipV="1">
            <a:off x="7809854" y="2644658"/>
            <a:ext cx="690796" cy="16514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E1638B89-53A8-26FF-2B9C-63CAB7C12F76}"/>
              </a:ext>
            </a:extLst>
          </p:cNvPr>
          <p:cNvCxnSpPr>
            <a:cxnSpLocks/>
            <a:stCxn id="37" idx="1"/>
            <a:endCxn id="110" idx="2"/>
          </p:cNvCxnSpPr>
          <p:nvPr/>
        </p:nvCxnSpPr>
        <p:spPr>
          <a:xfrm rot="10800000">
            <a:off x="3335802" y="2343745"/>
            <a:ext cx="2492608" cy="195237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E3DABB3D-896E-4554-DF28-A05F14F3A7A7}"/>
              </a:ext>
            </a:extLst>
          </p:cNvPr>
          <p:cNvCxnSpPr>
            <a:cxnSpLocks/>
            <a:stCxn id="9" idx="2"/>
            <a:endCxn id="20" idx="2"/>
          </p:cNvCxnSpPr>
          <p:nvPr/>
        </p:nvCxnSpPr>
        <p:spPr>
          <a:xfrm rot="5400000">
            <a:off x="10309267" y="1962719"/>
            <a:ext cx="12700" cy="184329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2" name="Straight Arrow Connector 12">
            <a:extLst>
              <a:ext uri="{FF2B5EF4-FFF2-40B4-BE49-F238E27FC236}">
                <a16:creationId xmlns:a16="http://schemas.microsoft.com/office/drawing/2014/main" id="{6DDB8232-5755-9421-7040-AFA581D7004A}"/>
              </a:ext>
            </a:extLst>
          </p:cNvPr>
          <p:cNvCxnSpPr>
            <a:cxnSpLocks/>
            <a:stCxn id="20" idx="0"/>
            <a:endCxn id="9" idx="0"/>
          </p:cNvCxnSpPr>
          <p:nvPr/>
        </p:nvCxnSpPr>
        <p:spPr>
          <a:xfrm rot="5400000" flipH="1" flipV="1">
            <a:off x="10309266" y="1483300"/>
            <a:ext cx="12700" cy="184329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9FA675E-B61F-FAB4-CABB-620875A1F11A}"/>
              </a:ext>
            </a:extLst>
          </p:cNvPr>
          <p:cNvGrpSpPr/>
          <p:nvPr/>
        </p:nvGrpSpPr>
        <p:grpSpPr>
          <a:xfrm>
            <a:off x="2448834" y="1403117"/>
            <a:ext cx="1773936" cy="940628"/>
            <a:chOff x="7507403" y="1006814"/>
            <a:chExt cx="575485" cy="940628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1DC0336-1CE0-5917-23ED-B815E52E7235}"/>
                </a:ext>
              </a:extLst>
            </p:cNvPr>
            <p:cNvSpPr/>
            <p:nvPr/>
          </p:nvSpPr>
          <p:spPr>
            <a:xfrm>
              <a:off x="7538137" y="1386858"/>
              <a:ext cx="523728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🌼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Keybox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6001CFB-7744-AB15-580F-624DB33E139F}"/>
                </a:ext>
              </a:extLst>
            </p:cNvPr>
            <p:cNvSpPr/>
            <p:nvPr/>
          </p:nvSpPr>
          <p:spPr>
            <a:xfrm>
              <a:off x="7507403" y="1006814"/>
              <a:ext cx="575485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7B10C7-7028-C45E-98A3-A3AF80CC3A9A}"/>
              </a:ext>
            </a:extLst>
          </p:cNvPr>
          <p:cNvSpPr/>
          <p:nvPr/>
        </p:nvSpPr>
        <p:spPr>
          <a:xfrm>
            <a:off x="9371620" y="1693431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0D2BFA3-6BC8-9584-A398-30BBB4EB8F4C}"/>
              </a:ext>
            </a:extLst>
          </p:cNvPr>
          <p:cNvSpPr txBox="1"/>
          <p:nvPr/>
        </p:nvSpPr>
        <p:spPr>
          <a:xfrm>
            <a:off x="9731619" y="1654267"/>
            <a:ext cx="2069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NFC commands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41C8737-D8E0-80AD-5034-408F33CE6FA3}"/>
              </a:ext>
            </a:extLst>
          </p:cNvPr>
          <p:cNvGrpSpPr/>
          <p:nvPr/>
        </p:nvGrpSpPr>
        <p:grpSpPr>
          <a:xfrm>
            <a:off x="9371620" y="3210404"/>
            <a:ext cx="2379655" cy="400110"/>
            <a:chOff x="9508300" y="3776668"/>
            <a:chExt cx="2379655" cy="40011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D0D2FF-523E-7808-20EC-AAACCA56AD32}"/>
                </a:ext>
              </a:extLst>
            </p:cNvPr>
            <p:cNvSpPr txBox="1"/>
            <p:nvPr/>
          </p:nvSpPr>
          <p:spPr>
            <a:xfrm>
              <a:off x="9868299" y="3776668"/>
              <a:ext cx="20196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NFC responses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DD374950-C106-62D2-30A7-3AAD1C5A90CC}"/>
                </a:ext>
              </a:extLst>
            </p:cNvPr>
            <p:cNvSpPr/>
            <p:nvPr/>
          </p:nvSpPr>
          <p:spPr>
            <a:xfrm>
              <a:off x="9508300" y="3806762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06CB6C1-1707-CE08-42D7-DAE8A776DF0A}"/>
              </a:ext>
            </a:extLst>
          </p:cNvPr>
          <p:cNvGrpSpPr/>
          <p:nvPr/>
        </p:nvGrpSpPr>
        <p:grpSpPr>
          <a:xfrm>
            <a:off x="6203227" y="2072616"/>
            <a:ext cx="1244792" cy="1138160"/>
            <a:chOff x="6325777" y="1770956"/>
            <a:chExt cx="1244792" cy="1138160"/>
          </a:xfrm>
        </p:grpSpPr>
        <p:sp>
          <p:nvSpPr>
            <p:cNvPr id="130" name="Can 129">
              <a:extLst>
                <a:ext uri="{FF2B5EF4-FFF2-40B4-BE49-F238E27FC236}">
                  <a16:creationId xmlns:a16="http://schemas.microsoft.com/office/drawing/2014/main" id="{153AAE3A-578D-E847-A70F-1AEDC1A03DC0}"/>
                </a:ext>
              </a:extLst>
            </p:cNvPr>
            <p:cNvSpPr/>
            <p:nvPr/>
          </p:nvSpPr>
          <p:spPr>
            <a:xfrm>
              <a:off x="6325777" y="1770956"/>
              <a:ext cx="1244792" cy="1138160"/>
            </a:xfrm>
            <a:prstGeom prst="can">
              <a:avLst>
                <a:gd name="adj" fmla="val 16668"/>
              </a:avLst>
            </a:prstGeom>
            <a:ln>
              <a:solidFill>
                <a:schemeClr val="bg1">
                  <a:lumMod val="75000"/>
                  <a:lumOff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0945641-6223-2A70-F9B5-B10F8CE497B7}"/>
                </a:ext>
              </a:extLst>
            </p:cNvPr>
            <p:cNvSpPr txBox="1"/>
            <p:nvPr/>
          </p:nvSpPr>
          <p:spPr>
            <a:xfrm>
              <a:off x="6332535" y="2073119"/>
              <a:ext cx="123313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♻️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key 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rotations</a:t>
              </a: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112FC0A8-2B8C-4285-60CD-8BD3F6E4C017}"/>
              </a:ext>
            </a:extLst>
          </p:cNvPr>
          <p:cNvSpPr txBox="1"/>
          <p:nvPr/>
        </p:nvSpPr>
        <p:spPr>
          <a:xfrm>
            <a:off x="433991" y="1087899"/>
            <a:ext cx="19859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subscriptions to</a:t>
            </a:r>
            <a:b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key rotations</a:t>
            </a:r>
          </a:p>
        </p:txBody>
      </p:sp>
      <p:cxnSp>
        <p:nvCxnSpPr>
          <p:cNvPr id="133" name="Straight Arrow Connector 12">
            <a:extLst>
              <a:ext uri="{FF2B5EF4-FFF2-40B4-BE49-F238E27FC236}">
                <a16:creationId xmlns:a16="http://schemas.microsoft.com/office/drawing/2014/main" id="{5D13D4CF-393B-BB85-6217-D100E99294E0}"/>
              </a:ext>
            </a:extLst>
          </p:cNvPr>
          <p:cNvCxnSpPr>
            <a:cxnSpLocks/>
            <a:stCxn id="37" idx="0"/>
            <a:endCxn id="130" idx="3"/>
          </p:cNvCxnSpPr>
          <p:nvPr/>
        </p:nvCxnSpPr>
        <p:spPr>
          <a:xfrm flipV="1">
            <a:off x="6819132" y="3210776"/>
            <a:ext cx="6491" cy="43239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Arrow Connector 12">
            <a:extLst>
              <a:ext uri="{FF2B5EF4-FFF2-40B4-BE49-F238E27FC236}">
                <a16:creationId xmlns:a16="http://schemas.microsoft.com/office/drawing/2014/main" id="{A77140D2-C0E9-43DD-C3BF-6E7034631C75}"/>
              </a:ext>
            </a:extLst>
          </p:cNvPr>
          <p:cNvCxnSpPr>
            <a:cxnSpLocks/>
            <a:stCxn id="36" idx="2"/>
            <a:endCxn id="130" idx="1"/>
          </p:cNvCxnSpPr>
          <p:nvPr/>
        </p:nvCxnSpPr>
        <p:spPr>
          <a:xfrm>
            <a:off x="6822756" y="1605761"/>
            <a:ext cx="2867" cy="46685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Straight Arrow Connector 12">
            <a:extLst>
              <a:ext uri="{FF2B5EF4-FFF2-40B4-BE49-F238E27FC236}">
                <a16:creationId xmlns:a16="http://schemas.microsoft.com/office/drawing/2014/main" id="{CB6167DE-3480-83E2-5DA1-A8A1C0BF8580}"/>
              </a:ext>
            </a:extLst>
          </p:cNvPr>
          <p:cNvCxnSpPr>
            <a:cxnSpLocks/>
            <a:stCxn id="153" idx="0"/>
            <a:endCxn id="110" idx="1"/>
          </p:cNvCxnSpPr>
          <p:nvPr/>
        </p:nvCxnSpPr>
        <p:spPr>
          <a:xfrm rot="5400000" flipH="1" flipV="1">
            <a:off x="864238" y="2413103"/>
            <a:ext cx="2124268" cy="104492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509C972F-5C05-C41D-EA20-DAE6F98A5C7F}"/>
              </a:ext>
            </a:extLst>
          </p:cNvPr>
          <p:cNvSpPr txBox="1"/>
          <p:nvPr/>
        </p:nvSpPr>
        <p:spPr>
          <a:xfrm>
            <a:off x="1309173" y="3225836"/>
            <a:ext cx="6257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8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D808CA0-8765-5F85-632E-F4CB03521AFA}"/>
              </a:ext>
            </a:extLst>
          </p:cNvPr>
          <p:cNvSpPr txBox="1"/>
          <p:nvPr/>
        </p:nvSpPr>
        <p:spPr>
          <a:xfrm>
            <a:off x="3235134" y="541338"/>
            <a:ext cx="22515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📣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Notifier push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F4C82BA-AD82-404D-0E44-806425C68C9E}"/>
              </a:ext>
            </a:extLst>
          </p:cNvPr>
          <p:cNvSpPr txBox="1"/>
          <p:nvPr/>
        </p:nvSpPr>
        <p:spPr>
          <a:xfrm>
            <a:off x="3213186" y="4357812"/>
            <a:ext cx="2019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⏲️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Periodic poll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E52A780-8D5D-49C8-A3F0-89633E28EEA0}"/>
              </a:ext>
            </a:extLst>
          </p:cNvPr>
          <p:cNvGrpSpPr/>
          <p:nvPr/>
        </p:nvGrpSpPr>
        <p:grpSpPr>
          <a:xfrm>
            <a:off x="423061" y="3997699"/>
            <a:ext cx="1961698" cy="946470"/>
            <a:chOff x="7542594" y="1006814"/>
            <a:chExt cx="636397" cy="946470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13A00F4-B4B3-E860-4153-8D273AC28C07}"/>
                </a:ext>
              </a:extLst>
            </p:cNvPr>
            <p:cNvSpPr/>
            <p:nvPr/>
          </p:nvSpPr>
          <p:spPr>
            <a:xfrm>
              <a:off x="7542594" y="1006814"/>
              <a:ext cx="636397" cy="9464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A849B18-504E-755B-861B-FC2C7B100AEE}"/>
                </a:ext>
              </a:extLst>
            </p:cNvPr>
            <p:cNvSpPr/>
            <p:nvPr/>
          </p:nvSpPr>
          <p:spPr>
            <a:xfrm>
              <a:off x="7565777" y="1386858"/>
              <a:ext cx="587714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Keymaker</a:t>
              </a:r>
            </a:p>
          </p:txBody>
        </p:sp>
      </p:grp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EC73CAD-48F2-BF6A-EAF3-FAF97F34C679}"/>
              </a:ext>
            </a:extLst>
          </p:cNvPr>
          <p:cNvSpPr/>
          <p:nvPr/>
        </p:nvSpPr>
        <p:spPr>
          <a:xfrm>
            <a:off x="5921852" y="3719398"/>
            <a:ext cx="179100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⌚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Tapband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F7C3C-B2EB-2246-0DD6-EC462DE2FA3C}"/>
              </a:ext>
            </a:extLst>
          </p:cNvPr>
          <p:cNvSpPr txBox="1"/>
          <p:nvPr/>
        </p:nvSpPr>
        <p:spPr>
          <a:xfrm>
            <a:off x="218143" y="6278524"/>
            <a:ext cx="203421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KEYHOLDER</a:t>
            </a:r>
          </a:p>
        </p:txBody>
      </p:sp>
    </p:spTree>
    <p:extLst>
      <p:ext uri="{BB962C8B-B14F-4D97-AF65-F5344CB8AC3E}">
        <p14:creationId xmlns:p14="http://schemas.microsoft.com/office/powerpoint/2010/main" val="389515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5A44BB-E25B-38C4-3E00-A5E2F1DC14F3}"/>
              </a:ext>
            </a:extLst>
          </p:cNvPr>
          <p:cNvSpPr/>
          <p:nvPr/>
        </p:nvSpPr>
        <p:spPr>
          <a:xfrm>
            <a:off x="512854" y="1314079"/>
            <a:ext cx="2745069" cy="1942266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0B9FA-585F-4EA1-BA27-C5E508B0409E}"/>
              </a:ext>
            </a:extLst>
          </p:cNvPr>
          <p:cNvSpPr txBox="1"/>
          <p:nvPr/>
        </p:nvSpPr>
        <p:spPr>
          <a:xfrm>
            <a:off x="873536" y="1932905"/>
            <a:ext cx="9170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dirty="0"/>
              <a:t>🔒</a:t>
            </a:r>
            <a:endParaRPr lang="en-US" sz="8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FA81C3F-4B8E-8F84-30D5-92627567F53F}"/>
              </a:ext>
            </a:extLst>
          </p:cNvPr>
          <p:cNvSpPr txBox="1">
            <a:spLocks/>
          </p:cNvSpPr>
          <p:nvPr/>
        </p:nvSpPr>
        <p:spPr>
          <a:xfrm>
            <a:off x="710988" y="1392336"/>
            <a:ext cx="1186059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padlock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0BEC89-DC03-B08B-EA92-B0B7AD30D43A}"/>
              </a:ext>
            </a:extLst>
          </p:cNvPr>
          <p:cNvSpPr txBox="1"/>
          <p:nvPr/>
        </p:nvSpPr>
        <p:spPr>
          <a:xfrm>
            <a:off x="511527" y="2957309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CD2DA-60E0-3200-C15D-EF31E545E093}"/>
              </a:ext>
            </a:extLst>
          </p:cNvPr>
          <p:cNvSpPr txBox="1"/>
          <p:nvPr/>
        </p:nvSpPr>
        <p:spPr>
          <a:xfrm>
            <a:off x="512550" y="1662680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720F54-0BC1-6F7C-6108-8DC0263E1CCD}"/>
              </a:ext>
            </a:extLst>
          </p:cNvPr>
          <p:cNvGrpSpPr/>
          <p:nvPr/>
        </p:nvGrpSpPr>
        <p:grpSpPr>
          <a:xfrm>
            <a:off x="5890973" y="317185"/>
            <a:ext cx="1961698" cy="946470"/>
            <a:chOff x="7542594" y="1006814"/>
            <a:chExt cx="636397" cy="94647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496632E-EE90-96CB-0AD8-930609882EE8}"/>
                </a:ext>
              </a:extLst>
            </p:cNvPr>
            <p:cNvSpPr/>
            <p:nvPr/>
          </p:nvSpPr>
          <p:spPr>
            <a:xfrm>
              <a:off x="7542594" y="1006814"/>
              <a:ext cx="636397" cy="9464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1EAF221-8E31-F81C-807B-C53F72B4DFBF}"/>
                </a:ext>
              </a:extLst>
            </p:cNvPr>
            <p:cNvSpPr/>
            <p:nvPr/>
          </p:nvSpPr>
          <p:spPr>
            <a:xfrm>
              <a:off x="7565777" y="1386858"/>
              <a:ext cx="587714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Keymaker</a:t>
              </a:r>
            </a:p>
          </p:txBody>
        </p:sp>
      </p:grp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57E587BF-FBB4-299A-ACCA-C4D0D8361E8D}"/>
              </a:ext>
            </a:extLst>
          </p:cNvPr>
          <p:cNvCxnSpPr>
            <a:cxnSpLocks/>
            <a:stCxn id="35" idx="1"/>
            <a:endCxn id="2" idx="0"/>
          </p:cNvCxnSpPr>
          <p:nvPr/>
        </p:nvCxnSpPr>
        <p:spPr>
          <a:xfrm rot="10800000" flipV="1">
            <a:off x="1885389" y="790419"/>
            <a:ext cx="4005584" cy="523659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24A45B2-93E5-6D91-5EB4-5A4CCEB08124}"/>
              </a:ext>
            </a:extLst>
          </p:cNvPr>
          <p:cNvSpPr txBox="1"/>
          <p:nvPr/>
        </p:nvSpPr>
        <p:spPr>
          <a:xfrm>
            <a:off x="4075221" y="325693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D9E464-C9B1-44D4-5E76-82B41D70DA00}"/>
              </a:ext>
            </a:extLst>
          </p:cNvPr>
          <p:cNvSpPr/>
          <p:nvPr/>
        </p:nvSpPr>
        <p:spPr>
          <a:xfrm>
            <a:off x="1993715" y="1438605"/>
            <a:ext cx="1975167" cy="167007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62B55BE-A519-9B09-9073-0B44E7292F14}"/>
              </a:ext>
            </a:extLst>
          </p:cNvPr>
          <p:cNvGrpSpPr/>
          <p:nvPr/>
        </p:nvGrpSpPr>
        <p:grpSpPr>
          <a:xfrm>
            <a:off x="2095182" y="1548195"/>
            <a:ext cx="1754005" cy="488501"/>
            <a:chOff x="4941377" y="3971594"/>
            <a:chExt cx="1754005" cy="488501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F855EE5-9D5B-B336-A989-97550978A81F}"/>
                </a:ext>
              </a:extLst>
            </p:cNvPr>
            <p:cNvSpPr/>
            <p:nvPr/>
          </p:nvSpPr>
          <p:spPr>
            <a:xfrm>
              <a:off x="4941377" y="3971594"/>
              <a:ext cx="1754005" cy="4885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F7E6EB-732A-5D54-45B1-942A0F0D8250}"/>
                </a:ext>
              </a:extLst>
            </p:cNvPr>
            <p:cNvSpPr txBox="1"/>
            <p:nvPr/>
          </p:nvSpPr>
          <p:spPr>
            <a:xfrm>
              <a:off x="4941377" y="4041641"/>
              <a:ext cx="1605960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🔒</a:t>
              </a:r>
              <a:r>
                <a:rPr lang="en-GB" dirty="0"/>
                <a:t> static data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A70BCC9F-414B-DFEE-6B13-96D31BD12A48}"/>
              </a:ext>
            </a:extLst>
          </p:cNvPr>
          <p:cNvSpPr txBox="1"/>
          <p:nvPr/>
        </p:nvSpPr>
        <p:spPr>
          <a:xfrm>
            <a:off x="2075540" y="2122360"/>
            <a:ext cx="18933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Locator</a:t>
            </a:r>
            <a:b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rotation rules</a:t>
            </a:r>
            <a:b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🔏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private key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8B7AF47-F703-C888-872A-747D1531DAB2}"/>
              </a:ext>
            </a:extLst>
          </p:cNvPr>
          <p:cNvGrpSpPr/>
          <p:nvPr/>
        </p:nvGrpSpPr>
        <p:grpSpPr>
          <a:xfrm>
            <a:off x="5889041" y="1417299"/>
            <a:ext cx="2040575" cy="1942262"/>
            <a:chOff x="6942776" y="892220"/>
            <a:chExt cx="2040575" cy="194226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B615673-45D1-3B4B-D15A-4E6A3EAFF5DF}"/>
                </a:ext>
              </a:extLst>
            </p:cNvPr>
            <p:cNvSpPr/>
            <p:nvPr/>
          </p:nvSpPr>
          <p:spPr>
            <a:xfrm>
              <a:off x="6942776" y="892220"/>
              <a:ext cx="1961698" cy="1942262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643E586-3480-7CA6-2FA5-59D0ABA57B13}"/>
                </a:ext>
              </a:extLst>
            </p:cNvPr>
            <p:cNvGrpSpPr/>
            <p:nvPr/>
          </p:nvGrpSpPr>
          <p:grpSpPr>
            <a:xfrm>
              <a:off x="7044242" y="1001811"/>
              <a:ext cx="1783560" cy="488501"/>
              <a:chOff x="4941376" y="3971594"/>
              <a:chExt cx="1783560" cy="488501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30C7ED3-C1B5-4F41-6CD9-F2779C5F68FD}"/>
                  </a:ext>
                </a:extLst>
              </p:cNvPr>
              <p:cNvSpPr/>
              <p:nvPr/>
            </p:nvSpPr>
            <p:spPr>
              <a:xfrm>
                <a:off x="4941376" y="3971594"/>
                <a:ext cx="1763863" cy="48850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43CA7FB-F7C7-7B11-D800-078ACB2A3C54}"/>
                  </a:ext>
                </a:extLst>
              </p:cNvPr>
              <p:cNvSpPr txBox="1"/>
              <p:nvPr/>
            </p:nvSpPr>
            <p:spPr>
              <a:xfrm>
                <a:off x="4941376" y="4041641"/>
                <a:ext cx="1783560" cy="379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☁️</a:t>
                </a:r>
                <a:r>
                  <a:rPr lang="en-GB" dirty="0"/>
                  <a:t> Padlock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51E5967-EBAB-A732-0008-8FE0000FDD10}"/>
                </a:ext>
              </a:extLst>
            </p:cNvPr>
            <p:cNvSpPr txBox="1"/>
            <p:nvPr/>
          </p:nvSpPr>
          <p:spPr>
            <a:xfrm>
              <a:off x="6965863" y="1560359"/>
              <a:ext cx="2017488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dirty="0"/>
                <a:t> 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Locator</a:t>
              </a:r>
              <a:b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♻️ 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rotation rules</a:t>
              </a:r>
              <a:b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🔏 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public key</a:t>
              </a:r>
              <a:b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🔢</a:t>
              </a:r>
              <a:r>
                <a:rPr lang="en-GB" dirty="0"/>
                <a:t> 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sequence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3FFB0B9D-0219-AC58-E87F-198213808C50}"/>
              </a:ext>
            </a:extLst>
          </p:cNvPr>
          <p:cNvSpPr/>
          <p:nvPr/>
        </p:nvSpPr>
        <p:spPr>
          <a:xfrm>
            <a:off x="9597445" y="1815254"/>
            <a:ext cx="1428106" cy="478684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🌼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Keybox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D064E22-6E31-1212-5314-7F65C553F78E}"/>
              </a:ext>
            </a:extLst>
          </p:cNvPr>
          <p:cNvSpPr/>
          <p:nvPr/>
        </p:nvSpPr>
        <p:spPr>
          <a:xfrm>
            <a:off x="11107221" y="1813150"/>
            <a:ext cx="483716" cy="478684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🌼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FADCD40-FBD4-A52F-234B-0FF4FCDDF2D3}"/>
              </a:ext>
            </a:extLst>
          </p:cNvPr>
          <p:cNvSpPr/>
          <p:nvPr/>
        </p:nvSpPr>
        <p:spPr>
          <a:xfrm>
            <a:off x="9525983" y="1417927"/>
            <a:ext cx="2126648" cy="94062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 subscribers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636BF6D8-AEA2-5AAD-17E8-8045A236AADC}"/>
              </a:ext>
            </a:extLst>
          </p:cNvPr>
          <p:cNvCxnSpPr>
            <a:cxnSpLocks/>
            <a:stCxn id="35" idx="3"/>
            <a:endCxn id="75" idx="0"/>
          </p:cNvCxnSpPr>
          <p:nvPr/>
        </p:nvCxnSpPr>
        <p:spPr>
          <a:xfrm>
            <a:off x="7852671" y="790420"/>
            <a:ext cx="2736636" cy="627507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617160F-F12D-5FDD-971A-D2A6155542C5}"/>
              </a:ext>
            </a:extLst>
          </p:cNvPr>
          <p:cNvSpPr txBox="1"/>
          <p:nvPr/>
        </p:nvSpPr>
        <p:spPr>
          <a:xfrm>
            <a:off x="9445498" y="1292034"/>
            <a:ext cx="6257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3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3693C75-B9F9-2819-7033-61EA9F7DA1D7}"/>
              </a:ext>
            </a:extLst>
          </p:cNvPr>
          <p:cNvSpPr txBox="1"/>
          <p:nvPr/>
        </p:nvSpPr>
        <p:spPr>
          <a:xfrm>
            <a:off x="9445498" y="2464034"/>
            <a:ext cx="2017488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🔋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status</a:t>
            </a:r>
          </a:p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key rotations</a:t>
            </a:r>
          </a:p>
        </p:txBody>
      </p: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2EAC55F3-F78A-3244-17DD-105B8DA3F348}"/>
              </a:ext>
            </a:extLst>
          </p:cNvPr>
          <p:cNvCxnSpPr>
            <a:cxnSpLocks/>
            <a:stCxn id="104" idx="0"/>
            <a:endCxn id="58" idx="2"/>
          </p:cNvCxnSpPr>
          <p:nvPr/>
        </p:nvCxnSpPr>
        <p:spPr>
          <a:xfrm flipH="1" flipV="1">
            <a:off x="6869890" y="3359561"/>
            <a:ext cx="5638" cy="72888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B13C2A0-973A-02ED-9AB9-32D49F95681D}"/>
              </a:ext>
            </a:extLst>
          </p:cNvPr>
          <p:cNvGrpSpPr/>
          <p:nvPr/>
        </p:nvGrpSpPr>
        <p:grpSpPr>
          <a:xfrm>
            <a:off x="5988557" y="4088441"/>
            <a:ext cx="1773936" cy="940628"/>
            <a:chOff x="7507402" y="1006814"/>
            <a:chExt cx="575485" cy="940628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868F766-BEBE-82F4-A992-17CF044CB17E}"/>
                </a:ext>
              </a:extLst>
            </p:cNvPr>
            <p:cNvSpPr/>
            <p:nvPr/>
          </p:nvSpPr>
          <p:spPr>
            <a:xfrm>
              <a:off x="7535312" y="1395567"/>
              <a:ext cx="523728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🌼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Keybox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05A92E7-E518-9DF4-F7F5-A47710BAED9C}"/>
                </a:ext>
              </a:extLst>
            </p:cNvPr>
            <p:cNvSpPr/>
            <p:nvPr/>
          </p:nvSpPr>
          <p:spPr>
            <a:xfrm>
              <a:off x="7507403" y="1006814"/>
              <a:ext cx="575485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6F501AF-145B-9DFC-8C26-C81B7325F901}"/>
              </a:ext>
            </a:extLst>
          </p:cNvPr>
          <p:cNvSpPr/>
          <p:nvPr/>
        </p:nvSpPr>
        <p:spPr>
          <a:xfrm>
            <a:off x="1002913" y="4319045"/>
            <a:ext cx="1773936" cy="479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anchor="ctr"/>
          <a:lstStyle/>
          <a:p>
            <a:pPr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Keyholder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B03EC1AE-E809-6818-0B88-3EBF987F67F8}"/>
              </a:ext>
            </a:extLst>
          </p:cNvPr>
          <p:cNvCxnSpPr>
            <a:cxnSpLocks/>
            <a:stCxn id="2" idx="2"/>
            <a:endCxn id="106" idx="0"/>
          </p:cNvCxnSpPr>
          <p:nvPr/>
        </p:nvCxnSpPr>
        <p:spPr>
          <a:xfrm>
            <a:off x="1885389" y="3256345"/>
            <a:ext cx="4492" cy="10627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Arrow Connector 12">
            <a:extLst>
              <a:ext uri="{FF2B5EF4-FFF2-40B4-BE49-F238E27FC236}">
                <a16:creationId xmlns:a16="http://schemas.microsoft.com/office/drawing/2014/main" id="{204B02BC-0A07-6162-74BB-7ACDC631C565}"/>
              </a:ext>
            </a:extLst>
          </p:cNvPr>
          <p:cNvCxnSpPr>
            <a:cxnSpLocks/>
            <a:stCxn id="106" idx="3"/>
            <a:endCxn id="104" idx="1"/>
          </p:cNvCxnSpPr>
          <p:nvPr/>
        </p:nvCxnSpPr>
        <p:spPr>
          <a:xfrm>
            <a:off x="2776849" y="4558755"/>
            <a:ext cx="321170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1C845B88-5363-417D-5B13-E801EAA05D88}"/>
              </a:ext>
            </a:extLst>
          </p:cNvPr>
          <p:cNvSpPr txBox="1"/>
          <p:nvPr/>
        </p:nvSpPr>
        <p:spPr>
          <a:xfrm>
            <a:off x="1897047" y="3328443"/>
            <a:ext cx="2066196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🔋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status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0903387-28D0-31AF-F269-CEC1AA11FF6E}"/>
              </a:ext>
            </a:extLst>
          </p:cNvPr>
          <p:cNvSpPr txBox="1"/>
          <p:nvPr/>
        </p:nvSpPr>
        <p:spPr>
          <a:xfrm>
            <a:off x="6868251" y="3692409"/>
            <a:ext cx="201748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🔋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status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889683-BC16-9551-6DCE-57EB6155DDE3}"/>
              </a:ext>
            </a:extLst>
          </p:cNvPr>
          <p:cNvSpPr txBox="1"/>
          <p:nvPr/>
        </p:nvSpPr>
        <p:spPr>
          <a:xfrm>
            <a:off x="8098310" y="325693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notifications</a:t>
            </a:r>
          </a:p>
        </p:txBody>
      </p:sp>
      <p:cxnSp>
        <p:nvCxnSpPr>
          <p:cNvPr id="123" name="Straight Arrow Connector 12">
            <a:extLst>
              <a:ext uri="{FF2B5EF4-FFF2-40B4-BE49-F238E27FC236}">
                <a16:creationId xmlns:a16="http://schemas.microsoft.com/office/drawing/2014/main" id="{00F91E13-E902-B3F4-2780-EA36EF3A6881}"/>
              </a:ext>
            </a:extLst>
          </p:cNvPr>
          <p:cNvCxnSpPr>
            <a:cxnSpLocks/>
            <a:stCxn id="61" idx="1"/>
            <a:endCxn id="68" idx="1"/>
          </p:cNvCxnSpPr>
          <p:nvPr/>
        </p:nvCxnSpPr>
        <p:spPr>
          <a:xfrm rot="10800000" flipV="1">
            <a:off x="5912129" y="1786733"/>
            <a:ext cx="78379" cy="914258"/>
          </a:xfrm>
          <a:prstGeom prst="bentConnector3">
            <a:avLst>
              <a:gd name="adj1" fmla="val 39166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1BBFEB95-7305-64F7-CF58-C1AB6090615B}"/>
              </a:ext>
            </a:extLst>
          </p:cNvPr>
          <p:cNvSpPr txBox="1"/>
          <p:nvPr/>
        </p:nvSpPr>
        <p:spPr>
          <a:xfrm>
            <a:off x="4224713" y="1740848"/>
            <a:ext cx="14318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periodic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sequence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rotation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7E47F3C-BD85-9B20-AF91-F982539D97E6}"/>
              </a:ext>
            </a:extLst>
          </p:cNvPr>
          <p:cNvSpPr txBox="1"/>
          <p:nvPr/>
        </p:nvSpPr>
        <p:spPr>
          <a:xfrm>
            <a:off x="7774067" y="230321"/>
            <a:ext cx="6257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13EAA-1E8E-4264-73C7-067D1D26F2A9}"/>
              </a:ext>
            </a:extLst>
          </p:cNvPr>
          <p:cNvSpPr txBox="1"/>
          <p:nvPr/>
        </p:nvSpPr>
        <p:spPr>
          <a:xfrm>
            <a:off x="218143" y="6278524"/>
            <a:ext cx="181459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KEYMAKER</a:t>
            </a:r>
          </a:p>
        </p:txBody>
      </p:sp>
    </p:spTree>
    <p:extLst>
      <p:ext uri="{BB962C8B-B14F-4D97-AF65-F5344CB8AC3E}">
        <p14:creationId xmlns:p14="http://schemas.microsoft.com/office/powerpoint/2010/main" val="97588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591704-6DC3-E254-E6FE-D455CC868891}"/>
              </a:ext>
            </a:extLst>
          </p:cNvPr>
          <p:cNvGrpSpPr/>
          <p:nvPr/>
        </p:nvGrpSpPr>
        <p:grpSpPr>
          <a:xfrm>
            <a:off x="4576670" y="1231018"/>
            <a:ext cx="1773936" cy="940628"/>
            <a:chOff x="7507402" y="1006814"/>
            <a:chExt cx="575485" cy="94062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B7F217A-C2C7-C688-B51C-068A15BD410E}"/>
                </a:ext>
              </a:extLst>
            </p:cNvPr>
            <p:cNvSpPr/>
            <p:nvPr/>
          </p:nvSpPr>
          <p:spPr>
            <a:xfrm>
              <a:off x="7535312" y="1395567"/>
              <a:ext cx="523728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🌼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Keybox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723324F-D3F3-7004-415D-92246CDFB627}"/>
                </a:ext>
              </a:extLst>
            </p:cNvPr>
            <p:cNvSpPr/>
            <p:nvPr/>
          </p:nvSpPr>
          <p:spPr>
            <a:xfrm>
              <a:off x="7507403" y="1006814"/>
              <a:ext cx="575485" cy="94062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C881C88-FEEC-D2BC-854A-0217A5B098E7}"/>
              </a:ext>
            </a:extLst>
          </p:cNvPr>
          <p:cNvGrpSpPr/>
          <p:nvPr/>
        </p:nvGrpSpPr>
        <p:grpSpPr>
          <a:xfrm>
            <a:off x="277863" y="1222510"/>
            <a:ext cx="1961698" cy="946470"/>
            <a:chOff x="7542594" y="1006814"/>
            <a:chExt cx="636397" cy="94647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48C0C5-F3FF-7F77-826B-ED8D6F9DF89A}"/>
                </a:ext>
              </a:extLst>
            </p:cNvPr>
            <p:cNvSpPr/>
            <p:nvPr/>
          </p:nvSpPr>
          <p:spPr>
            <a:xfrm>
              <a:off x="7542594" y="1006814"/>
              <a:ext cx="636397" cy="94647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B2F61D-311B-3030-C392-39578C0C9649}"/>
                </a:ext>
              </a:extLst>
            </p:cNvPr>
            <p:cNvSpPr/>
            <p:nvPr/>
          </p:nvSpPr>
          <p:spPr>
            <a:xfrm>
              <a:off x="7565777" y="1386858"/>
              <a:ext cx="587714" cy="47868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Keymaker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C6A8928-98FB-D426-2158-5DB779B09B97}"/>
              </a:ext>
            </a:extLst>
          </p:cNvPr>
          <p:cNvSpPr txBox="1"/>
          <p:nvPr/>
        </p:nvSpPr>
        <p:spPr>
          <a:xfrm>
            <a:off x="1518135" y="2252533"/>
            <a:ext cx="171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subscriptions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7D6F50-74C2-377B-C1CB-FEF64130E052}"/>
              </a:ext>
            </a:extLst>
          </p:cNvPr>
          <p:cNvSpPr txBox="1"/>
          <p:nvPr/>
        </p:nvSpPr>
        <p:spPr>
          <a:xfrm>
            <a:off x="1168179" y="2110544"/>
            <a:ext cx="6257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3200" dirty="0"/>
          </a:p>
        </p:txBody>
      </p: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82B779C5-40B4-BE6A-97A6-AB4B71D248FF}"/>
              </a:ext>
            </a:extLst>
          </p:cNvPr>
          <p:cNvCxnSpPr>
            <a:cxnSpLocks/>
            <a:stCxn id="6" idx="2"/>
            <a:endCxn id="39" idx="2"/>
          </p:cNvCxnSpPr>
          <p:nvPr/>
        </p:nvCxnSpPr>
        <p:spPr>
          <a:xfrm rot="5400000" flipH="1" flipV="1">
            <a:off x="3152795" y="263097"/>
            <a:ext cx="11799" cy="3799967"/>
          </a:xfrm>
          <a:prstGeom prst="bentConnector3">
            <a:avLst>
              <a:gd name="adj1" fmla="val -1177971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4077BA14-1BB6-73A8-88C7-B9AF56AC1979}"/>
              </a:ext>
            </a:extLst>
          </p:cNvPr>
          <p:cNvCxnSpPr>
            <a:cxnSpLocks/>
            <a:stCxn id="39" idx="0"/>
            <a:endCxn id="6" idx="0"/>
          </p:cNvCxnSpPr>
          <p:nvPr/>
        </p:nvCxnSpPr>
        <p:spPr>
          <a:xfrm rot="16200000" flipH="1" flipV="1">
            <a:off x="3155717" y="-680453"/>
            <a:ext cx="5957" cy="3799967"/>
          </a:xfrm>
          <a:prstGeom prst="bentConnector3">
            <a:avLst>
              <a:gd name="adj1" fmla="val -84425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BD0262-BD74-C17C-1153-A5A180A631E0}"/>
              </a:ext>
            </a:extLst>
          </p:cNvPr>
          <p:cNvSpPr txBox="1"/>
          <p:nvPr/>
        </p:nvSpPr>
        <p:spPr>
          <a:xfrm>
            <a:off x="3129523" y="2839242"/>
            <a:ext cx="2017488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🔋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status</a:t>
            </a:r>
          </a:p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key rotations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0AA4CA-BCF1-12E5-B552-0FDFE588CD86}"/>
              </a:ext>
            </a:extLst>
          </p:cNvPr>
          <p:cNvSpPr txBox="1"/>
          <p:nvPr/>
        </p:nvSpPr>
        <p:spPr>
          <a:xfrm>
            <a:off x="2210841" y="1284386"/>
            <a:ext cx="2367275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🔋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status</a:t>
            </a:r>
          </a:p>
        </p:txBody>
      </p:sp>
      <p:cxnSp>
        <p:nvCxnSpPr>
          <p:cNvPr id="24" name="Straight Arrow Connector 12">
            <a:extLst>
              <a:ext uri="{FF2B5EF4-FFF2-40B4-BE49-F238E27FC236}">
                <a16:creationId xmlns:a16="http://schemas.microsoft.com/office/drawing/2014/main" id="{D8A0C2BC-B3CD-1D8D-CA17-AE48CB0DC244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 flipV="1">
            <a:off x="2239561" y="1695745"/>
            <a:ext cx="2337112" cy="55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86089A-2166-AE9F-ACF2-B7F2A9CC1CAF}"/>
              </a:ext>
            </a:extLst>
          </p:cNvPr>
          <p:cNvSpPr txBox="1"/>
          <p:nvPr/>
        </p:nvSpPr>
        <p:spPr>
          <a:xfrm>
            <a:off x="2362425" y="293257"/>
            <a:ext cx="2791097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🔒</a:t>
            </a:r>
            <a:r>
              <a:rPr lang="en-GB" dirty="0"/>
              <a:t>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padlock registration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30A655-41AE-C046-C4C3-BD1C17945D2C}"/>
              </a:ext>
            </a:extLst>
          </p:cNvPr>
          <p:cNvGrpSpPr/>
          <p:nvPr/>
        </p:nvGrpSpPr>
        <p:grpSpPr>
          <a:xfrm>
            <a:off x="7498561" y="69460"/>
            <a:ext cx="1836904" cy="1115861"/>
            <a:chOff x="8811385" y="1047276"/>
            <a:chExt cx="1836904" cy="111586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944744F-890D-5B05-E8D4-8ADF8111EF4A}"/>
                </a:ext>
              </a:extLst>
            </p:cNvPr>
            <p:cNvGrpSpPr/>
            <p:nvPr/>
          </p:nvGrpSpPr>
          <p:grpSpPr>
            <a:xfrm>
              <a:off x="8874353" y="1222509"/>
              <a:ext cx="1773936" cy="940628"/>
              <a:chOff x="7507402" y="1006814"/>
              <a:chExt cx="575485" cy="940628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A4916F8-595E-345D-B601-D101FADE8D01}"/>
                  </a:ext>
                </a:extLst>
              </p:cNvPr>
              <p:cNvSpPr/>
              <p:nvPr/>
            </p:nvSpPr>
            <p:spPr>
              <a:xfrm>
                <a:off x="7535312" y="1395567"/>
                <a:ext cx="523728" cy="47868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2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🌼</a:t>
                </a: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20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Keybox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D4B87CD-EF0C-12B6-201B-CC6C16C2D80E}"/>
                  </a:ext>
                </a:extLst>
              </p:cNvPr>
              <p:cNvSpPr/>
              <p:nvPr/>
            </p:nvSpPr>
            <p:spPr>
              <a:xfrm>
                <a:off x="7507403" y="1006814"/>
                <a:ext cx="575485" cy="940628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   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 bound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9DFE4B-DB6D-BD86-7655-21B1FB1EB4F0}"/>
                </a:ext>
              </a:extLst>
            </p:cNvPr>
            <p:cNvSpPr txBox="1"/>
            <p:nvPr/>
          </p:nvSpPr>
          <p:spPr>
            <a:xfrm>
              <a:off x="8811385" y="1047276"/>
              <a:ext cx="65749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0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🧕</a:t>
              </a:r>
              <a:endParaRPr lang="en-US" sz="4000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8A8D404-0F90-EDF7-E591-1E1E610FDE6C}"/>
              </a:ext>
            </a:extLst>
          </p:cNvPr>
          <p:cNvSpPr txBox="1"/>
          <p:nvPr/>
        </p:nvSpPr>
        <p:spPr>
          <a:xfrm>
            <a:off x="5738694" y="306425"/>
            <a:ext cx="1559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 key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2B6D61-5B67-D0C6-15F1-086B8DE10D42}"/>
              </a:ext>
            </a:extLst>
          </p:cNvPr>
          <p:cNvSpPr txBox="1"/>
          <p:nvPr/>
        </p:nvSpPr>
        <p:spPr>
          <a:xfrm>
            <a:off x="4815022" y="1216553"/>
            <a:ext cx="487313" cy="94062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593FF3-2BB9-FB43-EC6A-14C4244190D0}"/>
              </a:ext>
            </a:extLst>
          </p:cNvPr>
          <p:cNvSpPr txBox="1"/>
          <p:nvPr/>
        </p:nvSpPr>
        <p:spPr>
          <a:xfrm>
            <a:off x="5592989" y="1239527"/>
            <a:ext cx="487313" cy="94062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 </a:t>
            </a:r>
          </a:p>
        </p:txBody>
      </p: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3B11D15C-B775-37E3-8810-7142CB71C9BE}"/>
              </a:ext>
            </a:extLst>
          </p:cNvPr>
          <p:cNvCxnSpPr>
            <a:cxnSpLocks/>
            <a:stCxn id="4" idx="3"/>
            <a:endCxn id="37" idx="1"/>
          </p:cNvCxnSpPr>
          <p:nvPr/>
        </p:nvCxnSpPr>
        <p:spPr>
          <a:xfrm flipV="1">
            <a:off x="6350609" y="1695745"/>
            <a:ext cx="3612675" cy="55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5130CB2A-7C04-7A7A-0AAC-7560FC7FFDB5}"/>
              </a:ext>
            </a:extLst>
          </p:cNvPr>
          <p:cNvCxnSpPr>
            <a:cxnSpLocks/>
            <a:stCxn id="43" idx="2"/>
            <a:endCxn id="60" idx="1"/>
          </p:cNvCxnSpPr>
          <p:nvPr/>
        </p:nvCxnSpPr>
        <p:spPr>
          <a:xfrm rot="16200000" flipH="1">
            <a:off x="6503067" y="1490759"/>
            <a:ext cx="905423" cy="2238264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E1B8F3C-6595-4B65-D59C-1216F1898F52}"/>
              </a:ext>
            </a:extLst>
          </p:cNvPr>
          <p:cNvSpPr/>
          <p:nvPr/>
        </p:nvSpPr>
        <p:spPr>
          <a:xfrm>
            <a:off x="8171938" y="2984683"/>
            <a:ext cx="1773936" cy="479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anchor="ctr"/>
          <a:lstStyle/>
          <a:p>
            <a:pPr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Keyholder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FC88B79-B253-62B8-7ED5-352D69231B8D}"/>
              </a:ext>
            </a:extLst>
          </p:cNvPr>
          <p:cNvSpPr/>
          <p:nvPr/>
        </p:nvSpPr>
        <p:spPr>
          <a:xfrm>
            <a:off x="8074910" y="2563658"/>
            <a:ext cx="2564785" cy="99789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devices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3C27B31-E739-F6CB-D397-BC46CC91F147}"/>
              </a:ext>
            </a:extLst>
          </p:cNvPr>
          <p:cNvSpPr/>
          <p:nvPr/>
        </p:nvSpPr>
        <p:spPr>
          <a:xfrm>
            <a:off x="10042902" y="2984683"/>
            <a:ext cx="506366" cy="47941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anchor="ctr"/>
          <a:lstStyle/>
          <a:p>
            <a:pPr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 </a:t>
            </a:r>
          </a:p>
        </p:txBody>
      </p:sp>
      <p:cxnSp>
        <p:nvCxnSpPr>
          <p:cNvPr id="81" name="Straight Arrow Connector 12">
            <a:extLst>
              <a:ext uri="{FF2B5EF4-FFF2-40B4-BE49-F238E27FC236}">
                <a16:creationId xmlns:a16="http://schemas.microsoft.com/office/drawing/2014/main" id="{5A654E8E-66D2-6AEB-38B8-B34A427BAF3E}"/>
              </a:ext>
            </a:extLst>
          </p:cNvPr>
          <p:cNvCxnSpPr>
            <a:cxnSpLocks/>
            <a:stCxn id="84" idx="0"/>
            <a:endCxn id="11" idx="3"/>
          </p:cNvCxnSpPr>
          <p:nvPr/>
        </p:nvCxnSpPr>
        <p:spPr>
          <a:xfrm rot="16200000" flipV="1">
            <a:off x="7019797" y="1306236"/>
            <a:ext cx="612000" cy="1950375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A4FCD7B-262F-5C11-58A1-F9C04C0D6321}"/>
              </a:ext>
            </a:extLst>
          </p:cNvPr>
          <p:cNvSpPr txBox="1"/>
          <p:nvPr/>
        </p:nvSpPr>
        <p:spPr>
          <a:xfrm>
            <a:off x="8118241" y="2587424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7BB7907-F1EA-FD1F-A5A0-F5DF9D3FEA47}"/>
              </a:ext>
            </a:extLst>
          </p:cNvPr>
          <p:cNvSpPr txBox="1"/>
          <p:nvPr/>
        </p:nvSpPr>
        <p:spPr>
          <a:xfrm>
            <a:off x="5696978" y="3133234"/>
            <a:ext cx="201748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key rotations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525EB66-8922-2077-CC8C-AC678F326684}"/>
              </a:ext>
            </a:extLst>
          </p:cNvPr>
          <p:cNvSpPr txBox="1"/>
          <p:nvPr/>
        </p:nvSpPr>
        <p:spPr>
          <a:xfrm>
            <a:off x="6390118" y="2023340"/>
            <a:ext cx="2367275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🔋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status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4914A-11E5-0AA3-A183-09F3D4E3EA62}"/>
              </a:ext>
            </a:extLst>
          </p:cNvPr>
          <p:cNvSpPr txBox="1"/>
          <p:nvPr/>
        </p:nvSpPr>
        <p:spPr>
          <a:xfrm>
            <a:off x="6046038" y="1790758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C6C78B-59E7-668A-502F-BECC5485AD96}"/>
              </a:ext>
            </a:extLst>
          </p:cNvPr>
          <p:cNvSpPr/>
          <p:nvPr/>
        </p:nvSpPr>
        <p:spPr>
          <a:xfrm>
            <a:off x="9963284" y="1414653"/>
            <a:ext cx="167674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4000" baseline="-13000" dirty="0">
                <a:solidFill>
                  <a:schemeClr val="bg1">
                    <a:lumMod val="85000"/>
                    <a:lumOff val="15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61156AE8-BF84-1713-771B-42C7F89E4B8D}"/>
              </a:ext>
            </a:extLst>
          </p:cNvPr>
          <p:cNvCxnSpPr>
            <a:cxnSpLocks/>
            <a:stCxn id="43" idx="0"/>
            <a:endCxn id="33" idx="1"/>
          </p:cNvCxnSpPr>
          <p:nvPr/>
        </p:nvCxnSpPr>
        <p:spPr>
          <a:xfrm rot="5400000" flipH="1" flipV="1">
            <a:off x="6434988" y="116665"/>
            <a:ext cx="528202" cy="1724886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E3A0183-2778-0740-E921-4B1B8AAAAD21}"/>
              </a:ext>
            </a:extLst>
          </p:cNvPr>
          <p:cNvSpPr txBox="1"/>
          <p:nvPr/>
        </p:nvSpPr>
        <p:spPr>
          <a:xfrm>
            <a:off x="5684360" y="1243209"/>
            <a:ext cx="304571" cy="913971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F217EA-DF8B-2B72-D9AC-6EA1A364D98B}"/>
              </a:ext>
            </a:extLst>
          </p:cNvPr>
          <p:cNvSpPr txBox="1"/>
          <p:nvPr/>
        </p:nvSpPr>
        <p:spPr>
          <a:xfrm>
            <a:off x="6436639" y="1299037"/>
            <a:ext cx="167674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🔔</a:t>
            </a:r>
            <a:r>
              <a:rPr lang="en-US" dirty="0"/>
              <a:t>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battery alerts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C6FCF45-094C-1B2B-DDE0-49D33FACFDB1}"/>
              </a:ext>
            </a:extLst>
          </p:cNvPr>
          <p:cNvGrpSpPr/>
          <p:nvPr/>
        </p:nvGrpSpPr>
        <p:grpSpPr>
          <a:xfrm>
            <a:off x="9906571" y="260755"/>
            <a:ext cx="1717977" cy="923330"/>
            <a:chOff x="2149604" y="4839515"/>
            <a:chExt cx="1717977" cy="92333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0283A6-E7E8-B7B7-61AC-5E50D49E8FBF}"/>
                </a:ext>
              </a:extLst>
            </p:cNvPr>
            <p:cNvSpPr/>
            <p:nvPr/>
          </p:nvSpPr>
          <p:spPr>
            <a:xfrm>
              <a:off x="2190841" y="5011380"/>
              <a:ext cx="167674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 Wallet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EEE4DC8-D32D-01AA-4867-45D4310ACB84}"/>
                </a:ext>
              </a:extLst>
            </p:cNvPr>
            <p:cNvSpPr txBox="1"/>
            <p:nvPr/>
          </p:nvSpPr>
          <p:spPr>
            <a:xfrm>
              <a:off x="2149604" y="4839515"/>
              <a:ext cx="65749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5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🧕</a:t>
              </a:r>
              <a:endParaRPr lang="en-US" sz="5400" dirty="0"/>
            </a:p>
          </p:txBody>
        </p:sp>
      </p:grpSp>
      <p:cxnSp>
        <p:nvCxnSpPr>
          <p:cNvPr id="70" name="Straight Arrow Connector 12">
            <a:extLst>
              <a:ext uri="{FF2B5EF4-FFF2-40B4-BE49-F238E27FC236}">
                <a16:creationId xmlns:a16="http://schemas.microsoft.com/office/drawing/2014/main" id="{52D43838-B4AA-7B48-E74B-ECF263D65AFE}"/>
              </a:ext>
            </a:extLst>
          </p:cNvPr>
          <p:cNvCxnSpPr>
            <a:cxnSpLocks/>
            <a:stCxn id="33" idx="3"/>
            <a:endCxn id="65" idx="1"/>
          </p:cNvCxnSpPr>
          <p:nvPr/>
        </p:nvCxnSpPr>
        <p:spPr>
          <a:xfrm flipV="1">
            <a:off x="9335468" y="713712"/>
            <a:ext cx="612340" cy="129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F4A290B-1F91-8836-6607-5E76649F7BFE}"/>
              </a:ext>
            </a:extLst>
          </p:cNvPr>
          <p:cNvSpPr txBox="1"/>
          <p:nvPr/>
        </p:nvSpPr>
        <p:spPr>
          <a:xfrm>
            <a:off x="218143" y="6278524"/>
            <a:ext cx="134011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KEYBOX</a:t>
            </a:r>
          </a:p>
        </p:txBody>
      </p:sp>
    </p:spTree>
    <p:extLst>
      <p:ext uri="{BB962C8B-B14F-4D97-AF65-F5344CB8AC3E}">
        <p14:creationId xmlns:p14="http://schemas.microsoft.com/office/powerpoint/2010/main" val="276342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367</Words>
  <Application>Microsoft Macintosh PowerPoint</Application>
  <PresentationFormat>Widescreen</PresentationFormat>
  <Paragraphs>180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Amazon Ember</vt:lpstr>
      <vt:lpstr>Amazon Ember Display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2025-04-22T20:21:35Z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aeda4461-c76c-45c1-a71b-84a087c048ad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