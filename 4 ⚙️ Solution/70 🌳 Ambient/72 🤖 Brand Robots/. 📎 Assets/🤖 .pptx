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40" r:id="rId2"/>
    <p:sldId id="1789" r:id="rId3"/>
    <p:sldId id="1820" r:id="rId4"/>
    <p:sldId id="1821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B06030202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🤖 Brand Robots" id="{973FC92A-4E5D-5549-A342-D022385EC4EE}">
          <p14:sldIdLst>
            <p14:sldId id="1840"/>
            <p14:sldId id="1789"/>
            <p14:sldId id="1820"/>
            <p14:sldId id="18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9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2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1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07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70318-CB32-A7A6-315D-B8E5BD8E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81F01D-A69A-8FC0-F913-DB06D554B83C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🤖 Brand Robots</a:t>
            </a:r>
          </a:p>
        </p:txBody>
      </p:sp>
    </p:spTree>
    <p:extLst>
      <p:ext uri="{BB962C8B-B14F-4D97-AF65-F5344CB8AC3E}">
        <p14:creationId xmlns:p14="http://schemas.microsoft.com/office/powerpoint/2010/main" val="353194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BE2B9-CCD0-05BF-E992-8AFC08CE0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>
            <a:extLst>
              <a:ext uri="{FF2B5EF4-FFF2-40B4-BE49-F238E27FC236}">
                <a16:creationId xmlns:a16="http://schemas.microsoft.com/office/drawing/2014/main" id="{791869E0-7B5B-1BB4-61AC-525C924E211D}"/>
              </a:ext>
            </a:extLst>
          </p:cNvPr>
          <p:cNvSpPr/>
          <p:nvPr/>
        </p:nvSpPr>
        <p:spPr>
          <a:xfrm>
            <a:off x="9547844" y="1129106"/>
            <a:ext cx="2284640" cy="315705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B5FF5E9D-3BF0-2903-705B-D4502C0ED36B}"/>
              </a:ext>
            </a:extLst>
          </p:cNvPr>
          <p:cNvSpPr/>
          <p:nvPr/>
        </p:nvSpPr>
        <p:spPr>
          <a:xfrm>
            <a:off x="3993344" y="1411136"/>
            <a:ext cx="3622999" cy="2875028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E45043B-4B57-1660-4718-7835C4AE73DB}"/>
              </a:ext>
            </a:extLst>
          </p:cNvPr>
          <p:cNvSpPr/>
          <p:nvPr/>
        </p:nvSpPr>
        <p:spPr>
          <a:xfrm>
            <a:off x="9707964" y="1708778"/>
            <a:ext cx="1961698" cy="235308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🏭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suppliers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C2E8CE0-2DF0-FE5E-DFB2-B3FE6B2BC05D}"/>
              </a:ext>
            </a:extLst>
          </p:cNvPr>
          <p:cNvSpPr/>
          <p:nvPr/>
        </p:nvSpPr>
        <p:spPr>
          <a:xfrm>
            <a:off x="9792619" y="3426443"/>
            <a:ext cx="1791701" cy="56019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🖨️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Printer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2A92ED5-9443-767D-8855-2B6EFA937CFD}"/>
              </a:ext>
            </a:extLst>
          </p:cNvPr>
          <p:cNvGrpSpPr/>
          <p:nvPr/>
        </p:nvGrpSpPr>
        <p:grpSpPr>
          <a:xfrm>
            <a:off x="9701227" y="332471"/>
            <a:ext cx="1961697" cy="1038741"/>
            <a:chOff x="6221987" y="5100898"/>
            <a:chExt cx="3822790" cy="1038741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FAB47BC-5BE8-647A-9108-42A9DECA182E}"/>
                </a:ext>
              </a:extLst>
            </p:cNvPr>
            <p:cNvSpPr/>
            <p:nvPr/>
          </p:nvSpPr>
          <p:spPr>
            <a:xfrm>
              <a:off x="6221987" y="5100898"/>
              <a:ext cx="382279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F4A00CD-F493-39F4-ED4A-C31FC032EDC9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E57B7A9-2547-A4FF-62D0-7EB0FAA239B4}"/>
              </a:ext>
            </a:extLst>
          </p:cNvPr>
          <p:cNvSpPr/>
          <p:nvPr/>
        </p:nvSpPr>
        <p:spPr>
          <a:xfrm>
            <a:off x="5749655" y="1593901"/>
            <a:ext cx="1724308" cy="252571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807BC8BE-509C-8B0F-41D3-FC8963D45A77}"/>
              </a:ext>
            </a:extLst>
          </p:cNvPr>
          <p:cNvGrpSpPr/>
          <p:nvPr/>
        </p:nvGrpSpPr>
        <p:grpSpPr>
          <a:xfrm>
            <a:off x="5855502" y="3423399"/>
            <a:ext cx="1525459" cy="558240"/>
            <a:chOff x="4941376" y="3971594"/>
            <a:chExt cx="1525459" cy="558240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9EDF2DC-390C-4E22-D53C-FD01BE3A5D7B}"/>
                </a:ext>
              </a:extLst>
            </p:cNvPr>
            <p:cNvSpPr/>
            <p:nvPr/>
          </p:nvSpPr>
          <p:spPr>
            <a:xfrm>
              <a:off x="4941377" y="3971594"/>
              <a:ext cx="1525458" cy="558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CB000B38-33B0-A43D-89AF-17119C140E6F}"/>
                </a:ext>
              </a:extLst>
            </p:cNvPr>
            <p:cNvSpPr txBox="1"/>
            <p:nvPr/>
          </p:nvSpPr>
          <p:spPr>
            <a:xfrm>
              <a:off x="4941376" y="4041641"/>
              <a:ext cx="1525459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sz="2000" dirty="0"/>
                <a:t> NFC QR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F3724A95-40C4-EFA3-19C2-105E577D0796}"/>
              </a:ext>
            </a:extLst>
          </p:cNvPr>
          <p:cNvGrpSpPr/>
          <p:nvPr/>
        </p:nvGrpSpPr>
        <p:grpSpPr>
          <a:xfrm>
            <a:off x="5855502" y="2113380"/>
            <a:ext cx="1524425" cy="556576"/>
            <a:chOff x="4941376" y="3971594"/>
            <a:chExt cx="1524425" cy="556576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D4CB9F6-46EA-CD2C-6722-9A065462093A}"/>
                </a:ext>
              </a:extLst>
            </p:cNvPr>
            <p:cNvSpPr/>
            <p:nvPr/>
          </p:nvSpPr>
          <p:spPr>
            <a:xfrm>
              <a:off x="4941376" y="3971594"/>
              <a:ext cx="1524425" cy="5565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9343D86-23C3-60ED-765F-986426BEE4FB}"/>
                </a:ext>
              </a:extLst>
            </p:cNvPr>
            <p:cNvSpPr txBox="1"/>
            <p:nvPr/>
          </p:nvSpPr>
          <p:spPr>
            <a:xfrm>
              <a:off x="4995167" y="4050606"/>
              <a:ext cx="1356748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sz="2000" noProof="1"/>
                <a:t> Wi-Fier</a:t>
              </a:r>
            </a:p>
          </p:txBody>
        </p:sp>
      </p:grp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CB8B1258-7B08-7C03-D247-FDD5429FAC2B}"/>
              </a:ext>
            </a:extLst>
          </p:cNvPr>
          <p:cNvSpPr txBox="1">
            <a:spLocks/>
          </p:cNvSpPr>
          <p:nvPr/>
        </p:nvSpPr>
        <p:spPr>
          <a:xfrm>
            <a:off x="5910420" y="1643230"/>
            <a:ext cx="130466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🤖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robot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A1D4EF0-F617-7C23-1348-5321C3749D8C}"/>
              </a:ext>
            </a:extLst>
          </p:cNvPr>
          <p:cNvSpPr txBox="1"/>
          <p:nvPr/>
        </p:nvSpPr>
        <p:spPr>
          <a:xfrm>
            <a:off x="4432910" y="2622002"/>
            <a:ext cx="9170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dirty="0"/>
              <a:t>☕</a:t>
            </a:r>
            <a:endParaRPr lang="en-US" sz="8000" dirty="0"/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BAEE354D-A291-A8E5-B7D6-1F66776BE81B}"/>
              </a:ext>
            </a:extLst>
          </p:cNvPr>
          <p:cNvSpPr txBox="1">
            <a:spLocks/>
          </p:cNvSpPr>
          <p:nvPr/>
        </p:nvSpPr>
        <p:spPr>
          <a:xfrm>
            <a:off x="4278567" y="1708778"/>
            <a:ext cx="1186059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coffee machine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F6BB297D-CECC-01A7-DFC2-3740957B3E14}"/>
              </a:ext>
            </a:extLst>
          </p:cNvPr>
          <p:cNvGrpSpPr/>
          <p:nvPr/>
        </p:nvGrpSpPr>
        <p:grpSpPr>
          <a:xfrm>
            <a:off x="727466" y="328095"/>
            <a:ext cx="1713779" cy="1014729"/>
            <a:chOff x="7542594" y="1006813"/>
            <a:chExt cx="672723" cy="1014729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94FE375E-BFF5-6F18-46B9-0A2EE97C3F8B}"/>
                </a:ext>
              </a:extLst>
            </p:cNvPr>
            <p:cNvSpPr/>
            <p:nvPr/>
          </p:nvSpPr>
          <p:spPr>
            <a:xfrm>
              <a:off x="7574411" y="1386858"/>
              <a:ext cx="615860" cy="5601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Brand</a:t>
              </a: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D3F9B9D-ECBE-EE54-588F-F6EA5E723F65}"/>
                </a:ext>
              </a:extLst>
            </p:cNvPr>
            <p:cNvSpPr/>
            <p:nvPr/>
          </p:nvSpPr>
          <p:spPr>
            <a:xfrm>
              <a:off x="7542594" y="1006813"/>
              <a:ext cx="672723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</p:grp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A80AA611-A1C5-1E52-2185-0F298D78D1EC}"/>
              </a:ext>
            </a:extLst>
          </p:cNvPr>
          <p:cNvCxnSpPr>
            <a:cxnSpLocks/>
            <a:stCxn id="125" idx="1"/>
            <a:endCxn id="135" idx="3"/>
          </p:cNvCxnSpPr>
          <p:nvPr/>
        </p:nvCxnSpPr>
        <p:spPr>
          <a:xfrm flipH="1" flipV="1">
            <a:off x="7380961" y="3702519"/>
            <a:ext cx="2411658" cy="402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0" name="Straight Arrow Connector 12">
            <a:extLst>
              <a:ext uri="{FF2B5EF4-FFF2-40B4-BE49-F238E27FC236}">
                <a16:creationId xmlns:a16="http://schemas.microsoft.com/office/drawing/2014/main" id="{EEAD110A-CA01-EF63-10BB-DBDAE73A47B3}"/>
              </a:ext>
            </a:extLst>
          </p:cNvPr>
          <p:cNvCxnSpPr>
            <a:cxnSpLocks/>
            <a:stCxn id="129" idx="1"/>
            <a:endCxn id="133" idx="0"/>
          </p:cNvCxnSpPr>
          <p:nvPr/>
        </p:nvCxnSpPr>
        <p:spPr>
          <a:xfrm rot="10800000" flipV="1">
            <a:off x="6611809" y="851841"/>
            <a:ext cx="3089418" cy="74205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9" name="Straight Arrow Connector 12">
            <a:extLst>
              <a:ext uri="{FF2B5EF4-FFF2-40B4-BE49-F238E27FC236}">
                <a16:creationId xmlns:a16="http://schemas.microsoft.com/office/drawing/2014/main" id="{19F22549-31EA-51E0-532B-95800972DF77}"/>
              </a:ext>
            </a:extLst>
          </p:cNvPr>
          <p:cNvCxnSpPr>
            <a:cxnSpLocks/>
            <a:stCxn id="153" idx="3"/>
            <a:endCxn id="150" idx="0"/>
          </p:cNvCxnSpPr>
          <p:nvPr/>
        </p:nvCxnSpPr>
        <p:spPr>
          <a:xfrm>
            <a:off x="2441245" y="835460"/>
            <a:ext cx="3363599" cy="57567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4EFBE002-7033-3D06-7CAD-FB0A73E616FB}"/>
              </a:ext>
            </a:extLst>
          </p:cNvPr>
          <p:cNvSpPr txBox="1"/>
          <p:nvPr/>
        </p:nvSpPr>
        <p:spPr>
          <a:xfrm>
            <a:off x="8593285" y="1924338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A6847DF2-980E-F924-200C-5D190203EDD3}"/>
              </a:ext>
            </a:extLst>
          </p:cNvPr>
          <p:cNvSpPr txBox="1"/>
          <p:nvPr/>
        </p:nvSpPr>
        <p:spPr>
          <a:xfrm>
            <a:off x="8686726" y="3300120"/>
            <a:ext cx="843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print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7F301D3-54E2-C769-C865-3C7137E2DCF3}"/>
              </a:ext>
            </a:extLst>
          </p:cNvPr>
          <p:cNvSpPr txBox="1"/>
          <p:nvPr/>
        </p:nvSpPr>
        <p:spPr>
          <a:xfrm>
            <a:off x="7910756" y="376893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orchestrate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15DF7821-6D43-FF7B-27C5-1B197166EEC8}"/>
              </a:ext>
            </a:extLst>
          </p:cNvPr>
          <p:cNvSpPr txBox="1"/>
          <p:nvPr/>
        </p:nvSpPr>
        <p:spPr>
          <a:xfrm>
            <a:off x="2516880" y="383910"/>
            <a:ext cx="1372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assemble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9D6B2CA-7163-B565-4806-9CEECE5A143B}"/>
              </a:ext>
            </a:extLst>
          </p:cNvPr>
          <p:cNvSpPr txBox="1"/>
          <p:nvPr/>
        </p:nvSpPr>
        <p:spPr>
          <a:xfrm>
            <a:off x="3285789" y="4614387"/>
            <a:ext cx="30462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to chat</a:t>
            </a: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EB2ECB8-6863-080E-7098-FEA9C0875A02}"/>
              </a:ext>
            </a:extLst>
          </p:cNvPr>
          <p:cNvGrpSpPr/>
          <p:nvPr/>
        </p:nvGrpSpPr>
        <p:grpSpPr>
          <a:xfrm>
            <a:off x="539488" y="2120069"/>
            <a:ext cx="1005166" cy="1516861"/>
            <a:chOff x="3200080" y="385707"/>
            <a:chExt cx="1005166" cy="1516861"/>
          </a:xfrm>
        </p:grpSpPr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6839BD9-5488-89BE-232C-E4DB0A487F07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F61C0233-21F1-36F9-2D05-0E1AA6A7151E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57558AD-021F-F68D-629D-21FE088ADFA1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93" name="Content Placeholder 2">
              <a:extLst>
                <a:ext uri="{FF2B5EF4-FFF2-40B4-BE49-F238E27FC236}">
                  <a16:creationId xmlns:a16="http://schemas.microsoft.com/office/drawing/2014/main" id="{384F8430-A6EF-DDAA-64E3-7FADEECFA7E2}"/>
                </a:ext>
              </a:extLst>
            </p:cNvPr>
            <p:cNvSpPr txBox="1">
              <a:spLocks/>
            </p:cNvSpPr>
            <p:nvPr/>
          </p:nvSpPr>
          <p:spPr>
            <a:xfrm>
              <a:off x="3221660" y="419792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buyer</a:t>
              </a:r>
            </a:p>
          </p:txBody>
        </p:sp>
      </p:grpSp>
      <p:cxnSp>
        <p:nvCxnSpPr>
          <p:cNvPr id="203" name="Straight Arrow Connector 12">
            <a:extLst>
              <a:ext uri="{FF2B5EF4-FFF2-40B4-BE49-F238E27FC236}">
                <a16:creationId xmlns:a16="http://schemas.microsoft.com/office/drawing/2014/main" id="{74B1B17C-21BF-8CB8-B539-7BBF9FE02D56}"/>
              </a:ext>
            </a:extLst>
          </p:cNvPr>
          <p:cNvCxnSpPr>
            <a:cxnSpLocks/>
            <a:stCxn id="190" idx="3"/>
            <a:endCxn id="150" idx="1"/>
          </p:cNvCxnSpPr>
          <p:nvPr/>
        </p:nvCxnSpPr>
        <p:spPr>
          <a:xfrm>
            <a:off x="1544654" y="2843344"/>
            <a:ext cx="2448690" cy="530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E64D83B6-CA68-8238-6B2C-42C6F1E9B42B}"/>
              </a:ext>
            </a:extLst>
          </p:cNvPr>
          <p:cNvSpPr txBox="1"/>
          <p:nvPr/>
        </p:nvSpPr>
        <p:spPr>
          <a:xfrm>
            <a:off x="1672784" y="2378587"/>
            <a:ext cx="2168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🛜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set up internet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C4FB1470-2D5C-BB70-3CA1-DB5FEA4AC868}"/>
              </a:ext>
            </a:extLst>
          </p:cNvPr>
          <p:cNvSpPr txBox="1"/>
          <p:nvPr/>
        </p:nvSpPr>
        <p:spPr>
          <a:xfrm>
            <a:off x="1289043" y="4437108"/>
            <a:ext cx="66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🧕</a:t>
            </a:r>
            <a:endParaRPr lang="en-US" sz="4800" dirty="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7297E9E-841E-BC13-9624-D45282F8AC4E}"/>
              </a:ext>
            </a:extLst>
          </p:cNvPr>
          <p:cNvSpPr txBox="1"/>
          <p:nvPr/>
        </p:nvSpPr>
        <p:spPr>
          <a:xfrm>
            <a:off x="1910707" y="4437110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👨‍💼</a:t>
            </a:r>
            <a:endParaRPr lang="en-US" sz="48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052B45AC-1AC7-0F9E-BEE5-0A25FC27FD55}"/>
              </a:ext>
            </a:extLst>
          </p:cNvPr>
          <p:cNvSpPr txBox="1"/>
          <p:nvPr/>
        </p:nvSpPr>
        <p:spPr>
          <a:xfrm>
            <a:off x="673651" y="4437109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🧑‍💼</a:t>
            </a:r>
            <a:endParaRPr lang="en-US" sz="48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76C8D917-9411-2032-A146-CAAB144690E8}"/>
              </a:ext>
            </a:extLst>
          </p:cNvPr>
          <p:cNvSpPr txBox="1"/>
          <p:nvPr/>
        </p:nvSpPr>
        <p:spPr>
          <a:xfrm>
            <a:off x="2498056" y="4437109"/>
            <a:ext cx="93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👩‍⚕️</a:t>
            </a:r>
            <a:endParaRPr lang="en-US" sz="48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AFC5AD1F-D977-0E04-F6C8-8036087B7989}"/>
              </a:ext>
            </a:extLst>
          </p:cNvPr>
          <p:cNvSpPr txBox="1"/>
          <p:nvPr/>
        </p:nvSpPr>
        <p:spPr>
          <a:xfrm>
            <a:off x="1672784" y="2893445"/>
            <a:ext cx="2168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🤖</a:t>
            </a:r>
            <a:r>
              <a:rPr lang="en-US" sz="20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 robot</a:t>
            </a:r>
          </a:p>
        </p:txBody>
      </p:sp>
      <p:cxnSp>
        <p:nvCxnSpPr>
          <p:cNvPr id="219" name="Straight Arrow Connector 12">
            <a:extLst>
              <a:ext uri="{FF2B5EF4-FFF2-40B4-BE49-F238E27FC236}">
                <a16:creationId xmlns:a16="http://schemas.microsoft.com/office/drawing/2014/main" id="{3E25FD28-4014-D92C-2ED0-13DD8B797500}"/>
              </a:ext>
            </a:extLst>
          </p:cNvPr>
          <p:cNvCxnSpPr>
            <a:cxnSpLocks/>
            <a:stCxn id="208" idx="3"/>
            <a:endCxn id="148" idx="2"/>
          </p:cNvCxnSpPr>
          <p:nvPr/>
        </p:nvCxnSpPr>
        <p:spPr>
          <a:xfrm flipV="1">
            <a:off x="3249371" y="3945441"/>
            <a:ext cx="1642045" cy="59490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9EAD505-9890-C1A0-93FD-475977603A3C}"/>
              </a:ext>
            </a:extLst>
          </p:cNvPr>
          <p:cNvSpPr/>
          <p:nvPr/>
        </p:nvSpPr>
        <p:spPr>
          <a:xfrm>
            <a:off x="747118" y="4020973"/>
            <a:ext cx="2502253" cy="103874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0A03C7-8AA5-CBAD-39AA-B998C7791B05}"/>
              </a:ext>
            </a:extLst>
          </p:cNvPr>
          <p:cNvGrpSpPr/>
          <p:nvPr/>
        </p:nvGrpSpPr>
        <p:grpSpPr>
          <a:xfrm>
            <a:off x="5854470" y="2762387"/>
            <a:ext cx="1525458" cy="556576"/>
            <a:chOff x="4941377" y="3971594"/>
            <a:chExt cx="1525458" cy="55657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90356F2-9E34-D0AE-DE06-F9AF6EA08617}"/>
                </a:ext>
              </a:extLst>
            </p:cNvPr>
            <p:cNvSpPr/>
            <p:nvPr/>
          </p:nvSpPr>
          <p:spPr>
            <a:xfrm>
              <a:off x="4941377" y="3971594"/>
              <a:ext cx="1525458" cy="5565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7DD68C-D74B-1049-6075-E1F36D63ADA9}"/>
                </a:ext>
              </a:extLst>
            </p:cNvPr>
            <p:cNvSpPr txBox="1"/>
            <p:nvPr/>
          </p:nvSpPr>
          <p:spPr>
            <a:xfrm>
              <a:off x="4941377" y="4041641"/>
              <a:ext cx="1463629" cy="420628"/>
            </a:xfrm>
            <a:prstGeom prst="rect">
              <a:avLst/>
            </a:prstGeom>
            <a:noFill/>
          </p:spPr>
          <p:txBody>
            <a:bodyPr wrap="square" rIns="0">
              <a:spAutoFit/>
            </a:bodyPr>
            <a:lstStyle/>
            <a:p>
              <a:r>
                <a:rPr lang="en-GB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📡</a:t>
              </a:r>
              <a:r>
                <a:rPr lang="en-GB" sz="2000" dirty="0"/>
                <a:t> Antenna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9BD039B-CC77-3CF8-F449-2D8C614FA8EB}"/>
              </a:ext>
            </a:extLst>
          </p:cNvPr>
          <p:cNvSpPr/>
          <p:nvPr/>
        </p:nvSpPr>
        <p:spPr>
          <a:xfrm>
            <a:off x="9792619" y="2110452"/>
            <a:ext cx="1791699" cy="56019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🛜</a:t>
            </a:r>
            <a:r>
              <a:rPr lang="en-GB" sz="2400" noProof="1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Wi-Fier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3DCCD6-06F9-D53E-F126-AF746546D212}"/>
              </a:ext>
            </a:extLst>
          </p:cNvPr>
          <p:cNvSpPr/>
          <p:nvPr/>
        </p:nvSpPr>
        <p:spPr>
          <a:xfrm>
            <a:off x="9792621" y="2762162"/>
            <a:ext cx="1791699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6C5F0E95-4F3C-B7C8-5541-2951E537CB63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7379928" y="3040675"/>
            <a:ext cx="2412693" cy="47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BB85F09C-F82C-D833-09EA-7678DD50378A}"/>
              </a:ext>
            </a:extLst>
          </p:cNvPr>
          <p:cNvCxnSpPr>
            <a:cxnSpLocks/>
            <a:stCxn id="10" idx="1"/>
            <a:endCxn id="138" idx="3"/>
          </p:cNvCxnSpPr>
          <p:nvPr/>
        </p:nvCxnSpPr>
        <p:spPr>
          <a:xfrm flipH="1">
            <a:off x="7379927" y="2390550"/>
            <a:ext cx="2412692" cy="111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EB5DB6A-61B5-A728-E845-2AD812EED30C}"/>
              </a:ext>
            </a:extLst>
          </p:cNvPr>
          <p:cNvSpPr txBox="1"/>
          <p:nvPr/>
        </p:nvSpPr>
        <p:spPr>
          <a:xfrm>
            <a:off x="8474972" y="2608363"/>
            <a:ext cx="1713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connect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E5111-9C91-FAF3-F115-7263DD5D49AD}"/>
              </a:ext>
            </a:extLst>
          </p:cNvPr>
          <p:cNvSpPr txBox="1"/>
          <p:nvPr/>
        </p:nvSpPr>
        <p:spPr>
          <a:xfrm>
            <a:off x="218143" y="6278524"/>
            <a:ext cx="336310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ROBOT: HIGH LEVER</a:t>
            </a:r>
          </a:p>
        </p:txBody>
      </p:sp>
    </p:spTree>
    <p:extLst>
      <p:ext uri="{BB962C8B-B14F-4D97-AF65-F5344CB8AC3E}">
        <p14:creationId xmlns:p14="http://schemas.microsoft.com/office/powerpoint/2010/main" val="1628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8E1A-CC79-D23B-0B05-FDE4746A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AFED695-9CFA-2B8B-B749-63D69A4ED275}"/>
              </a:ext>
            </a:extLst>
          </p:cNvPr>
          <p:cNvGrpSpPr/>
          <p:nvPr/>
        </p:nvGrpSpPr>
        <p:grpSpPr>
          <a:xfrm>
            <a:off x="4247063" y="276333"/>
            <a:ext cx="3272561" cy="5921049"/>
            <a:chOff x="4544541" y="-369471"/>
            <a:chExt cx="2660862" cy="7647292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080A047-8946-E3A3-813D-56CEDE288F84}"/>
                </a:ext>
              </a:extLst>
            </p:cNvPr>
            <p:cNvSpPr/>
            <p:nvPr/>
          </p:nvSpPr>
          <p:spPr>
            <a:xfrm>
              <a:off x="4544541" y="-369471"/>
              <a:ext cx="2614215" cy="76472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/>
            <a:p>
              <a:pPr algn="ctr"/>
              <a:endParaRPr lang="en-US" sz="3200" i="1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8" name="Content Placeholder 2">
              <a:extLst>
                <a:ext uri="{FF2B5EF4-FFF2-40B4-BE49-F238E27FC236}">
                  <a16:creationId xmlns:a16="http://schemas.microsoft.com/office/drawing/2014/main" id="{07099BA1-3324-AADF-2E4B-A86727E6C83C}"/>
                </a:ext>
              </a:extLst>
            </p:cNvPr>
            <p:cNvSpPr txBox="1">
              <a:spLocks/>
            </p:cNvSpPr>
            <p:nvPr/>
          </p:nvSpPr>
          <p:spPr>
            <a:xfrm>
              <a:off x="4544542" y="-306498"/>
              <a:ext cx="2660861" cy="596260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🤖</a:t>
              </a:r>
              <a:r>
                <a:rPr lang="en-US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4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Robot</a:t>
              </a: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ED585290-8423-A8E8-D900-3BC983EBC91B}"/>
              </a:ext>
            </a:extLst>
          </p:cNvPr>
          <p:cNvSpPr/>
          <p:nvPr/>
        </p:nvSpPr>
        <p:spPr>
          <a:xfrm>
            <a:off x="387684" y="616014"/>
            <a:ext cx="2323006" cy="308482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BA7645-795E-0D00-D6A9-8CC927E6BBB3}"/>
              </a:ext>
            </a:extLst>
          </p:cNvPr>
          <p:cNvSpPr/>
          <p:nvPr/>
        </p:nvSpPr>
        <p:spPr>
          <a:xfrm>
            <a:off x="4838525" y="1496975"/>
            <a:ext cx="2048021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ED06BC-A2FE-1472-A5DE-1D1F8C98F912}"/>
              </a:ext>
            </a:extLst>
          </p:cNvPr>
          <p:cNvSpPr/>
          <p:nvPr/>
        </p:nvSpPr>
        <p:spPr>
          <a:xfrm>
            <a:off x="476051" y="3039385"/>
            <a:ext cx="2147998" cy="56525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Brand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454761B-F9F3-43A2-680F-1D0F7EB284E0}"/>
              </a:ext>
            </a:extLst>
          </p:cNvPr>
          <p:cNvGrpSpPr/>
          <p:nvPr/>
        </p:nvGrpSpPr>
        <p:grpSpPr>
          <a:xfrm>
            <a:off x="4726751" y="2180830"/>
            <a:ext cx="2266896" cy="3632826"/>
            <a:chOff x="4483455" y="2469589"/>
            <a:chExt cx="2266896" cy="363282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9EA95E1-CBD3-FB20-27F0-53A9A9566600}"/>
                </a:ext>
              </a:extLst>
            </p:cNvPr>
            <p:cNvSpPr/>
            <p:nvPr/>
          </p:nvSpPr>
          <p:spPr>
            <a:xfrm>
              <a:off x="4483455" y="2469589"/>
              <a:ext cx="2266896" cy="363282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9E27C6-E975-DEF4-F724-7DF33EDE5299}"/>
                </a:ext>
              </a:extLst>
            </p:cNvPr>
            <p:cNvSpPr txBox="1"/>
            <p:nvPr/>
          </p:nvSpPr>
          <p:spPr>
            <a:xfrm>
              <a:off x="4582529" y="3262319"/>
              <a:ext cx="2065292" cy="5664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>
              <a:defPPr>
                <a:defRPr lang="en-US"/>
              </a:defPPr>
              <a:lvl1pPr>
                <a:defRPr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ctr"/>
              <a:r>
                <a:rPr lang="en-GB" dirty="0"/>
                <a:t>📡</a:t>
              </a:r>
              <a:r>
                <a:rPr lang="en-GB" baseline="0" dirty="0"/>
                <a:t> </a:t>
              </a:r>
              <a:r>
                <a:rPr lang="en-GB" sz="2400" baseline="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Antenna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CCBFA7D-5FF9-B72E-5DD4-CEC0F19C6E88}"/>
                </a:ext>
              </a:extLst>
            </p:cNvPr>
            <p:cNvGrpSpPr/>
            <p:nvPr/>
          </p:nvGrpSpPr>
          <p:grpSpPr>
            <a:xfrm>
              <a:off x="4582530" y="2575800"/>
              <a:ext cx="2065292" cy="560061"/>
              <a:chOff x="4947339" y="3423309"/>
              <a:chExt cx="2065292" cy="56006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EBD80E7-B580-1F86-91BC-089E6A7C4BBB}"/>
                  </a:ext>
                </a:extLst>
              </p:cNvPr>
              <p:cNvSpPr/>
              <p:nvPr/>
            </p:nvSpPr>
            <p:spPr>
              <a:xfrm>
                <a:off x="4951945" y="3423309"/>
                <a:ext cx="2060685" cy="5600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/>
              <a:p>
                <a:endPara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2CC1977-5310-37F3-7AA0-9878D78F717C}"/>
                  </a:ext>
                </a:extLst>
              </p:cNvPr>
              <p:cNvSpPr txBox="1"/>
              <p:nvPr/>
            </p:nvSpPr>
            <p:spPr>
              <a:xfrm>
                <a:off x="4947339" y="3491756"/>
                <a:ext cx="206529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3200" baseline="-9000" noProof="1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🛜</a:t>
                </a:r>
                <a:r>
                  <a:rPr lang="en-GB" sz="2000" noProof="1"/>
                  <a:t> </a:t>
                </a:r>
                <a:r>
                  <a:rPr lang="en-GB" sz="2400" noProof="1"/>
                  <a:t>Wi-Fier</a:t>
                </a:r>
                <a:endParaRPr lang="en-GB" sz="2000" noProof="1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69C15D9-1795-2666-D6C1-25CED063AEC7}"/>
                </a:ext>
              </a:extLst>
            </p:cNvPr>
            <p:cNvSpPr/>
            <p:nvPr/>
          </p:nvSpPr>
          <p:spPr>
            <a:xfrm>
              <a:off x="4582529" y="3962638"/>
              <a:ext cx="2065292" cy="5664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/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🔌 </a:t>
              </a:r>
              <a:r>
                <a:rPr lang="en-GB" sz="24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+mj-lt"/>
                  <a:cs typeface="Arial" panose="020B0604020202020204" pitchFamily="34" charset="0"/>
                </a:rPr>
                <a:t>Pluggable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782D774A-6CDD-20B6-3BB6-427ADA4FE87D}"/>
              </a:ext>
            </a:extLst>
          </p:cNvPr>
          <p:cNvSpPr/>
          <p:nvPr/>
        </p:nvSpPr>
        <p:spPr>
          <a:xfrm>
            <a:off x="4838526" y="5183967"/>
            <a:ext cx="2052592" cy="51473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Locator</a:t>
            </a:r>
            <a:endParaRPr lang="en-GB" sz="2000" dirty="0">
              <a:solidFill>
                <a:schemeClr val="tx1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CBDDF61-F3AE-2285-6AB4-09655014690C}"/>
              </a:ext>
            </a:extLst>
          </p:cNvPr>
          <p:cNvSpPr/>
          <p:nvPr/>
        </p:nvSpPr>
        <p:spPr>
          <a:xfrm>
            <a:off x="475960" y="1556168"/>
            <a:ext cx="2147998" cy="137651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🧩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 code</a:t>
            </a:r>
          </a:p>
          <a:p>
            <a:pPr>
              <a:defRPr/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user manuals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API definition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support points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0B39C13-C8C3-B1F5-7D80-56067C6DA408}"/>
              </a:ext>
            </a:extLst>
          </p:cNvPr>
          <p:cNvSpPr/>
          <p:nvPr/>
        </p:nvSpPr>
        <p:spPr>
          <a:xfrm>
            <a:off x="475749" y="711946"/>
            <a:ext cx="2147999" cy="76095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>
              <a:defRPr/>
            </a:pPr>
            <a:r>
              <a: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🪣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File bucket</a:t>
            </a:r>
          </a:p>
          <a:p>
            <a:pPr>
              <a:defRPr/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documentation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240172-82C5-CEA3-1B17-3727424FA59B}"/>
              </a:ext>
            </a:extLst>
          </p:cNvPr>
          <p:cNvSpPr txBox="1"/>
          <p:nvPr/>
        </p:nvSpPr>
        <p:spPr>
          <a:xfrm>
            <a:off x="489238" y="1387344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C7F09D9-166D-F009-7EF8-1DCA109AC608}"/>
              </a:ext>
            </a:extLst>
          </p:cNvPr>
          <p:cNvSpPr txBox="1"/>
          <p:nvPr/>
        </p:nvSpPr>
        <p:spPr>
          <a:xfrm>
            <a:off x="475960" y="2809817"/>
            <a:ext cx="63361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85" name="Straight Arrow Connector 44">
            <a:extLst>
              <a:ext uri="{FF2B5EF4-FFF2-40B4-BE49-F238E27FC236}">
                <a16:creationId xmlns:a16="http://schemas.microsoft.com/office/drawing/2014/main" id="{A2910342-A835-2533-DFAB-790156B72CE9}"/>
              </a:ext>
            </a:extLst>
          </p:cNvPr>
          <p:cNvCxnSpPr>
            <a:cxnSpLocks/>
            <a:stCxn id="66" idx="1"/>
            <a:endCxn id="76" idx="1"/>
          </p:cNvCxnSpPr>
          <p:nvPr/>
        </p:nvCxnSpPr>
        <p:spPr>
          <a:xfrm rot="10800000">
            <a:off x="475750" y="1092427"/>
            <a:ext cx="211" cy="1151999"/>
          </a:xfrm>
          <a:prstGeom prst="bentConnector3">
            <a:avLst>
              <a:gd name="adj1" fmla="val 10844123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3F6EC3E4-FD77-2C3D-A55B-4496D649657E}"/>
              </a:ext>
            </a:extLst>
          </p:cNvPr>
          <p:cNvSpPr txBox="1"/>
          <p:nvPr/>
        </p:nvSpPr>
        <p:spPr>
          <a:xfrm>
            <a:off x="2960204" y="370761"/>
            <a:ext cx="12570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index content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61FD6B-4B12-1C43-7FFC-30E17DE44A62}"/>
              </a:ext>
            </a:extLst>
          </p:cNvPr>
          <p:cNvSpPr txBox="1"/>
          <p:nvPr/>
        </p:nvSpPr>
        <p:spPr>
          <a:xfrm>
            <a:off x="2401985" y="2339871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98" name="Straight Arrow Connector 44">
            <a:extLst>
              <a:ext uri="{FF2B5EF4-FFF2-40B4-BE49-F238E27FC236}">
                <a16:creationId xmlns:a16="http://schemas.microsoft.com/office/drawing/2014/main" id="{A60C6D54-102B-9886-2ECB-0D0BDAC8DEF6}"/>
              </a:ext>
            </a:extLst>
          </p:cNvPr>
          <p:cNvCxnSpPr>
            <a:cxnSpLocks/>
            <a:stCxn id="124" idx="1"/>
            <a:endCxn id="76" idx="3"/>
          </p:cNvCxnSpPr>
          <p:nvPr/>
        </p:nvCxnSpPr>
        <p:spPr>
          <a:xfrm flipH="1">
            <a:off x="2623748" y="1088988"/>
            <a:ext cx="1616400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F584ABC-F487-22A7-2ACE-95BAA100DC5A}"/>
              </a:ext>
            </a:extLst>
          </p:cNvPr>
          <p:cNvSpPr txBox="1"/>
          <p:nvPr/>
        </p:nvSpPr>
        <p:spPr>
          <a:xfrm>
            <a:off x="2746295" y="1493641"/>
            <a:ext cx="1470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 changes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D02F36A-1B40-703C-ADB7-A5C4A9A1E196}"/>
              </a:ext>
            </a:extLst>
          </p:cNvPr>
          <p:cNvSpPr txBox="1"/>
          <p:nvPr/>
        </p:nvSpPr>
        <p:spPr>
          <a:xfrm>
            <a:off x="4965410" y="867894"/>
            <a:ext cx="426399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B36348E-D555-E770-1364-0F3ADCAA9C99}"/>
              </a:ext>
            </a:extLst>
          </p:cNvPr>
          <p:cNvSpPr txBox="1"/>
          <p:nvPr/>
        </p:nvSpPr>
        <p:spPr>
          <a:xfrm>
            <a:off x="6915333" y="1276325"/>
            <a:ext cx="426399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cxnSp>
        <p:nvCxnSpPr>
          <p:cNvPr id="143" name="Straight Arrow Connector 44">
            <a:extLst>
              <a:ext uri="{FF2B5EF4-FFF2-40B4-BE49-F238E27FC236}">
                <a16:creationId xmlns:a16="http://schemas.microsoft.com/office/drawing/2014/main" id="{472DED6C-ADFC-F5FE-A885-E85D524221C1}"/>
              </a:ext>
            </a:extLst>
          </p:cNvPr>
          <p:cNvCxnSpPr>
            <a:cxnSpLocks/>
            <a:stCxn id="31" idx="1"/>
            <a:endCxn id="12" idx="1"/>
          </p:cNvCxnSpPr>
          <p:nvPr/>
        </p:nvCxnSpPr>
        <p:spPr>
          <a:xfrm rot="10800000" flipV="1">
            <a:off x="4838525" y="1090452"/>
            <a:ext cx="12700" cy="689736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6AB42772-3FB6-0772-93C9-F3C39F3380B3}"/>
              </a:ext>
            </a:extLst>
          </p:cNvPr>
          <p:cNvSpPr txBox="1"/>
          <p:nvPr/>
        </p:nvSpPr>
        <p:spPr>
          <a:xfrm>
            <a:off x="7519624" y="672105"/>
            <a:ext cx="4421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query: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do you serve espressos?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🤔</a:t>
            </a:r>
          </a:p>
        </p:txBody>
      </p:sp>
      <p:cxnSp>
        <p:nvCxnSpPr>
          <p:cNvPr id="150" name="Straight Arrow Connector 44">
            <a:extLst>
              <a:ext uri="{FF2B5EF4-FFF2-40B4-BE49-F238E27FC236}">
                <a16:creationId xmlns:a16="http://schemas.microsoft.com/office/drawing/2014/main" id="{D9813422-A957-F6A7-72BD-425C2107A2F7}"/>
              </a:ext>
            </a:extLst>
          </p:cNvPr>
          <p:cNvCxnSpPr>
            <a:cxnSpLocks/>
            <a:stCxn id="170" idx="3"/>
            <a:endCxn id="6" idx="1"/>
          </p:cNvCxnSpPr>
          <p:nvPr/>
        </p:nvCxnSpPr>
        <p:spPr>
          <a:xfrm>
            <a:off x="7468514" y="3398932"/>
            <a:ext cx="2413073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E8D6F8E5-0C5D-6591-D66B-B5E5538AE04D}"/>
              </a:ext>
            </a:extLst>
          </p:cNvPr>
          <p:cNvSpPr txBox="1"/>
          <p:nvPr/>
        </p:nvSpPr>
        <p:spPr>
          <a:xfrm>
            <a:off x="7492399" y="5009417"/>
            <a:ext cx="1566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tap/scan</a:t>
            </a:r>
          </a:p>
        </p:txBody>
      </p:sp>
      <p:cxnSp>
        <p:nvCxnSpPr>
          <p:cNvPr id="156" name="Straight Arrow Connector 44">
            <a:extLst>
              <a:ext uri="{FF2B5EF4-FFF2-40B4-BE49-F238E27FC236}">
                <a16:creationId xmlns:a16="http://schemas.microsoft.com/office/drawing/2014/main" id="{F1D69D5F-4046-9DDE-2EDE-E51C72C09DA3}"/>
              </a:ext>
            </a:extLst>
          </p:cNvPr>
          <p:cNvCxnSpPr>
            <a:cxnSpLocks/>
            <a:stCxn id="15" idx="2"/>
            <a:endCxn id="63" idx="3"/>
          </p:cNvCxnSpPr>
          <p:nvPr/>
        </p:nvCxnSpPr>
        <p:spPr>
          <a:xfrm rot="5400000">
            <a:off x="8800372" y="3342852"/>
            <a:ext cx="189230" cy="4007738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6302A88C-FA54-ED04-0A18-6C074BD01A77}"/>
              </a:ext>
            </a:extLst>
          </p:cNvPr>
          <p:cNvSpPr txBox="1"/>
          <p:nvPr/>
        </p:nvSpPr>
        <p:spPr>
          <a:xfrm>
            <a:off x="7508920" y="2947113"/>
            <a:ext cx="248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alert: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water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⚠️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B79912-EA24-2EC8-5F3D-40F594C0F1E5}"/>
              </a:ext>
            </a:extLst>
          </p:cNvPr>
          <p:cNvGrpSpPr/>
          <p:nvPr/>
        </p:nvGrpSpPr>
        <p:grpSpPr>
          <a:xfrm>
            <a:off x="9881587" y="2755522"/>
            <a:ext cx="1972498" cy="2496584"/>
            <a:chOff x="6512448" y="162390"/>
            <a:chExt cx="1972498" cy="24965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FBC4BF-35AB-002A-C495-34C0516FC88D}"/>
                </a:ext>
              </a:extLst>
            </p:cNvPr>
            <p:cNvSpPr/>
            <p:nvPr/>
          </p:nvSpPr>
          <p:spPr>
            <a:xfrm>
              <a:off x="6512448" y="162390"/>
              <a:ext cx="1972498" cy="1291421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C8CCA2-4C7F-A52B-454B-AF3AAB5FD7BF}"/>
                </a:ext>
              </a:extLst>
            </p:cNvPr>
            <p:cNvSpPr/>
            <p:nvPr/>
          </p:nvSpPr>
          <p:spPr>
            <a:xfrm>
              <a:off x="6593268" y="25368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4D7114-BCCD-CD37-B228-B10D1BA82809}"/>
                </a:ext>
              </a:extLst>
            </p:cNvPr>
            <p:cNvSpPr/>
            <p:nvPr/>
          </p:nvSpPr>
          <p:spPr>
            <a:xfrm>
              <a:off x="7229651" y="898992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F829DA-BF13-B47E-A828-7720568CCBBA}"/>
                </a:ext>
              </a:extLst>
            </p:cNvPr>
            <p:cNvSpPr/>
            <p:nvPr/>
          </p:nvSpPr>
          <p:spPr>
            <a:xfrm>
              <a:off x="7861924" y="89899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B3DA1C-F979-37A4-ED8D-06F0A9C922E8}"/>
                </a:ext>
              </a:extLst>
            </p:cNvPr>
            <p:cNvSpPr/>
            <p:nvPr/>
          </p:nvSpPr>
          <p:spPr>
            <a:xfrm>
              <a:off x="6589696" y="898992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DED4471-F16F-95D9-48C9-1A7770FE2624}"/>
                </a:ext>
              </a:extLst>
            </p:cNvPr>
            <p:cNvSpPr txBox="1"/>
            <p:nvPr/>
          </p:nvSpPr>
          <p:spPr>
            <a:xfrm>
              <a:off x="6576210" y="769821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E2F699F-EA91-4926-7FFD-CF5AC87F9E10}"/>
                </a:ext>
              </a:extLst>
            </p:cNvPr>
            <p:cNvSpPr txBox="1"/>
            <p:nvPr/>
          </p:nvSpPr>
          <p:spPr>
            <a:xfrm>
              <a:off x="7028192" y="1144285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967AC537-5217-541A-E64C-1FBE14B917DA}"/>
                </a:ext>
              </a:extLst>
            </p:cNvPr>
            <p:cNvSpPr txBox="1">
              <a:spLocks/>
            </p:cNvSpPr>
            <p:nvPr/>
          </p:nvSpPr>
          <p:spPr>
            <a:xfrm>
              <a:off x="7048713" y="2258864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3CCDC8-A27C-AC80-0CF6-58180B1147DE}"/>
                </a:ext>
              </a:extLst>
            </p:cNvPr>
            <p:cNvSpPr txBox="1"/>
            <p:nvPr/>
          </p:nvSpPr>
          <p:spPr>
            <a:xfrm>
              <a:off x="6606493" y="192605"/>
              <a:ext cx="57438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US" sz="3600" dirty="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10EF8B9B-E7A8-27F3-3469-D1256C81FB58}"/>
              </a:ext>
            </a:extLst>
          </p:cNvPr>
          <p:cNvSpPr/>
          <p:nvPr/>
        </p:nvSpPr>
        <p:spPr>
          <a:xfrm>
            <a:off x="4838525" y="809360"/>
            <a:ext cx="204802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🪄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Wand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B49BD2-F258-7622-6843-FD882D9760DC}"/>
              </a:ext>
            </a:extLst>
          </p:cNvPr>
          <p:cNvSpPr txBox="1"/>
          <p:nvPr/>
        </p:nvSpPr>
        <p:spPr>
          <a:xfrm>
            <a:off x="6006193" y="4430939"/>
            <a:ext cx="9170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800" dirty="0"/>
              <a:t>☕</a:t>
            </a:r>
            <a:endParaRPr lang="en-US" sz="4800" dirty="0"/>
          </a:p>
        </p:txBody>
      </p:sp>
      <p:sp>
        <p:nvSpPr>
          <p:cNvPr id="50" name="Content Placeholder 2">
            <a:extLst>
              <a:ext uri="{FF2B5EF4-FFF2-40B4-BE49-F238E27FC236}">
                <a16:creationId xmlns:a16="http://schemas.microsoft.com/office/drawing/2014/main" id="{2DFBCCFF-3F59-765E-5731-B2A85DC21785}"/>
              </a:ext>
            </a:extLst>
          </p:cNvPr>
          <p:cNvSpPr txBox="1">
            <a:spLocks/>
          </p:cNvSpPr>
          <p:nvPr/>
        </p:nvSpPr>
        <p:spPr>
          <a:xfrm>
            <a:off x="4767978" y="4384052"/>
            <a:ext cx="1186059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coffee machine</a:t>
            </a:r>
          </a:p>
        </p:txBody>
      </p:sp>
      <p:cxnSp>
        <p:nvCxnSpPr>
          <p:cNvPr id="79" name="Straight Arrow Connector 44">
            <a:extLst>
              <a:ext uri="{FF2B5EF4-FFF2-40B4-BE49-F238E27FC236}">
                <a16:creationId xmlns:a16="http://schemas.microsoft.com/office/drawing/2014/main" id="{A7E43C89-11F4-2AB5-1827-1CE261559C3E}"/>
              </a:ext>
            </a:extLst>
          </p:cNvPr>
          <p:cNvCxnSpPr>
            <a:cxnSpLocks/>
            <a:stCxn id="151" idx="0"/>
            <a:endCxn id="154" idx="3"/>
          </p:cNvCxnSpPr>
          <p:nvPr/>
        </p:nvCxnSpPr>
        <p:spPr>
          <a:xfrm rot="16200000" flipV="1">
            <a:off x="8639757" y="-81689"/>
            <a:ext cx="1666358" cy="4021915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1" name="Straight Arrow Connector 44">
            <a:extLst>
              <a:ext uri="{FF2B5EF4-FFF2-40B4-BE49-F238E27FC236}">
                <a16:creationId xmlns:a16="http://schemas.microsoft.com/office/drawing/2014/main" id="{065B5519-89FE-6784-2BC9-29DB9BA2E7D3}"/>
              </a:ext>
            </a:extLst>
          </p:cNvPr>
          <p:cNvCxnSpPr>
            <a:cxnSpLocks/>
            <a:stCxn id="12" idx="3"/>
            <a:endCxn id="46" idx="3"/>
          </p:cNvCxnSpPr>
          <p:nvPr/>
        </p:nvCxnSpPr>
        <p:spPr>
          <a:xfrm>
            <a:off x="6886546" y="1780188"/>
            <a:ext cx="4572" cy="806133"/>
          </a:xfrm>
          <a:prstGeom prst="bentConnector3">
            <a:avLst>
              <a:gd name="adj1" fmla="val 510000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44">
            <a:extLst>
              <a:ext uri="{FF2B5EF4-FFF2-40B4-BE49-F238E27FC236}">
                <a16:creationId xmlns:a16="http://schemas.microsoft.com/office/drawing/2014/main" id="{01B91C5F-9B9C-3C78-D105-35281C9DFFAE}"/>
              </a:ext>
            </a:extLst>
          </p:cNvPr>
          <p:cNvCxnSpPr>
            <a:cxnSpLocks/>
            <a:stCxn id="46" idx="1"/>
            <a:endCxn id="43" idx="1"/>
          </p:cNvCxnSpPr>
          <p:nvPr/>
        </p:nvCxnSpPr>
        <p:spPr>
          <a:xfrm rot="10800000" flipV="1">
            <a:off x="4825826" y="2586321"/>
            <a:ext cx="1" cy="670452"/>
          </a:xfrm>
          <a:prstGeom prst="bentConnector3">
            <a:avLst>
              <a:gd name="adj1" fmla="val 2286010000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44">
            <a:extLst>
              <a:ext uri="{FF2B5EF4-FFF2-40B4-BE49-F238E27FC236}">
                <a16:creationId xmlns:a16="http://schemas.microsoft.com/office/drawing/2014/main" id="{C97AF5F0-9817-D65E-A858-378DBAA1B35F}"/>
              </a:ext>
            </a:extLst>
          </p:cNvPr>
          <p:cNvCxnSpPr>
            <a:cxnSpLocks/>
            <a:stCxn id="43" idx="3"/>
            <a:endCxn id="47" idx="3"/>
          </p:cNvCxnSpPr>
          <p:nvPr/>
        </p:nvCxnSpPr>
        <p:spPr>
          <a:xfrm>
            <a:off x="6891117" y="3256773"/>
            <a:ext cx="12700" cy="70031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510DA708-870A-2AFD-9DFF-7B1CA84847CA}"/>
              </a:ext>
            </a:extLst>
          </p:cNvPr>
          <p:cNvSpPr txBox="1"/>
          <p:nvPr/>
        </p:nvSpPr>
        <p:spPr>
          <a:xfrm>
            <a:off x="4239048" y="90432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29" name="Straight Arrow Connector 44">
            <a:extLst>
              <a:ext uri="{FF2B5EF4-FFF2-40B4-BE49-F238E27FC236}">
                <a16:creationId xmlns:a16="http://schemas.microsoft.com/office/drawing/2014/main" id="{611E5BDB-4E4F-7BA5-E59D-ADA592FFDF93}"/>
              </a:ext>
            </a:extLst>
          </p:cNvPr>
          <p:cNvCxnSpPr>
            <a:cxnSpLocks/>
            <a:stCxn id="130" idx="1"/>
            <a:endCxn id="66" idx="3"/>
          </p:cNvCxnSpPr>
          <p:nvPr/>
        </p:nvCxnSpPr>
        <p:spPr>
          <a:xfrm flipH="1" flipV="1">
            <a:off x="2623958" y="2244425"/>
            <a:ext cx="1623600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DA901592-98A3-AE41-5B22-53FE229AB32F}"/>
              </a:ext>
            </a:extLst>
          </p:cNvPr>
          <p:cNvSpPr txBox="1"/>
          <p:nvPr/>
        </p:nvSpPr>
        <p:spPr>
          <a:xfrm>
            <a:off x="4246450" y="2067074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E56534B-A5E9-9AE9-8EC3-8EED2C0A9FDF}"/>
              </a:ext>
            </a:extLst>
          </p:cNvPr>
          <p:cNvSpPr txBox="1"/>
          <p:nvPr/>
        </p:nvSpPr>
        <p:spPr>
          <a:xfrm>
            <a:off x="7516639" y="1775474"/>
            <a:ext cx="3516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command: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serve an espresso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94EAE8F-268B-6037-4B2C-F2CEB80921B3}"/>
              </a:ext>
            </a:extLst>
          </p:cNvPr>
          <p:cNvSpPr txBox="1"/>
          <p:nvPr/>
        </p:nvSpPr>
        <p:spPr>
          <a:xfrm>
            <a:off x="11331607" y="2762448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645878D-6517-A27C-CE11-4B787AAD2338}"/>
              </a:ext>
            </a:extLst>
          </p:cNvPr>
          <p:cNvSpPr txBox="1"/>
          <p:nvPr/>
        </p:nvSpPr>
        <p:spPr>
          <a:xfrm>
            <a:off x="7157407" y="911424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162" name="Straight Arrow Connector 44">
            <a:extLst>
              <a:ext uri="{FF2B5EF4-FFF2-40B4-BE49-F238E27FC236}">
                <a16:creationId xmlns:a16="http://schemas.microsoft.com/office/drawing/2014/main" id="{B1D75657-68B2-984E-0AEE-1065F17341A1}"/>
              </a:ext>
            </a:extLst>
          </p:cNvPr>
          <p:cNvCxnSpPr>
            <a:cxnSpLocks/>
            <a:stCxn id="6" idx="0"/>
            <a:endCxn id="164" idx="3"/>
          </p:cNvCxnSpPr>
          <p:nvPr/>
        </p:nvCxnSpPr>
        <p:spPr>
          <a:xfrm rot="16200000" flipV="1">
            <a:off x="8902386" y="790072"/>
            <a:ext cx="539720" cy="3391180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CDDD0FF-ABED-5E90-248C-30145648405A}"/>
              </a:ext>
            </a:extLst>
          </p:cNvPr>
          <p:cNvSpPr txBox="1"/>
          <p:nvPr/>
        </p:nvSpPr>
        <p:spPr>
          <a:xfrm>
            <a:off x="7050257" y="2031136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E4B38A1-4545-3E0F-725A-8D457F0D3179}"/>
              </a:ext>
            </a:extLst>
          </p:cNvPr>
          <p:cNvSpPr txBox="1"/>
          <p:nvPr/>
        </p:nvSpPr>
        <p:spPr>
          <a:xfrm>
            <a:off x="7163943" y="321426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1FBFC1B1-7D3E-C8C2-0D9C-2C98A852A6D2}"/>
              </a:ext>
            </a:extLst>
          </p:cNvPr>
          <p:cNvSpPr/>
          <p:nvPr/>
        </p:nvSpPr>
        <p:spPr>
          <a:xfrm>
            <a:off x="7574028" y="554758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B3FC1D9A-5EBD-2784-BA3D-849D93474A4E}"/>
              </a:ext>
            </a:extLst>
          </p:cNvPr>
          <p:cNvSpPr/>
          <p:nvPr/>
        </p:nvSpPr>
        <p:spPr>
          <a:xfrm>
            <a:off x="7608938" y="370761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39D433DD-AC12-2F89-9451-13B34A545AFA}"/>
              </a:ext>
            </a:extLst>
          </p:cNvPr>
          <p:cNvSpPr/>
          <p:nvPr/>
        </p:nvSpPr>
        <p:spPr>
          <a:xfrm>
            <a:off x="7574831" y="1467664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7B90AF48-0968-C7C2-F975-7D9A1CFF8039}"/>
              </a:ext>
            </a:extLst>
          </p:cNvPr>
          <p:cNvSpPr/>
          <p:nvPr/>
        </p:nvSpPr>
        <p:spPr>
          <a:xfrm>
            <a:off x="7564507" y="260830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80" name="Straight Arrow Connector 44">
            <a:extLst>
              <a:ext uri="{FF2B5EF4-FFF2-40B4-BE49-F238E27FC236}">
                <a16:creationId xmlns:a16="http://schemas.microsoft.com/office/drawing/2014/main" id="{3481F8B1-9884-18EE-2A4B-FB949BE61D4D}"/>
              </a:ext>
            </a:extLst>
          </p:cNvPr>
          <p:cNvCxnSpPr>
            <a:cxnSpLocks/>
            <a:stCxn id="67" idx="2"/>
          </p:cNvCxnSpPr>
          <p:nvPr/>
        </p:nvCxnSpPr>
        <p:spPr>
          <a:xfrm rot="16200000" flipH="1">
            <a:off x="2334631" y="2915398"/>
            <a:ext cx="1094903" cy="2665790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F8AFC95-91D5-DD83-A9D3-BAFF667ED071}"/>
              </a:ext>
            </a:extLst>
          </p:cNvPr>
          <p:cNvSpPr txBox="1"/>
          <p:nvPr/>
        </p:nvSpPr>
        <p:spPr>
          <a:xfrm>
            <a:off x="1589348" y="4340838"/>
            <a:ext cx="17787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assemble, sell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7AB8B-F48D-1E7D-1454-988C3C4608D1}"/>
              </a:ext>
            </a:extLst>
          </p:cNvPr>
          <p:cNvSpPr txBox="1"/>
          <p:nvPr/>
        </p:nvSpPr>
        <p:spPr>
          <a:xfrm>
            <a:off x="218143" y="6278524"/>
            <a:ext cx="249106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ROBOT: USAGE</a:t>
            </a:r>
          </a:p>
        </p:txBody>
      </p:sp>
    </p:spTree>
    <p:extLst>
      <p:ext uri="{BB962C8B-B14F-4D97-AF65-F5344CB8AC3E}">
        <p14:creationId xmlns:p14="http://schemas.microsoft.com/office/powerpoint/2010/main" val="255959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86D432-B700-CC53-AF36-A33777C8E67E}"/>
              </a:ext>
            </a:extLst>
          </p:cNvPr>
          <p:cNvGrpSpPr/>
          <p:nvPr/>
        </p:nvGrpSpPr>
        <p:grpSpPr>
          <a:xfrm>
            <a:off x="4888595" y="1651133"/>
            <a:ext cx="1961697" cy="1691507"/>
            <a:chOff x="6221987" y="5100898"/>
            <a:chExt cx="3822790" cy="169150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682A0FA-355B-4BAC-0001-5E8AFF60BF2A}"/>
                </a:ext>
              </a:extLst>
            </p:cNvPr>
            <p:cNvSpPr/>
            <p:nvPr/>
          </p:nvSpPr>
          <p:spPr>
            <a:xfrm>
              <a:off x="6221987" y="5100898"/>
              <a:ext cx="3822790" cy="169150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🤖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Robot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03185E4-ABFE-C329-4E22-074489FF97C6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3AE53A8-6703-BD4B-67AD-911BB362A662}"/>
              </a:ext>
            </a:extLst>
          </p:cNvPr>
          <p:cNvSpPr/>
          <p:nvPr/>
        </p:nvSpPr>
        <p:spPr>
          <a:xfrm>
            <a:off x="4972447" y="2689874"/>
            <a:ext cx="544433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8654A3-6650-A494-8368-E4160B3B9E33}"/>
              </a:ext>
            </a:extLst>
          </p:cNvPr>
          <p:cNvSpPr/>
          <p:nvPr/>
        </p:nvSpPr>
        <p:spPr>
          <a:xfrm>
            <a:off x="5603645" y="2689874"/>
            <a:ext cx="544433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3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🛜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07B292-F31C-504C-0252-6836DC852E21}"/>
              </a:ext>
            </a:extLst>
          </p:cNvPr>
          <p:cNvSpPr/>
          <p:nvPr/>
        </p:nvSpPr>
        <p:spPr>
          <a:xfrm>
            <a:off x="6233326" y="2689874"/>
            <a:ext cx="544433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📡</a:t>
            </a:r>
            <a:endParaRPr lang="en-GB" sz="44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A8D1CC-CC07-2E91-3979-B5CF05463436}"/>
              </a:ext>
            </a:extLst>
          </p:cNvPr>
          <p:cNvGrpSpPr/>
          <p:nvPr/>
        </p:nvGrpSpPr>
        <p:grpSpPr>
          <a:xfrm>
            <a:off x="7652115" y="1960880"/>
            <a:ext cx="1961697" cy="1381760"/>
            <a:chOff x="6221987" y="5410645"/>
            <a:chExt cx="3822790" cy="13817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F50527-4858-10AB-E8AB-8E0236C8F934}"/>
                </a:ext>
              </a:extLst>
            </p:cNvPr>
            <p:cNvSpPr/>
            <p:nvPr/>
          </p:nvSpPr>
          <p:spPr>
            <a:xfrm>
              <a:off x="6221987" y="5410645"/>
              <a:ext cx="3822790" cy="13817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F9F54F-9A1C-810A-063A-E553DC430417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🤖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Robot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43E8757-D9E7-BFF4-E4F1-8EFF453EA203}"/>
              </a:ext>
            </a:extLst>
          </p:cNvPr>
          <p:cNvSpPr/>
          <p:nvPr/>
        </p:nvSpPr>
        <p:spPr>
          <a:xfrm>
            <a:off x="7735967" y="2689874"/>
            <a:ext cx="544433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F1CBE2-650A-977A-B7FC-C5571CF7CFC3}"/>
              </a:ext>
            </a:extLst>
          </p:cNvPr>
          <p:cNvSpPr/>
          <p:nvPr/>
        </p:nvSpPr>
        <p:spPr>
          <a:xfrm>
            <a:off x="8367165" y="2689874"/>
            <a:ext cx="544433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36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🛜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 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7E23DF-FD64-78E9-264B-3B9A6FA1F040}"/>
              </a:ext>
            </a:extLst>
          </p:cNvPr>
          <p:cNvSpPr/>
          <p:nvPr/>
        </p:nvSpPr>
        <p:spPr>
          <a:xfrm>
            <a:off x="8996846" y="2689874"/>
            <a:ext cx="544433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📡</a:t>
            </a:r>
            <a:endParaRPr lang="en-GB" sz="44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BA45D6-1C54-2235-DA66-28C1465E7964}"/>
              </a:ext>
            </a:extLst>
          </p:cNvPr>
          <p:cNvGrpSpPr/>
          <p:nvPr/>
        </p:nvGrpSpPr>
        <p:grpSpPr>
          <a:xfrm>
            <a:off x="1902667" y="1651133"/>
            <a:ext cx="1961697" cy="1381760"/>
            <a:chOff x="6221987" y="5410645"/>
            <a:chExt cx="3822790" cy="13817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D4B3A02-A01F-0E55-8452-DE951500AAB9}"/>
                </a:ext>
              </a:extLst>
            </p:cNvPr>
            <p:cNvSpPr/>
            <p:nvPr/>
          </p:nvSpPr>
          <p:spPr>
            <a:xfrm>
              <a:off x="6221987" y="5410645"/>
              <a:ext cx="3822790" cy="13817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B5F15F7-BA10-6692-48E5-27BBAC083870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🤖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Robot</a:t>
              </a: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A628D8D0-076E-1693-6C13-CBF8BB4EE67E}"/>
              </a:ext>
            </a:extLst>
          </p:cNvPr>
          <p:cNvSpPr/>
          <p:nvPr/>
        </p:nvSpPr>
        <p:spPr>
          <a:xfrm>
            <a:off x="1986519" y="2380127"/>
            <a:ext cx="544433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🪄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4D8B3B-1FA7-57F1-B371-CD28519725FF}"/>
              </a:ext>
            </a:extLst>
          </p:cNvPr>
          <p:cNvSpPr/>
          <p:nvPr/>
        </p:nvSpPr>
        <p:spPr>
          <a:xfrm>
            <a:off x="2617717" y="2380127"/>
            <a:ext cx="544433" cy="566426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404F96-FF48-80D2-D83B-FFE9474CCF89}"/>
              </a:ext>
            </a:extLst>
          </p:cNvPr>
          <p:cNvSpPr/>
          <p:nvPr/>
        </p:nvSpPr>
        <p:spPr>
          <a:xfrm>
            <a:off x="3247398" y="2380127"/>
            <a:ext cx="544433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40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📡</a:t>
            </a:r>
            <a:endParaRPr lang="en-GB" sz="44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5F1100-E76B-EF6B-F8CA-573D018B6316}"/>
              </a:ext>
            </a:extLst>
          </p:cNvPr>
          <p:cNvSpPr txBox="1"/>
          <p:nvPr/>
        </p:nvSpPr>
        <p:spPr>
          <a:xfrm>
            <a:off x="218143" y="6278524"/>
            <a:ext cx="241893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ROBOT HEADS</a:t>
            </a:r>
          </a:p>
        </p:txBody>
      </p:sp>
    </p:spTree>
    <p:extLst>
      <p:ext uri="{BB962C8B-B14F-4D97-AF65-F5344CB8AC3E}">
        <p14:creationId xmlns:p14="http://schemas.microsoft.com/office/powerpoint/2010/main" val="353324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181</Words>
  <Application>Microsoft Macintosh PowerPoint</Application>
  <PresentationFormat>Widescreen</PresentationFormat>
  <Paragraphs>95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Amazon Ember</vt:lpstr>
      <vt:lpstr>Amazon Ember Display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2025-04-22T20:20:37Z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70462bf3-7d2e-4798-a9bc-823ad9c73925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