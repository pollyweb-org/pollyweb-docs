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828" r:id="rId2"/>
    <p:sldId id="1830" r:id="rId3"/>
    <p:sldId id="1833" r:id="rId4"/>
    <p:sldId id="1834" r:id="rId5"/>
    <p:sldId id="1831" r:id="rId6"/>
    <p:sldId id="1832" r:id="rId7"/>
  </p:sldIdLst>
  <p:sldSz cx="12192000" cy="6858000"/>
  <p:notesSz cx="6858000" cy="9144000"/>
  <p:embeddedFontLst>
    <p:embeddedFont>
      <p:font typeface="Amazon Ember" panose="020B0603020204020204" pitchFamily="34" charset="0"/>
      <p:regular r:id="rId10"/>
      <p:bold r:id="rId11"/>
      <p:italic r:id="rId12"/>
      <p:boldItalic r:id="rId13"/>
    </p:embeddedFont>
    <p:embeddedFont>
      <p:font typeface="Amazon Ember Display" panose="020F0603020204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🎫 User Tokens" id="{5BB8783E-791A-B349-BE77-880923C0C2DD}">
          <p14:sldIdLst>
            <p14:sldId id="1828"/>
            <p14:sldId id="1830"/>
            <p14:sldId id="1833"/>
            <p14:sldId id="1834"/>
            <p14:sldId id="1831"/>
            <p14:sldId id="1832"/>
          </p14:sldIdLst>
        </p14:section>
        <p14:section name="Default Section" id="{64A3375F-F569-8B4D-A5EC-3A8E18D41F0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01" autoAdjust="0"/>
    <p:restoredTop sz="96966" autoAdjust="0"/>
  </p:normalViewPr>
  <p:slideViewPr>
    <p:cSldViewPr snapToGrid="0">
      <p:cViewPr varScale="1">
        <p:scale>
          <a:sx n="116" d="100"/>
          <a:sy n="116" d="100"/>
        </p:scale>
        <p:origin x="224" y="4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69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8168-3D4B-57B5-ADE8-374B396E9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871F0-E310-DFD8-F365-366F8B609C63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🗂️ Folders</a:t>
            </a:r>
          </a:p>
        </p:txBody>
      </p:sp>
    </p:spTree>
    <p:extLst>
      <p:ext uri="{BB962C8B-B14F-4D97-AF65-F5344CB8AC3E}">
        <p14:creationId xmlns:p14="http://schemas.microsoft.com/office/powerpoint/2010/main" val="89280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58934-38A8-949C-4561-AE903C48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0A877C77-4F80-4F00-AFCB-1FED663D194C}"/>
              </a:ext>
            </a:extLst>
          </p:cNvPr>
          <p:cNvSpPr txBox="1"/>
          <p:nvPr/>
        </p:nvSpPr>
        <p:spPr>
          <a:xfrm>
            <a:off x="7039740" y="2441631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02C891-DB65-C097-EA60-FB4DABB270A9}"/>
              </a:ext>
            </a:extLst>
          </p:cNvPr>
          <p:cNvGrpSpPr/>
          <p:nvPr/>
        </p:nvGrpSpPr>
        <p:grpSpPr>
          <a:xfrm>
            <a:off x="1553010" y="2345164"/>
            <a:ext cx="2211227" cy="1075765"/>
            <a:chOff x="5404795" y="339828"/>
            <a:chExt cx="2010206" cy="349191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14C401A-C5AC-B9CF-ABAB-881505151AFD}"/>
                </a:ext>
              </a:extLst>
            </p:cNvPr>
            <p:cNvSpPr/>
            <p:nvPr/>
          </p:nvSpPr>
          <p:spPr>
            <a:xfrm>
              <a:off x="5404795" y="339828"/>
              <a:ext cx="1988691" cy="3491917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8" name="Content Placeholder 2">
              <a:extLst>
                <a:ext uri="{FF2B5EF4-FFF2-40B4-BE49-F238E27FC236}">
                  <a16:creationId xmlns:a16="http://schemas.microsoft.com/office/drawing/2014/main" id="{64188C0A-A56F-1666-A9AB-96F75E3CE1B5}"/>
                </a:ext>
              </a:extLst>
            </p:cNvPr>
            <p:cNvSpPr txBox="1">
              <a:spLocks/>
            </p:cNvSpPr>
            <p:nvPr/>
          </p:nvSpPr>
          <p:spPr>
            <a:xfrm>
              <a:off x="5426310" y="393635"/>
              <a:ext cx="1988691" cy="50852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400" i="1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+mj-lt"/>
                  <a:cs typeface="Arial" panose="020B0604020202020204" pitchFamily="34" charset="0"/>
                </a:rPr>
                <a:t>browser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DBF7D14A-9761-38AE-1671-A0FA87D09E55}"/>
              </a:ext>
            </a:extLst>
          </p:cNvPr>
          <p:cNvSpPr/>
          <p:nvPr/>
        </p:nvSpPr>
        <p:spPr>
          <a:xfrm>
            <a:off x="6950038" y="440969"/>
            <a:ext cx="4815840" cy="15175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E961A7-1817-46EE-E7D1-5F29CDB998BC}"/>
              </a:ext>
            </a:extLst>
          </p:cNvPr>
          <p:cNvSpPr/>
          <p:nvPr/>
        </p:nvSpPr>
        <p:spPr>
          <a:xfrm>
            <a:off x="8979453" y="864112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1B28B6-E472-914C-97FA-26335D044951}"/>
              </a:ext>
            </a:extLst>
          </p:cNvPr>
          <p:cNvSpPr/>
          <p:nvPr/>
        </p:nvSpPr>
        <p:spPr>
          <a:xfrm>
            <a:off x="7049053" y="864112"/>
            <a:ext cx="171962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C54CA6-E787-1F86-E19E-AEDB0C98B236}"/>
              </a:ext>
            </a:extLst>
          </p:cNvPr>
          <p:cNvSpPr/>
          <p:nvPr/>
        </p:nvSpPr>
        <p:spPr>
          <a:xfrm>
            <a:off x="9940799" y="864112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C8EB57C-D9DF-3FCF-F5AF-634494944D70}"/>
              </a:ext>
            </a:extLst>
          </p:cNvPr>
          <p:cNvSpPr/>
          <p:nvPr/>
        </p:nvSpPr>
        <p:spPr>
          <a:xfrm>
            <a:off x="10902145" y="860489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F22A1C-8015-1B02-EF93-78F21CEC77AE}"/>
              </a:ext>
            </a:extLst>
          </p:cNvPr>
          <p:cNvSpPr/>
          <p:nvPr/>
        </p:nvSpPr>
        <p:spPr>
          <a:xfrm>
            <a:off x="9076467" y="1247506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AC70AB-092E-07D9-83C0-0383CEB09EBC}"/>
              </a:ext>
            </a:extLst>
          </p:cNvPr>
          <p:cNvSpPr/>
          <p:nvPr/>
        </p:nvSpPr>
        <p:spPr>
          <a:xfrm>
            <a:off x="7146067" y="1247506"/>
            <a:ext cx="1545184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Vault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E98710-EEAC-B711-FCDE-06E09228CD70}"/>
              </a:ext>
            </a:extLst>
          </p:cNvPr>
          <p:cNvSpPr/>
          <p:nvPr/>
        </p:nvSpPr>
        <p:spPr>
          <a:xfrm>
            <a:off x="10037813" y="1247506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4C0A1D-4215-7397-CEF8-A3C65B346875}"/>
              </a:ext>
            </a:extLst>
          </p:cNvPr>
          <p:cNvSpPr/>
          <p:nvPr/>
        </p:nvSpPr>
        <p:spPr>
          <a:xfrm>
            <a:off x="7156824" y="2812423"/>
            <a:ext cx="1545185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Folder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72D7F0-BC63-968D-D7A5-8D5530B26043}"/>
              </a:ext>
            </a:extLst>
          </p:cNvPr>
          <p:cNvSpPr/>
          <p:nvPr/>
        </p:nvSpPr>
        <p:spPr>
          <a:xfrm>
            <a:off x="7059811" y="2429029"/>
            <a:ext cx="171962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0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vault</a:t>
            </a:r>
          </a:p>
        </p:txBody>
      </p:sp>
      <p:cxnSp>
        <p:nvCxnSpPr>
          <p:cNvPr id="46" name="Straight Arrow Connector 12">
            <a:extLst>
              <a:ext uri="{FF2B5EF4-FFF2-40B4-BE49-F238E27FC236}">
                <a16:creationId xmlns:a16="http://schemas.microsoft.com/office/drawing/2014/main" id="{CB09F52F-77F4-E19D-EB82-EFA0664E9372}"/>
              </a:ext>
            </a:extLst>
          </p:cNvPr>
          <p:cNvCxnSpPr>
            <a:cxnSpLocks/>
            <a:stCxn id="36" idx="3"/>
            <a:endCxn id="73" idx="2"/>
          </p:cNvCxnSpPr>
          <p:nvPr/>
        </p:nvCxnSpPr>
        <p:spPr>
          <a:xfrm flipV="1">
            <a:off x="8702009" y="1875218"/>
            <a:ext cx="2572269" cy="1218297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06390E-6895-D6F9-D2D7-EA972DA79DFF}"/>
              </a:ext>
            </a:extLst>
          </p:cNvPr>
          <p:cNvGrpSpPr/>
          <p:nvPr/>
        </p:nvGrpSpPr>
        <p:grpSpPr>
          <a:xfrm>
            <a:off x="3886163" y="3205506"/>
            <a:ext cx="3277238" cy="400110"/>
            <a:chOff x="2690269" y="4328611"/>
            <a:chExt cx="3277238" cy="400110"/>
          </a:xfrm>
        </p:grpSpPr>
        <p:sp>
          <p:nvSpPr>
            <p:cNvPr id="68" name="Content Placeholder 2">
              <a:extLst>
                <a:ext uri="{FF2B5EF4-FFF2-40B4-BE49-F238E27FC236}">
                  <a16:creationId xmlns:a16="http://schemas.microsoft.com/office/drawing/2014/main" id="{B1405D52-DA06-A603-F5D5-4CB2E2882788}"/>
                </a:ext>
              </a:extLst>
            </p:cNvPr>
            <p:cNvSpPr txBox="1">
              <a:spLocks/>
            </p:cNvSpPr>
            <p:nvPr/>
          </p:nvSpPr>
          <p:spPr>
            <a:xfrm>
              <a:off x="3038421" y="4328611"/>
              <a:ext cx="292908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write vault settings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3B334C99-E389-8BA6-6597-3995F2FC9753}"/>
                </a:ext>
              </a:extLst>
            </p:cNvPr>
            <p:cNvSpPr/>
            <p:nvPr/>
          </p:nvSpPr>
          <p:spPr>
            <a:xfrm>
              <a:off x="2690269" y="4348666"/>
              <a:ext cx="360000" cy="3600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A43C9DCE-70AA-77BC-D442-6DCED28EFB33}"/>
              </a:ext>
            </a:extLst>
          </p:cNvPr>
          <p:cNvSpPr txBox="1">
            <a:spLocks/>
          </p:cNvSpPr>
          <p:nvPr/>
        </p:nvSpPr>
        <p:spPr>
          <a:xfrm>
            <a:off x="9296826" y="3205014"/>
            <a:ext cx="226890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store remotely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1A4B2AC-E630-38F6-57E5-0D2744919A4B}"/>
              </a:ext>
            </a:extLst>
          </p:cNvPr>
          <p:cNvSpPr/>
          <p:nvPr/>
        </p:nvSpPr>
        <p:spPr>
          <a:xfrm>
            <a:off x="8927158" y="322506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2A7C676-1723-30F8-A6A0-BA90AFE1A417}"/>
              </a:ext>
            </a:extLst>
          </p:cNvPr>
          <p:cNvSpPr/>
          <p:nvPr/>
        </p:nvSpPr>
        <p:spPr>
          <a:xfrm>
            <a:off x="10999159" y="1243883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3F596C-F794-304A-4BD1-609AFD02ADBD}"/>
              </a:ext>
            </a:extLst>
          </p:cNvPr>
          <p:cNvSpPr txBox="1"/>
          <p:nvPr/>
        </p:nvSpPr>
        <p:spPr>
          <a:xfrm>
            <a:off x="6950038" y="440969"/>
            <a:ext cx="4696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user bound vaults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28AEAF-561E-F40C-ADD3-EE66D15F05BF}"/>
              </a:ext>
            </a:extLst>
          </p:cNvPr>
          <p:cNvGrpSpPr/>
          <p:nvPr/>
        </p:nvGrpSpPr>
        <p:grpSpPr>
          <a:xfrm>
            <a:off x="1657232" y="2844174"/>
            <a:ext cx="1974039" cy="482053"/>
            <a:chOff x="5365475" y="2463244"/>
            <a:chExt cx="1974039" cy="48205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07FC38-5B3A-1069-EEF0-877402BCAC96}"/>
                </a:ext>
              </a:extLst>
            </p:cNvPr>
            <p:cNvSpPr/>
            <p:nvPr/>
          </p:nvSpPr>
          <p:spPr>
            <a:xfrm>
              <a:off x="5365475" y="2463244"/>
              <a:ext cx="1974039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EE9998B-DD1C-B5EE-1337-43314F343CF3}"/>
                </a:ext>
              </a:extLst>
            </p:cNvPr>
            <p:cNvSpPr txBox="1"/>
            <p:nvPr/>
          </p:nvSpPr>
          <p:spPr>
            <a:xfrm>
              <a:off x="5365476" y="2513228"/>
              <a:ext cx="1974038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Editor 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📝</a:t>
              </a:r>
            </a:p>
          </p:txBody>
        </p:sp>
      </p:grp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B66E9560-28E9-820B-A690-2ACC8F7C1B33}"/>
              </a:ext>
            </a:extLst>
          </p:cNvPr>
          <p:cNvCxnSpPr>
            <a:cxnSpLocks/>
            <a:stCxn id="43" idx="3"/>
            <a:endCxn id="36" idx="1"/>
          </p:cNvCxnSpPr>
          <p:nvPr/>
        </p:nvCxnSpPr>
        <p:spPr>
          <a:xfrm flipV="1">
            <a:off x="3631271" y="3093515"/>
            <a:ext cx="3525553" cy="10957"/>
          </a:xfrm>
          <a:prstGeom prst="straightConnector1">
            <a:avLst/>
          </a:prstGeom>
          <a:ln>
            <a:solidFill>
              <a:schemeClr val="accent2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CF5B2E4-0799-E049-06C6-84FDA3466522}"/>
              </a:ext>
            </a:extLst>
          </p:cNvPr>
          <p:cNvSpPr txBox="1"/>
          <p:nvPr/>
        </p:nvSpPr>
        <p:spPr>
          <a:xfrm>
            <a:off x="494962" y="2717509"/>
            <a:ext cx="5803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endParaRPr lang="en-PT" sz="4400" dirty="0"/>
          </a:p>
        </p:txBody>
      </p:sp>
      <p:cxnSp>
        <p:nvCxnSpPr>
          <p:cNvPr id="95" name="Straight Arrow Connector 12">
            <a:extLst>
              <a:ext uri="{FF2B5EF4-FFF2-40B4-BE49-F238E27FC236}">
                <a16:creationId xmlns:a16="http://schemas.microsoft.com/office/drawing/2014/main" id="{A129251F-857A-D921-CD65-E5F720959D44}"/>
              </a:ext>
            </a:extLst>
          </p:cNvPr>
          <p:cNvCxnSpPr>
            <a:cxnSpLocks/>
            <a:stCxn id="94" idx="3"/>
            <a:endCxn id="43" idx="1"/>
          </p:cNvCxnSpPr>
          <p:nvPr/>
        </p:nvCxnSpPr>
        <p:spPr>
          <a:xfrm>
            <a:off x="1075291" y="3102230"/>
            <a:ext cx="581942" cy="224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D3EDD7AF-58D4-99D1-C2C5-37A76AE97D78}"/>
              </a:ext>
            </a:extLst>
          </p:cNvPr>
          <p:cNvSpPr/>
          <p:nvPr/>
        </p:nvSpPr>
        <p:spPr>
          <a:xfrm>
            <a:off x="1066850" y="323631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05" name="Straight Arrow Connector 12">
            <a:extLst>
              <a:ext uri="{FF2B5EF4-FFF2-40B4-BE49-F238E27FC236}">
                <a16:creationId xmlns:a16="http://schemas.microsoft.com/office/drawing/2014/main" id="{6F1B1807-D081-A8DF-1AAC-38D55810163A}"/>
              </a:ext>
            </a:extLst>
          </p:cNvPr>
          <p:cNvCxnSpPr>
            <a:cxnSpLocks/>
            <a:stCxn id="36" idx="3"/>
            <a:endCxn id="34" idx="2"/>
          </p:cNvCxnSpPr>
          <p:nvPr/>
        </p:nvCxnSpPr>
        <p:spPr>
          <a:xfrm flipV="1">
            <a:off x="8702009" y="1878841"/>
            <a:ext cx="1610923" cy="1214674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BB752B54-01F6-1B29-9935-288A955628A5}"/>
              </a:ext>
            </a:extLst>
          </p:cNvPr>
          <p:cNvCxnSpPr>
            <a:cxnSpLocks/>
            <a:stCxn id="36" idx="3"/>
            <a:endCxn id="29" idx="2"/>
          </p:cNvCxnSpPr>
          <p:nvPr/>
        </p:nvCxnSpPr>
        <p:spPr>
          <a:xfrm flipV="1">
            <a:off x="8702009" y="1878841"/>
            <a:ext cx="649577" cy="1214674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01AAD173-FB6C-1E86-9EF5-71B63E1E70ED}"/>
              </a:ext>
            </a:extLst>
          </p:cNvPr>
          <p:cNvCxnSpPr>
            <a:cxnSpLocks/>
            <a:stCxn id="37" idx="0"/>
            <a:endCxn id="30" idx="2"/>
          </p:cNvCxnSpPr>
          <p:nvPr/>
        </p:nvCxnSpPr>
        <p:spPr>
          <a:xfrm flipH="1" flipV="1">
            <a:off x="7918659" y="1809689"/>
            <a:ext cx="965" cy="619340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8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6E4FC06-44E9-0BD4-DFA3-62F2EEB0D71C}"/>
              </a:ext>
            </a:extLst>
          </p:cNvPr>
          <p:cNvGrpSpPr/>
          <p:nvPr/>
        </p:nvGrpSpPr>
        <p:grpSpPr>
          <a:xfrm>
            <a:off x="220861" y="1638812"/>
            <a:ext cx="1005166" cy="1446550"/>
            <a:chOff x="220861" y="1638812"/>
            <a:chExt cx="1005166" cy="144655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DE6B06F-2A6B-3EDC-0815-B99805C2C15C}"/>
                </a:ext>
              </a:extLst>
            </p:cNvPr>
            <p:cNvSpPr txBox="1"/>
            <p:nvPr/>
          </p:nvSpPr>
          <p:spPr>
            <a:xfrm>
              <a:off x="220861" y="1638812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A50B01F6-6E39-C36D-8A80-CF9AFC0C1825}"/>
                </a:ext>
              </a:extLst>
            </p:cNvPr>
            <p:cNvSpPr txBox="1">
              <a:spLocks/>
            </p:cNvSpPr>
            <p:nvPr/>
          </p:nvSpPr>
          <p:spPr>
            <a:xfrm>
              <a:off x="238512" y="1672230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E8DFB47-D9CD-F114-45BC-A0CFB2BC69E4}"/>
              </a:ext>
            </a:extLst>
          </p:cNvPr>
          <p:cNvSpPr/>
          <p:nvPr/>
        </p:nvSpPr>
        <p:spPr>
          <a:xfrm>
            <a:off x="10093670" y="2242275"/>
            <a:ext cx="1545185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Folder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DE1EE-EF37-70DE-3A4B-7592394B21A5}"/>
              </a:ext>
            </a:extLst>
          </p:cNvPr>
          <p:cNvSpPr/>
          <p:nvPr/>
        </p:nvSpPr>
        <p:spPr>
          <a:xfrm>
            <a:off x="9996657" y="1858881"/>
            <a:ext cx="171962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136E789-2E5D-1879-BE5C-BB933EEE2F05}"/>
              </a:ext>
            </a:extLst>
          </p:cNvPr>
          <p:cNvGrpSpPr/>
          <p:nvPr/>
        </p:nvGrpSpPr>
        <p:grpSpPr>
          <a:xfrm>
            <a:off x="5404795" y="339828"/>
            <a:ext cx="2010206" cy="3586713"/>
            <a:chOff x="5404795" y="339828"/>
            <a:chExt cx="2010206" cy="358671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DEE790C-9361-B007-9308-4507ABC2F291}"/>
                </a:ext>
              </a:extLst>
            </p:cNvPr>
            <p:cNvSpPr/>
            <p:nvPr/>
          </p:nvSpPr>
          <p:spPr>
            <a:xfrm>
              <a:off x="5404795" y="339828"/>
              <a:ext cx="1988691" cy="358671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492C44-7A3E-3536-D629-72F21CAF4C67}"/>
                </a:ext>
              </a:extLst>
            </p:cNvPr>
            <p:cNvSpPr txBox="1"/>
            <p:nvPr/>
          </p:nvSpPr>
          <p:spPr>
            <a:xfrm>
              <a:off x="5440233" y="806180"/>
              <a:ext cx="1974768" cy="923330"/>
            </a:xfrm>
            <a:prstGeom prst="rect">
              <a:avLst/>
            </a:prstGeom>
            <a:noFill/>
          </p:spPr>
          <p:txBody>
            <a:bodyPr wrap="square" anchor="b">
              <a:spAutoFit/>
            </a:bodyPr>
            <a:lstStyle/>
            <a:p>
              <a:pPr algn="ctr"/>
              <a:r>
                <a:rPr lang="en-PT" sz="5400" dirty="0"/>
                <a:t>🌐</a:t>
              </a:r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AF36A71E-2E09-6B2D-86A8-889E375E98FC}"/>
                </a:ext>
              </a:extLst>
            </p:cNvPr>
            <p:cNvSpPr txBox="1">
              <a:spLocks/>
            </p:cNvSpPr>
            <p:nvPr/>
          </p:nvSpPr>
          <p:spPr>
            <a:xfrm>
              <a:off x="5426310" y="358649"/>
              <a:ext cx="198869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browser </a:t>
              </a:r>
            </a:p>
          </p:txBody>
        </p:sp>
      </p:grpSp>
      <p:cxnSp>
        <p:nvCxnSpPr>
          <p:cNvPr id="9" name="Straight Arrow Connector 12">
            <a:extLst>
              <a:ext uri="{FF2B5EF4-FFF2-40B4-BE49-F238E27FC236}">
                <a16:creationId xmlns:a16="http://schemas.microsoft.com/office/drawing/2014/main" id="{32565D76-88ED-E357-D836-BBE4E80C5E61}"/>
              </a:ext>
            </a:extLst>
          </p:cNvPr>
          <p:cNvCxnSpPr>
            <a:cxnSpLocks/>
            <a:stCxn id="2" idx="0"/>
          </p:cNvCxnSpPr>
          <p:nvPr/>
        </p:nvCxnSpPr>
        <p:spPr>
          <a:xfrm rot="5400000" flipH="1" flipV="1">
            <a:off x="3108476" y="-1233964"/>
            <a:ext cx="487744" cy="5257809"/>
          </a:xfrm>
          <a:prstGeom prst="bentConnector2">
            <a:avLst/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90D58A-6D2D-D592-731C-005589F14205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821847" y="1151068"/>
            <a:ext cx="4034623" cy="707813"/>
          </a:xfrm>
          <a:prstGeom prst="bentConnector2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63DCD21-D858-28B2-6326-920D31333247}"/>
              </a:ext>
            </a:extLst>
          </p:cNvPr>
          <p:cNvGrpSpPr/>
          <p:nvPr/>
        </p:nvGrpSpPr>
        <p:grpSpPr>
          <a:xfrm>
            <a:off x="5498237" y="1866093"/>
            <a:ext cx="1794581" cy="482053"/>
            <a:chOff x="5455205" y="1866093"/>
            <a:chExt cx="1794581" cy="48205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F00CBD2-DC4F-0247-6268-D43F11ACB5B9}"/>
                </a:ext>
              </a:extLst>
            </p:cNvPr>
            <p:cNvSpPr/>
            <p:nvPr/>
          </p:nvSpPr>
          <p:spPr>
            <a:xfrm>
              <a:off x="5455205" y="1866093"/>
              <a:ext cx="1794581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59692A7-39FB-1B30-B09B-944E938D8813}"/>
                </a:ext>
              </a:extLst>
            </p:cNvPr>
            <p:cNvSpPr txBox="1"/>
            <p:nvPr/>
          </p:nvSpPr>
          <p:spPr>
            <a:xfrm>
              <a:off x="5455205" y="1900239"/>
              <a:ext cx="1794580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QR 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✨ 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C801CF-3365-6069-A28D-172AC201AFCB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7292817" y="2110553"/>
            <a:ext cx="2703840" cy="0"/>
          </a:xfrm>
          <a:prstGeom prst="straightConnector1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924D34-AA9B-D430-27C5-108DAF17128A}"/>
              </a:ext>
            </a:extLst>
          </p:cNvPr>
          <p:cNvGrpSpPr/>
          <p:nvPr/>
        </p:nvGrpSpPr>
        <p:grpSpPr>
          <a:xfrm>
            <a:off x="2016135" y="1693746"/>
            <a:ext cx="1988691" cy="1316816"/>
            <a:chOff x="7388710" y="3835400"/>
            <a:chExt cx="1988691" cy="131681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FBF9FBA-2860-6DE8-7E8B-DBFC3517FBC3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E60D011-6F41-748E-2AF8-740CCC966FE8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ED18D0E-77D4-3B10-83EA-A37F5E2FCA08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797911-0D25-EB4E-0B7C-2AF356463958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B6B1459-A9D2-FD3B-4FEC-016A6FA71758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8BCA7E2-D8DA-60DE-A601-1714C85B7A3E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C7F1BED-AE55-AC71-C723-384A2831AA37}"/>
              </a:ext>
            </a:extLst>
          </p:cNvPr>
          <p:cNvSpPr txBox="1"/>
          <p:nvPr/>
        </p:nvSpPr>
        <p:spPr>
          <a:xfrm>
            <a:off x="2085091" y="1657394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C4D86990-4A32-6096-D35F-5E1D37689158}"/>
              </a:ext>
            </a:extLst>
          </p:cNvPr>
          <p:cNvCxnSpPr>
            <a:cxnSpLocks/>
            <a:stCxn id="2" idx="3"/>
            <a:endCxn id="28" idx="1"/>
          </p:cNvCxnSpPr>
          <p:nvPr/>
        </p:nvCxnSpPr>
        <p:spPr>
          <a:xfrm flipV="1">
            <a:off x="1226027" y="2352154"/>
            <a:ext cx="790108" cy="9933"/>
          </a:xfrm>
          <a:prstGeom prst="straightConnector1">
            <a:avLst/>
          </a:prstGeom>
          <a:ln>
            <a:solidFill>
              <a:schemeClr val="accent6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BD2FE39-1EE9-67FA-4BD9-87C203FB3C5A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4004826" y="2107120"/>
            <a:ext cx="1493411" cy="1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12">
            <a:extLst>
              <a:ext uri="{FF2B5EF4-FFF2-40B4-BE49-F238E27FC236}">
                <a16:creationId xmlns:a16="http://schemas.microsoft.com/office/drawing/2014/main" id="{8019EBE3-09DB-88B4-CD57-160B56A887D9}"/>
              </a:ext>
            </a:extLst>
          </p:cNvPr>
          <p:cNvCxnSpPr>
            <a:cxnSpLocks/>
            <a:stCxn id="5" idx="2"/>
            <a:endCxn id="68" idx="3"/>
          </p:cNvCxnSpPr>
          <p:nvPr/>
        </p:nvCxnSpPr>
        <p:spPr>
          <a:xfrm rot="5400000">
            <a:off x="8713995" y="1452433"/>
            <a:ext cx="721299" cy="3563653"/>
          </a:xfrm>
          <a:prstGeom prst="bentConnector2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5604A30-9C0B-5596-F6FB-302C3FE4BA48}"/>
              </a:ext>
            </a:extLst>
          </p:cNvPr>
          <p:cNvGrpSpPr/>
          <p:nvPr/>
        </p:nvGrpSpPr>
        <p:grpSpPr>
          <a:xfrm>
            <a:off x="5498236" y="3334611"/>
            <a:ext cx="1794581" cy="482053"/>
            <a:chOff x="5455204" y="2463244"/>
            <a:chExt cx="1794581" cy="482053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0F6DA07-627A-49AC-C10C-FD33942230A1}"/>
                </a:ext>
              </a:extLst>
            </p:cNvPr>
            <p:cNvSpPr/>
            <p:nvPr/>
          </p:nvSpPr>
          <p:spPr>
            <a:xfrm>
              <a:off x="5455204" y="2463244"/>
              <a:ext cx="1794581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43B12A5-2D12-EB16-7A46-B441E566AC36}"/>
                </a:ext>
              </a:extLst>
            </p:cNvPr>
            <p:cNvSpPr txBox="1"/>
            <p:nvPr/>
          </p:nvSpPr>
          <p:spPr>
            <a:xfrm>
              <a:off x="5455205" y="2513228"/>
              <a:ext cx="1794580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Editor 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📝</a:t>
              </a:r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7967960-2208-2BDC-55A1-9558D4D7C33F}"/>
              </a:ext>
            </a:extLst>
          </p:cNvPr>
          <p:cNvCxnSpPr>
            <a:cxnSpLocks/>
          </p:cNvCxnSpPr>
          <p:nvPr/>
        </p:nvCxnSpPr>
        <p:spPr>
          <a:xfrm>
            <a:off x="4004826" y="2646381"/>
            <a:ext cx="5991831" cy="0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6A2A142D-AEDE-C373-4251-A7A418A1871A}"/>
              </a:ext>
            </a:extLst>
          </p:cNvPr>
          <p:cNvSpPr/>
          <p:nvPr/>
        </p:nvSpPr>
        <p:spPr>
          <a:xfrm>
            <a:off x="706385" y="63512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A0B3DFF4-F25F-31F6-00A6-F193AE59A4AD}"/>
              </a:ext>
            </a:extLst>
          </p:cNvPr>
          <p:cNvSpPr txBox="1">
            <a:spLocks/>
          </p:cNvSpPr>
          <p:nvPr/>
        </p:nvSpPr>
        <p:spPr>
          <a:xfrm>
            <a:off x="1089322" y="604671"/>
            <a:ext cx="339964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navigate to a folder URL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A0946DFC-142F-F0B4-108D-98D70114313C}"/>
              </a:ext>
            </a:extLst>
          </p:cNvPr>
          <p:cNvSpPr/>
          <p:nvPr/>
        </p:nvSpPr>
        <p:spPr>
          <a:xfrm>
            <a:off x="7534388" y="645516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0" name="Content Placeholder 2">
            <a:extLst>
              <a:ext uri="{FF2B5EF4-FFF2-40B4-BE49-F238E27FC236}">
                <a16:creationId xmlns:a16="http://schemas.microsoft.com/office/drawing/2014/main" id="{1CD83A89-2F10-2CA4-C144-B1F61EC0A880}"/>
              </a:ext>
            </a:extLst>
          </p:cNvPr>
          <p:cNvSpPr txBox="1">
            <a:spLocks/>
          </p:cNvSpPr>
          <p:nvPr/>
        </p:nvSpPr>
        <p:spPr>
          <a:xfrm>
            <a:off x="7917326" y="625824"/>
            <a:ext cx="221695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WWW request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D27F166D-71DA-468A-9342-87186C76B7AE}"/>
              </a:ext>
            </a:extLst>
          </p:cNvPr>
          <p:cNvSpPr/>
          <p:nvPr/>
        </p:nvSpPr>
        <p:spPr>
          <a:xfrm>
            <a:off x="7534388" y="162628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184514D2-9001-BB38-340C-219C2725CCDB}"/>
              </a:ext>
            </a:extLst>
          </p:cNvPr>
          <p:cNvSpPr txBox="1">
            <a:spLocks/>
          </p:cNvSpPr>
          <p:nvPr/>
        </p:nvSpPr>
        <p:spPr>
          <a:xfrm>
            <a:off x="7917326" y="1595833"/>
            <a:ext cx="221695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render QR</a:t>
            </a:r>
          </a:p>
        </p:txBody>
      </p:sp>
      <p:cxnSp>
        <p:nvCxnSpPr>
          <p:cNvPr id="98" name="Straight Arrow Connector 12">
            <a:extLst>
              <a:ext uri="{FF2B5EF4-FFF2-40B4-BE49-F238E27FC236}">
                <a16:creationId xmlns:a16="http://schemas.microsoft.com/office/drawing/2014/main" id="{B9A7A9E2-69FE-91F3-14E7-1C8F89897C60}"/>
              </a:ext>
            </a:extLst>
          </p:cNvPr>
          <p:cNvCxnSpPr>
            <a:cxnSpLocks/>
            <a:stCxn id="2" idx="2"/>
            <a:endCxn id="68" idx="1"/>
          </p:cNvCxnSpPr>
          <p:nvPr/>
        </p:nvCxnSpPr>
        <p:spPr>
          <a:xfrm rot="16200000" flipH="1">
            <a:off x="2856067" y="952738"/>
            <a:ext cx="509547" cy="4774793"/>
          </a:xfrm>
          <a:prstGeom prst="bentConnector2">
            <a:avLst/>
          </a:prstGeom>
          <a:ln>
            <a:solidFill>
              <a:schemeClr val="accent2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329F4598-909E-EF9F-9304-F06512EFC9DA}"/>
              </a:ext>
            </a:extLst>
          </p:cNvPr>
          <p:cNvSpPr/>
          <p:nvPr/>
        </p:nvSpPr>
        <p:spPr>
          <a:xfrm>
            <a:off x="1406603" y="1519872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5C3AB57C-DB0F-BDC9-1742-1D4C2AC3B938}"/>
              </a:ext>
            </a:extLst>
          </p:cNvPr>
          <p:cNvSpPr txBox="1">
            <a:spLocks/>
          </p:cNvSpPr>
          <p:nvPr/>
        </p:nvSpPr>
        <p:spPr>
          <a:xfrm>
            <a:off x="1215447" y="1858311"/>
            <a:ext cx="72409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326BA185-B5A4-03C6-3946-BC0C9E3056D9}"/>
              </a:ext>
            </a:extLst>
          </p:cNvPr>
          <p:cNvSpPr/>
          <p:nvPr/>
        </p:nvSpPr>
        <p:spPr>
          <a:xfrm>
            <a:off x="4120517" y="1638975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1" name="Content Placeholder 2">
            <a:extLst>
              <a:ext uri="{FF2B5EF4-FFF2-40B4-BE49-F238E27FC236}">
                <a16:creationId xmlns:a16="http://schemas.microsoft.com/office/drawing/2014/main" id="{72DBD30B-D960-1C2C-806A-331B23D5C0CE}"/>
              </a:ext>
            </a:extLst>
          </p:cNvPr>
          <p:cNvSpPr txBox="1">
            <a:spLocks/>
          </p:cNvSpPr>
          <p:nvPr/>
        </p:nvSpPr>
        <p:spPr>
          <a:xfrm>
            <a:off x="4466898" y="1605463"/>
            <a:ext cx="72409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279AB832-95DB-AB68-A3EA-7537B0E5BA81}"/>
              </a:ext>
            </a:extLst>
          </p:cNvPr>
          <p:cNvSpPr/>
          <p:nvPr/>
        </p:nvSpPr>
        <p:spPr>
          <a:xfrm>
            <a:off x="4120517" y="2747946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3" name="Content Placeholder 2">
            <a:extLst>
              <a:ext uri="{FF2B5EF4-FFF2-40B4-BE49-F238E27FC236}">
                <a16:creationId xmlns:a16="http://schemas.microsoft.com/office/drawing/2014/main" id="{182C0346-49A7-7623-D228-5F2A5419F03F}"/>
              </a:ext>
            </a:extLst>
          </p:cNvPr>
          <p:cNvSpPr txBox="1">
            <a:spLocks/>
          </p:cNvSpPr>
          <p:nvPr/>
        </p:nvSpPr>
        <p:spPr>
          <a:xfrm>
            <a:off x="4466897" y="2714434"/>
            <a:ext cx="452649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 rad="167509">
                    <a:schemeClr val="bg1">
                      <a:alpha val="20691"/>
                    </a:schemeClr>
                  </a:glow>
                </a:effectLst>
              </a:rPr>
              <a:t>new chat + bind (if not yet bound)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A88A936E-292C-722D-8BBD-E9BA5E4C1411}"/>
              </a:ext>
            </a:extLst>
          </p:cNvPr>
          <p:cNvSpPr/>
          <p:nvPr/>
        </p:nvSpPr>
        <p:spPr>
          <a:xfrm>
            <a:off x="7533106" y="3719116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DE6B589F-1CE7-233E-9A91-ED7ECCA0E46E}"/>
              </a:ext>
            </a:extLst>
          </p:cNvPr>
          <p:cNvSpPr txBox="1">
            <a:spLocks/>
          </p:cNvSpPr>
          <p:nvPr/>
        </p:nvSpPr>
        <p:spPr>
          <a:xfrm>
            <a:off x="7893106" y="3685577"/>
            <a:ext cx="245575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render user editor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5CD6A4B9-433D-0AC1-B36E-F7A82DA9F9BF}"/>
              </a:ext>
            </a:extLst>
          </p:cNvPr>
          <p:cNvSpPr/>
          <p:nvPr/>
        </p:nvSpPr>
        <p:spPr>
          <a:xfrm>
            <a:off x="695627" y="374578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68A029D1-B0A1-6CDE-15CE-73DDAE0FCA6F}"/>
              </a:ext>
            </a:extLst>
          </p:cNvPr>
          <p:cNvSpPr txBox="1">
            <a:spLocks/>
          </p:cNvSpPr>
          <p:nvPr/>
        </p:nvSpPr>
        <p:spPr>
          <a:xfrm>
            <a:off x="1055627" y="3712246"/>
            <a:ext cx="402172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add vaults + edit documents </a:t>
            </a:r>
          </a:p>
        </p:txBody>
      </p:sp>
    </p:spTree>
    <p:extLst>
      <p:ext uri="{BB962C8B-B14F-4D97-AF65-F5344CB8AC3E}">
        <p14:creationId xmlns:p14="http://schemas.microsoft.com/office/powerpoint/2010/main" val="15964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AC83-15A2-D51E-F1B8-ABE737C7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31906A1A-7EEF-4D68-79B7-C62A6BF06EF4}"/>
              </a:ext>
            </a:extLst>
          </p:cNvPr>
          <p:cNvSpPr txBox="1"/>
          <p:nvPr/>
        </p:nvSpPr>
        <p:spPr>
          <a:xfrm>
            <a:off x="5791396" y="2850138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BE971D3-8333-E904-0C43-264082332E9F}"/>
              </a:ext>
            </a:extLst>
          </p:cNvPr>
          <p:cNvGrpSpPr/>
          <p:nvPr/>
        </p:nvGrpSpPr>
        <p:grpSpPr>
          <a:xfrm>
            <a:off x="2134892" y="1658867"/>
            <a:ext cx="1987861" cy="1125407"/>
            <a:chOff x="5404795" y="445469"/>
            <a:chExt cx="1807146" cy="1239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B5460ED-A0D7-20D8-6D4A-D2B856664DA1}"/>
                </a:ext>
              </a:extLst>
            </p:cNvPr>
            <p:cNvSpPr/>
            <p:nvPr/>
          </p:nvSpPr>
          <p:spPr>
            <a:xfrm>
              <a:off x="5404795" y="445469"/>
              <a:ext cx="1807146" cy="1239647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8" name="Content Placeholder 2">
              <a:extLst>
                <a:ext uri="{FF2B5EF4-FFF2-40B4-BE49-F238E27FC236}">
                  <a16:creationId xmlns:a16="http://schemas.microsoft.com/office/drawing/2014/main" id="{23DB04C7-C970-FF79-208C-9B8DECA66FD2}"/>
                </a:ext>
              </a:extLst>
            </p:cNvPr>
            <p:cNvSpPr txBox="1">
              <a:spLocks/>
            </p:cNvSpPr>
            <p:nvPr/>
          </p:nvSpPr>
          <p:spPr>
            <a:xfrm>
              <a:off x="5426310" y="514987"/>
              <a:ext cx="1785631" cy="44072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+mj-lt"/>
                  <a:cs typeface="Arial" panose="020B0604020202020204" pitchFamily="34" charset="0"/>
                </a:rPr>
                <a:t>browser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D0EF9784-0C9E-5E27-C4E9-93FE0857063A}"/>
              </a:ext>
            </a:extLst>
          </p:cNvPr>
          <p:cNvSpPr/>
          <p:nvPr/>
        </p:nvSpPr>
        <p:spPr>
          <a:xfrm>
            <a:off x="8018137" y="2742848"/>
            <a:ext cx="3839620" cy="15175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752D79-1D01-BEA2-C5DE-8F7678D14F17}"/>
              </a:ext>
            </a:extLst>
          </p:cNvPr>
          <p:cNvSpPr/>
          <p:nvPr/>
        </p:nvSpPr>
        <p:spPr>
          <a:xfrm>
            <a:off x="10047552" y="3165991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57A505-7CFA-90C4-C040-8C43289C474C}"/>
              </a:ext>
            </a:extLst>
          </p:cNvPr>
          <p:cNvSpPr/>
          <p:nvPr/>
        </p:nvSpPr>
        <p:spPr>
          <a:xfrm>
            <a:off x="8117152" y="3165991"/>
            <a:ext cx="171962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EBC79F-CB63-CF28-3F03-2AADBD051F53}"/>
              </a:ext>
            </a:extLst>
          </p:cNvPr>
          <p:cNvSpPr/>
          <p:nvPr/>
        </p:nvSpPr>
        <p:spPr>
          <a:xfrm>
            <a:off x="11008898" y="3165991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3D6C01D-A695-2208-A343-5CBA6A7EB573}"/>
              </a:ext>
            </a:extLst>
          </p:cNvPr>
          <p:cNvGrpSpPr/>
          <p:nvPr/>
        </p:nvGrpSpPr>
        <p:grpSpPr>
          <a:xfrm>
            <a:off x="2134892" y="3051482"/>
            <a:ext cx="1988691" cy="1316816"/>
            <a:chOff x="7388710" y="3835400"/>
            <a:chExt cx="1988691" cy="131681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9480BE-64FA-3A88-A687-6176036DF252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FF695D2-DBC5-CBDA-4720-F82E9C9B2AF6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DAE5E82-5C58-04C7-0F2E-7C8D150DA559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216079-7B77-879E-0FF0-D6049C950A4A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171A0D-3846-9C24-8BE6-3B64B6D4C6CF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362A9D-4233-3D91-0473-830DEC3F6963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53825C-C9A4-F3E5-600D-A0C0A7D40D38}"/>
              </a:ext>
            </a:extLst>
          </p:cNvPr>
          <p:cNvSpPr txBox="1"/>
          <p:nvPr/>
        </p:nvSpPr>
        <p:spPr>
          <a:xfrm>
            <a:off x="2203848" y="3004374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DCBC2C-30F5-B688-26FF-5A11CC8036EB}"/>
              </a:ext>
            </a:extLst>
          </p:cNvPr>
          <p:cNvSpPr/>
          <p:nvPr/>
        </p:nvSpPr>
        <p:spPr>
          <a:xfrm>
            <a:off x="10144566" y="3549385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A7A4BD-0CDF-4E5C-717E-48D52B7AE1B2}"/>
              </a:ext>
            </a:extLst>
          </p:cNvPr>
          <p:cNvSpPr/>
          <p:nvPr/>
        </p:nvSpPr>
        <p:spPr>
          <a:xfrm>
            <a:off x="8214166" y="3549385"/>
            <a:ext cx="1545184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Vault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F82BD0-0DD3-6137-58EE-1CF63F2B8B6B}"/>
              </a:ext>
            </a:extLst>
          </p:cNvPr>
          <p:cNvSpPr/>
          <p:nvPr/>
        </p:nvSpPr>
        <p:spPr>
          <a:xfrm>
            <a:off x="11105912" y="3549385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96C899-22F7-B1F6-DE83-102109839089}"/>
              </a:ext>
            </a:extLst>
          </p:cNvPr>
          <p:cNvSpPr/>
          <p:nvPr/>
        </p:nvSpPr>
        <p:spPr>
          <a:xfrm>
            <a:off x="5908480" y="3573473"/>
            <a:ext cx="1545185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Folder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1D5653-8542-92AA-E927-92A3B7B517CF}"/>
              </a:ext>
            </a:extLst>
          </p:cNvPr>
          <p:cNvSpPr/>
          <p:nvPr/>
        </p:nvSpPr>
        <p:spPr>
          <a:xfrm>
            <a:off x="5811467" y="3190079"/>
            <a:ext cx="171962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0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vault</a:t>
            </a:r>
          </a:p>
        </p:txBody>
      </p: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AD7E7B1D-D4DC-4177-2BA8-B758008E9684}"/>
              </a:ext>
            </a:extLst>
          </p:cNvPr>
          <p:cNvCxnSpPr>
            <a:cxnSpLocks/>
            <a:stCxn id="51" idx="3"/>
            <a:endCxn id="37" idx="0"/>
          </p:cNvCxnSpPr>
          <p:nvPr/>
        </p:nvCxnSpPr>
        <p:spPr>
          <a:xfrm>
            <a:off x="3944046" y="2411008"/>
            <a:ext cx="2727234" cy="779071"/>
          </a:xfrm>
          <a:prstGeom prst="bentConnector2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12">
            <a:extLst>
              <a:ext uri="{FF2B5EF4-FFF2-40B4-BE49-F238E27FC236}">
                <a16:creationId xmlns:a16="http://schemas.microsoft.com/office/drawing/2014/main" id="{EA876E62-EFE0-B185-72E4-8786B856E0A4}"/>
              </a:ext>
            </a:extLst>
          </p:cNvPr>
          <p:cNvCxnSpPr>
            <a:cxnSpLocks/>
            <a:stCxn id="37" idx="2"/>
            <a:endCxn id="30" idx="2"/>
          </p:cNvCxnSpPr>
          <p:nvPr/>
        </p:nvCxnSpPr>
        <p:spPr>
          <a:xfrm rot="5400000" flipH="1" flipV="1">
            <a:off x="7782399" y="3000449"/>
            <a:ext cx="93240" cy="2315478"/>
          </a:xfrm>
          <a:prstGeom prst="bentConnector3">
            <a:avLst>
              <a:gd name="adj1" fmla="val -245174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C45B2A13-7D1C-7E5A-330E-B054CDE68FA8}"/>
              </a:ext>
            </a:extLst>
          </p:cNvPr>
          <p:cNvSpPr txBox="1">
            <a:spLocks/>
          </p:cNvSpPr>
          <p:nvPr/>
        </p:nvSpPr>
        <p:spPr>
          <a:xfrm>
            <a:off x="7031279" y="4542848"/>
            <a:ext cx="186752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handshake 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6026D16-9C3E-8A05-A34C-0BA542D32EAC}"/>
              </a:ext>
            </a:extLst>
          </p:cNvPr>
          <p:cNvSpPr/>
          <p:nvPr/>
        </p:nvSpPr>
        <p:spPr>
          <a:xfrm>
            <a:off x="6671279" y="456290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96B484-DED7-5F33-4C9A-20FD2D1F67F3}"/>
              </a:ext>
            </a:extLst>
          </p:cNvPr>
          <p:cNvSpPr txBox="1"/>
          <p:nvPr/>
        </p:nvSpPr>
        <p:spPr>
          <a:xfrm>
            <a:off x="8012330" y="2754365"/>
            <a:ext cx="4696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user bound vaults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9AC1F04-8A90-B678-1AC3-4971F06205DB}"/>
              </a:ext>
            </a:extLst>
          </p:cNvPr>
          <p:cNvGrpSpPr/>
          <p:nvPr/>
        </p:nvGrpSpPr>
        <p:grpSpPr>
          <a:xfrm>
            <a:off x="2239116" y="2176807"/>
            <a:ext cx="1783799" cy="482053"/>
            <a:chOff x="5455205" y="1866093"/>
            <a:chExt cx="1621635" cy="48205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CF0E59-2178-9688-F965-E46CA9D32B37}"/>
                </a:ext>
              </a:extLst>
            </p:cNvPr>
            <p:cNvSpPr/>
            <p:nvPr/>
          </p:nvSpPr>
          <p:spPr>
            <a:xfrm>
              <a:off x="5455205" y="1866093"/>
              <a:ext cx="1621635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AEA9C2D-9E45-9156-19CA-8C9B63C1AF94}"/>
                </a:ext>
              </a:extLst>
            </p:cNvPr>
            <p:cNvSpPr txBox="1"/>
            <p:nvPr/>
          </p:nvSpPr>
          <p:spPr>
            <a:xfrm>
              <a:off x="5455205" y="1900239"/>
              <a:ext cx="154993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Add Vault 🗄️</a:t>
              </a:r>
              <a:endParaRPr lang="en-GB" sz="2400" dirty="0"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74" name="Straight Arrow Connector 12">
            <a:extLst>
              <a:ext uri="{FF2B5EF4-FFF2-40B4-BE49-F238E27FC236}">
                <a16:creationId xmlns:a16="http://schemas.microsoft.com/office/drawing/2014/main" id="{A89D4ED7-8C48-5084-71F7-44B7A6F76D7F}"/>
              </a:ext>
            </a:extLst>
          </p:cNvPr>
          <p:cNvCxnSpPr>
            <a:cxnSpLocks/>
            <a:stCxn id="37" idx="1"/>
            <a:endCxn id="25" idx="3"/>
          </p:cNvCxnSpPr>
          <p:nvPr/>
        </p:nvCxnSpPr>
        <p:spPr>
          <a:xfrm flipH="1">
            <a:off x="4123583" y="3697444"/>
            <a:ext cx="1687884" cy="1244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140D0BB-98F2-37FA-94A5-0C2CA626EF61}"/>
              </a:ext>
            </a:extLst>
          </p:cNvPr>
          <p:cNvGrpSpPr/>
          <p:nvPr/>
        </p:nvGrpSpPr>
        <p:grpSpPr>
          <a:xfrm>
            <a:off x="4269739" y="1894230"/>
            <a:ext cx="2064930" cy="400110"/>
            <a:chOff x="2690269" y="4328611"/>
            <a:chExt cx="2064930" cy="400110"/>
          </a:xfrm>
        </p:grpSpPr>
        <p:sp>
          <p:nvSpPr>
            <p:cNvPr id="82" name="Content Placeholder 2">
              <a:extLst>
                <a:ext uri="{FF2B5EF4-FFF2-40B4-BE49-F238E27FC236}">
                  <a16:creationId xmlns:a16="http://schemas.microsoft.com/office/drawing/2014/main" id="{AD6A8968-D555-B3D1-E3C7-B86E673450E4}"/>
                </a:ext>
              </a:extLst>
            </p:cNvPr>
            <p:cNvSpPr txBox="1">
              <a:spLocks/>
            </p:cNvSpPr>
            <p:nvPr/>
          </p:nvSpPr>
          <p:spPr>
            <a:xfrm>
              <a:off x="3038420" y="4328611"/>
              <a:ext cx="171677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add vault</a:t>
              </a:r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C1342D0E-9EF7-97C1-E024-BE265B5B0A57}"/>
                </a:ext>
              </a:extLst>
            </p:cNvPr>
            <p:cNvSpPr/>
            <p:nvPr/>
          </p:nvSpPr>
          <p:spPr>
            <a:xfrm>
              <a:off x="2690269" y="4348666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88E38C-BD15-1715-6DA8-FD79CD42334B}"/>
              </a:ext>
            </a:extLst>
          </p:cNvPr>
          <p:cNvGrpSpPr/>
          <p:nvPr/>
        </p:nvGrpSpPr>
        <p:grpSpPr>
          <a:xfrm>
            <a:off x="4269739" y="3156991"/>
            <a:ext cx="1417062" cy="400110"/>
            <a:chOff x="2690269" y="4328611"/>
            <a:chExt cx="1417062" cy="400110"/>
          </a:xfrm>
        </p:grpSpPr>
        <p:sp>
          <p:nvSpPr>
            <p:cNvPr id="85" name="Content Placeholder 2">
              <a:extLst>
                <a:ext uri="{FF2B5EF4-FFF2-40B4-BE49-F238E27FC236}">
                  <a16:creationId xmlns:a16="http://schemas.microsoft.com/office/drawing/2014/main" id="{A515E474-0F84-2650-5582-9B4A847BB4FA}"/>
                </a:ext>
              </a:extLst>
            </p:cNvPr>
            <p:cNvSpPr txBox="1">
              <a:spLocks/>
            </p:cNvSpPr>
            <p:nvPr/>
          </p:nvSpPr>
          <p:spPr>
            <a:xfrm>
              <a:off x="3038420" y="4328611"/>
              <a:ext cx="106891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which?</a:t>
              </a:r>
            </a:p>
          </p:txBody>
        </p:sp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AB3C59A2-F6B0-1ACE-E7AD-D421F0E45CD6}"/>
                </a:ext>
              </a:extLst>
            </p:cNvPr>
            <p:cNvSpPr/>
            <p:nvPr/>
          </p:nvSpPr>
          <p:spPr>
            <a:xfrm>
              <a:off x="2690269" y="4348666"/>
              <a:ext cx="360000" cy="3600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cxnSp>
        <p:nvCxnSpPr>
          <p:cNvPr id="91" name="Straight Arrow Connector 12">
            <a:extLst>
              <a:ext uri="{FF2B5EF4-FFF2-40B4-BE49-F238E27FC236}">
                <a16:creationId xmlns:a16="http://schemas.microsoft.com/office/drawing/2014/main" id="{52A95C9F-CDA6-9452-50A5-1CE26CB659DF}"/>
              </a:ext>
            </a:extLst>
          </p:cNvPr>
          <p:cNvCxnSpPr>
            <a:cxnSpLocks/>
            <a:stCxn id="17" idx="0"/>
            <a:endCxn id="51" idx="1"/>
          </p:cNvCxnSpPr>
          <p:nvPr/>
        </p:nvCxnSpPr>
        <p:spPr>
          <a:xfrm rot="5400000" flipH="1" flipV="1">
            <a:off x="1205567" y="1950601"/>
            <a:ext cx="573142" cy="1493956"/>
          </a:xfrm>
          <a:prstGeom prst="bentConnector2">
            <a:avLst/>
          </a:prstGeom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AEC53BE4-2AA2-71FF-189D-F20F2FA88E30}"/>
              </a:ext>
            </a:extLst>
          </p:cNvPr>
          <p:cNvSpPr/>
          <p:nvPr/>
        </p:nvSpPr>
        <p:spPr>
          <a:xfrm>
            <a:off x="1640664" y="1914285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64E7EAF-619D-5A87-EBE4-13E63FA0BAE5}"/>
              </a:ext>
            </a:extLst>
          </p:cNvPr>
          <p:cNvGrpSpPr/>
          <p:nvPr/>
        </p:nvGrpSpPr>
        <p:grpSpPr>
          <a:xfrm>
            <a:off x="242577" y="2984150"/>
            <a:ext cx="1005166" cy="1446550"/>
            <a:chOff x="220861" y="1638812"/>
            <a:chExt cx="1005166" cy="144655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7C976F-EDE3-9A91-2F9F-F96A493F3700}"/>
                </a:ext>
              </a:extLst>
            </p:cNvPr>
            <p:cNvSpPr txBox="1"/>
            <p:nvPr/>
          </p:nvSpPr>
          <p:spPr>
            <a:xfrm>
              <a:off x="220861" y="1638812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685D543A-4AEC-6738-334E-F7D7EF035926}"/>
                </a:ext>
              </a:extLst>
            </p:cNvPr>
            <p:cNvSpPr txBox="1">
              <a:spLocks/>
            </p:cNvSpPr>
            <p:nvPr/>
          </p:nvSpPr>
          <p:spPr>
            <a:xfrm>
              <a:off x="238512" y="1672230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</a:t>
              </a:r>
            </a:p>
          </p:txBody>
        </p:sp>
      </p:grpSp>
      <p:cxnSp>
        <p:nvCxnSpPr>
          <p:cNvPr id="54" name="Straight Arrow Connector 12">
            <a:extLst>
              <a:ext uri="{FF2B5EF4-FFF2-40B4-BE49-F238E27FC236}">
                <a16:creationId xmlns:a16="http://schemas.microsoft.com/office/drawing/2014/main" id="{1EE5E70B-B69C-6B9A-EF25-27154304E9A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1247743" y="3707425"/>
            <a:ext cx="887149" cy="246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C3B8E11-BD4E-53C3-FA58-14C80A8623A3}"/>
              </a:ext>
            </a:extLst>
          </p:cNvPr>
          <p:cNvSpPr/>
          <p:nvPr/>
        </p:nvSpPr>
        <p:spPr>
          <a:xfrm>
            <a:off x="1636769" y="318477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773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FC5805-4636-9067-2836-BFFB63F5614E}"/>
              </a:ext>
            </a:extLst>
          </p:cNvPr>
          <p:cNvSpPr/>
          <p:nvPr/>
        </p:nvSpPr>
        <p:spPr>
          <a:xfrm>
            <a:off x="313153" y="287815"/>
            <a:ext cx="11645167" cy="501570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62EA1C-5DF8-9BB4-18CF-B07C90DAC303}"/>
              </a:ext>
            </a:extLst>
          </p:cNvPr>
          <p:cNvSpPr/>
          <p:nvPr/>
        </p:nvSpPr>
        <p:spPr>
          <a:xfrm>
            <a:off x="463499" y="820901"/>
            <a:ext cx="3062021" cy="433021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2BC6B-F703-B727-4D7B-E3E48464B648}"/>
              </a:ext>
            </a:extLst>
          </p:cNvPr>
          <p:cNvSpPr txBox="1"/>
          <p:nvPr/>
        </p:nvSpPr>
        <p:spPr>
          <a:xfrm>
            <a:off x="503189" y="886278"/>
            <a:ext cx="30507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User Folder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├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│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dirty="0">
                <a:cs typeface="Arial" panose="020B0604020202020204" pitchFamily="34" charset="0"/>
              </a:rPr>
              <a:t>Doc A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├ </a:t>
            </a:r>
            <a:r>
              <a:rPr lang="en-GB" sz="2400" dirty="0">
                <a:cs typeface="Arial" panose="020B0604020202020204" pitchFamily="34" charset="0"/>
              </a:rPr>
              <a:t>Object P1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└ </a:t>
            </a:r>
            <a:r>
              <a:rPr lang="en-GB" sz="2400" dirty="0">
                <a:cs typeface="Arial" panose="020B0604020202020204" pitchFamily="34" charset="0"/>
              </a:rPr>
              <a:t>List P2 </a:t>
            </a:r>
            <a:r>
              <a:rPr lang="en-GB" sz="2400" dirty="0">
                <a:solidFill>
                  <a:schemeClr val="bg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[+]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    ├ </a:t>
            </a:r>
            <a:r>
              <a:rPr lang="en-GB" sz="2400" b="1" dirty="0">
                <a:solidFill>
                  <a:schemeClr val="accent2"/>
                </a:solidFill>
                <a:cs typeface="Arial" panose="020B0604020202020204" pitchFamily="34" charset="0"/>
              </a:rPr>
              <a:t>item  #1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    └ </a:t>
            </a:r>
            <a:r>
              <a:rPr lang="en-GB" sz="2400" dirty="0">
                <a:cs typeface="Arial" panose="020B0604020202020204" pitchFamily="34" charset="0"/>
              </a:rPr>
              <a:t>item  #2</a:t>
            </a:r>
            <a:endParaRPr lang="en-GB" sz="2400" b="1" dirty="0"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│└ </a:t>
            </a:r>
            <a:r>
              <a:rPr lang="en-GB" sz="2400" dirty="0">
                <a:cs typeface="Arial" panose="020B0604020202020204" pitchFamily="34" charset="0"/>
              </a:rPr>
              <a:t>Doc B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     └ </a:t>
            </a:r>
            <a:r>
              <a:rPr lang="en-GB" sz="2400" dirty="0">
                <a:cs typeface="Arial" panose="020B0604020202020204" pitchFamily="34" charset="0"/>
              </a:rPr>
              <a:t>Object </a:t>
            </a:r>
            <a:r>
              <a:rPr lang="pt-PT" sz="2400" dirty="0">
                <a:cs typeface="Arial" panose="020B0604020202020204" pitchFamily="34" charset="0"/>
              </a:rPr>
              <a:t>P3</a:t>
            </a:r>
            <a:r>
              <a:rPr lang="en-GB" sz="2400" dirty="0">
                <a:cs typeface="Arial" panose="020B0604020202020204" pitchFamily="34" charset="0"/>
              </a:rPr>
              <a:t> </a:t>
            </a:r>
            <a:endParaRPr lang="en-GB" sz="2400" dirty="0">
              <a:latin typeface="+mj-lt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└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Y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└ </a:t>
            </a:r>
            <a:r>
              <a:rPr lang="en-GB" sz="2400" dirty="0">
                <a:cs typeface="Arial" panose="020B0604020202020204" pitchFamily="34" charset="0"/>
              </a:rPr>
              <a:t>Doc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F58E1-B774-53F4-84F0-D0DDE5E8A018}"/>
              </a:ext>
            </a:extLst>
          </p:cNvPr>
          <p:cNvSpPr txBox="1"/>
          <p:nvPr/>
        </p:nvSpPr>
        <p:spPr>
          <a:xfrm>
            <a:off x="338320" y="326547"/>
            <a:ext cx="510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Web browser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19064-6A84-AD85-C95E-D842C2985E1D}"/>
              </a:ext>
            </a:extLst>
          </p:cNvPr>
          <p:cNvSpPr/>
          <p:nvPr/>
        </p:nvSpPr>
        <p:spPr>
          <a:xfrm>
            <a:off x="3677920" y="820902"/>
            <a:ext cx="8128000" cy="97100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621FD-FD15-EC1A-5A44-DF215C5F4581}"/>
              </a:ext>
            </a:extLst>
          </p:cNvPr>
          <p:cNvSpPr/>
          <p:nvPr/>
        </p:nvSpPr>
        <p:spPr>
          <a:xfrm>
            <a:off x="6298007" y="2997200"/>
            <a:ext cx="3445431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property P2.A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3835E-B5C1-54D3-04D2-9A1A60D6264C}"/>
              </a:ext>
            </a:extLst>
          </p:cNvPr>
          <p:cNvSpPr txBox="1"/>
          <p:nvPr/>
        </p:nvSpPr>
        <p:spPr>
          <a:xfrm>
            <a:off x="3754389" y="886278"/>
            <a:ext cx="805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📝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&gt;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Doc A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&gt;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List P2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&gt; </a:t>
            </a:r>
            <a:r>
              <a:rPr lang="en-GB" sz="2400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item #1</a:t>
            </a:r>
            <a:endParaRPr lang="en-GB" sz="2400" dirty="0">
              <a:solidFill>
                <a:schemeClr val="bg1">
                  <a:lumMod val="50000"/>
                  <a:lumOff val="5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BBE536-3DF8-604C-883C-A63A3D238FDE}"/>
              </a:ext>
            </a:extLst>
          </p:cNvPr>
          <p:cNvSpPr/>
          <p:nvPr/>
        </p:nvSpPr>
        <p:spPr>
          <a:xfrm>
            <a:off x="6298008" y="4141944"/>
            <a:ext cx="3445432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property P2.B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2EEB4-C259-57EB-7952-2A9A1297B130}"/>
              </a:ext>
            </a:extLst>
          </p:cNvPr>
          <p:cNvSpPr txBox="1"/>
          <p:nvPr/>
        </p:nvSpPr>
        <p:spPr>
          <a:xfrm>
            <a:off x="3754389" y="1338031"/>
            <a:ext cx="7787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  🧩 </a:t>
            </a:r>
            <a:r>
              <a:rPr lang="en-GB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Schema Code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: Prop-P2@any-domain.com/ANY-SCHEMA:1.0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A63E78-5DF1-8A9C-F1C4-E1F8EFFD7AC3}"/>
              </a:ext>
            </a:extLst>
          </p:cNvPr>
          <p:cNvSpPr txBox="1"/>
          <p:nvPr/>
        </p:nvSpPr>
        <p:spPr>
          <a:xfrm>
            <a:off x="4131198" y="3051783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9E1125-2EF4-32C9-A365-2D874EBA389E}"/>
              </a:ext>
            </a:extLst>
          </p:cNvPr>
          <p:cNvSpPr txBox="1"/>
          <p:nvPr/>
        </p:nvSpPr>
        <p:spPr>
          <a:xfrm>
            <a:off x="4131198" y="4185431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93869A-B50A-9898-3384-AFC33455F833}"/>
              </a:ext>
            </a:extLst>
          </p:cNvPr>
          <p:cNvSpPr txBox="1"/>
          <p:nvPr/>
        </p:nvSpPr>
        <p:spPr>
          <a:xfrm>
            <a:off x="6191597" y="3600423"/>
            <a:ext cx="4840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Description of property P2.A</a:t>
            </a:r>
            <a:endParaRPr lang="en-GB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52A35F-0000-4B01-7CCD-ED20CFC81DD8}"/>
              </a:ext>
            </a:extLst>
          </p:cNvPr>
          <p:cNvSpPr txBox="1"/>
          <p:nvPr/>
        </p:nvSpPr>
        <p:spPr>
          <a:xfrm>
            <a:off x="6191597" y="4761194"/>
            <a:ext cx="4840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Description of property P2.B</a:t>
            </a:r>
            <a:endParaRPr lang="en-GB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773B36-192B-B849-B7C7-AE6607F24A87}"/>
              </a:ext>
            </a:extLst>
          </p:cNvPr>
          <p:cNvSpPr txBox="1"/>
          <p:nvPr/>
        </p:nvSpPr>
        <p:spPr>
          <a:xfrm>
            <a:off x="3485148" y="1943230"/>
            <a:ext cx="4840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Description of list L</a:t>
            </a:r>
            <a:endParaRPr lang="en-GB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4BE673-9E03-9AA1-C37E-9F23A1928043}"/>
              </a:ext>
            </a:extLst>
          </p:cNvPr>
          <p:cNvSpPr/>
          <p:nvPr/>
        </p:nvSpPr>
        <p:spPr>
          <a:xfrm>
            <a:off x="9743440" y="1980536"/>
            <a:ext cx="1087120" cy="37349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DELETE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2FF676-5929-3077-D184-D12788A4204E}"/>
              </a:ext>
            </a:extLst>
          </p:cNvPr>
          <p:cNvSpPr/>
          <p:nvPr/>
        </p:nvSpPr>
        <p:spPr>
          <a:xfrm>
            <a:off x="10993120" y="1974254"/>
            <a:ext cx="802640" cy="37349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402665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3DD02-2B2E-DBD2-2F3B-C6C6EA9A8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04892F-AA6B-06EB-234B-55A4CD77DE72}"/>
              </a:ext>
            </a:extLst>
          </p:cNvPr>
          <p:cNvSpPr/>
          <p:nvPr/>
        </p:nvSpPr>
        <p:spPr>
          <a:xfrm>
            <a:off x="313153" y="287814"/>
            <a:ext cx="11645167" cy="509100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1638B3-2CFF-FCCF-CDB2-5926E3247F9B}"/>
              </a:ext>
            </a:extLst>
          </p:cNvPr>
          <p:cNvSpPr/>
          <p:nvPr/>
        </p:nvSpPr>
        <p:spPr>
          <a:xfrm>
            <a:off x="5161100" y="2748561"/>
            <a:ext cx="6661553" cy="24809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23DB68-D454-7AD7-8951-9633DBDFC386}"/>
              </a:ext>
            </a:extLst>
          </p:cNvPr>
          <p:cNvSpPr/>
          <p:nvPr/>
        </p:nvSpPr>
        <p:spPr>
          <a:xfrm>
            <a:off x="463500" y="917717"/>
            <a:ext cx="1971070" cy="431174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8B348-D9F7-D1F8-9110-044426E45413}"/>
              </a:ext>
            </a:extLst>
          </p:cNvPr>
          <p:cNvSpPr txBox="1"/>
          <p:nvPr/>
        </p:nvSpPr>
        <p:spPr>
          <a:xfrm>
            <a:off x="503190" y="983096"/>
            <a:ext cx="19710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My folder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├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│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b="1" dirty="0">
                <a:solidFill>
                  <a:schemeClr val="accent2"/>
                </a:solidFill>
                <a:cs typeface="Arial" panose="020B0604020202020204" pitchFamily="34" charset="0"/>
              </a:rPr>
              <a:t>Doc A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│└ </a:t>
            </a:r>
            <a:r>
              <a:rPr lang="en-GB" sz="2400" dirty="0">
                <a:cs typeface="Arial" panose="020B0604020202020204" pitchFamily="34" charset="0"/>
              </a:rPr>
              <a:t>Doc B</a:t>
            </a:r>
            <a:endParaRPr lang="en-GB" sz="2400" dirty="0">
              <a:latin typeface="+mj-lt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└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Y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└ </a:t>
            </a:r>
            <a:r>
              <a:rPr lang="en-GB" sz="2400" dirty="0">
                <a:cs typeface="Arial" panose="020B0604020202020204" pitchFamily="34" charset="0"/>
              </a:rPr>
              <a:t>Doc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73B8B-1A90-E923-2933-E374877731A7}"/>
              </a:ext>
            </a:extLst>
          </p:cNvPr>
          <p:cNvSpPr txBox="1"/>
          <p:nvPr/>
        </p:nvSpPr>
        <p:spPr>
          <a:xfrm>
            <a:off x="370594" y="369579"/>
            <a:ext cx="6912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Web browser &gt;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https://</a:t>
            </a:r>
            <a:r>
              <a:rPr lang="en-GB" sz="2400" dirty="0" err="1">
                <a:latin typeface="+mj-lt"/>
                <a:cs typeface="Arial" panose="020B0604020202020204" pitchFamily="34" charset="0"/>
              </a:rPr>
              <a:t>www.any-folder.com</a:t>
            </a:r>
            <a:endParaRPr lang="en-GB" sz="2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DA156-8CDC-525E-3273-366A4ECB6C1A}"/>
              </a:ext>
            </a:extLst>
          </p:cNvPr>
          <p:cNvSpPr/>
          <p:nvPr/>
        </p:nvSpPr>
        <p:spPr>
          <a:xfrm>
            <a:off x="2561093" y="917716"/>
            <a:ext cx="2473485" cy="4311745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35C39-EBE1-B5EA-6BC5-3372E4457F8C}"/>
              </a:ext>
            </a:extLst>
          </p:cNvPr>
          <p:cNvSpPr txBox="1"/>
          <p:nvPr/>
        </p:nvSpPr>
        <p:spPr>
          <a:xfrm>
            <a:off x="2600783" y="983094"/>
            <a:ext cx="26166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📄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Doc A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dirty="0">
                <a:cs typeface="Arial" panose="020B0604020202020204" pitchFamily="34" charset="0"/>
              </a:rPr>
              <a:t>Object P1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dirty="0">
                <a:cs typeface="Arial" panose="020B0604020202020204" pitchFamily="34" charset="0"/>
              </a:rPr>
              <a:t>List P2 </a:t>
            </a:r>
            <a:r>
              <a:rPr lang="en-GB" sz="2400" dirty="0">
                <a:solidFill>
                  <a:schemeClr val="bg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[+]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│├ </a:t>
            </a:r>
            <a:r>
              <a:rPr lang="en-GB" sz="2400" b="1" dirty="0">
                <a:solidFill>
                  <a:schemeClr val="accent2"/>
                </a:solidFill>
                <a:cs typeface="Arial" panose="020B0604020202020204" pitchFamily="34" charset="0"/>
              </a:rPr>
              <a:t>Item #1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│└ </a:t>
            </a:r>
            <a:r>
              <a:rPr lang="en-GB" sz="2400" dirty="0">
                <a:cs typeface="Arial" panose="020B0604020202020204" pitchFamily="34" charset="0"/>
              </a:rPr>
              <a:t>Item #2</a:t>
            </a:r>
            <a:endParaRPr lang="en-GB" sz="2400" b="1" dirty="0"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└ </a:t>
            </a:r>
            <a:r>
              <a:rPr lang="en-GB" sz="2400" dirty="0">
                <a:cs typeface="Arial" panose="020B0604020202020204" pitchFamily="34" charset="0"/>
              </a:rPr>
              <a:t>Object P3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5EF1B6-5860-2663-B3FA-A1CA66CC2CF0}"/>
              </a:ext>
            </a:extLst>
          </p:cNvPr>
          <p:cNvSpPr/>
          <p:nvPr/>
        </p:nvSpPr>
        <p:spPr>
          <a:xfrm>
            <a:off x="5161100" y="917719"/>
            <a:ext cx="6661553" cy="959387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9C9C8E-AE29-BA3B-D0EE-BF767B042CC0}"/>
              </a:ext>
            </a:extLst>
          </p:cNvPr>
          <p:cNvSpPr txBox="1"/>
          <p:nvPr/>
        </p:nvSpPr>
        <p:spPr>
          <a:xfrm>
            <a:off x="5237571" y="983095"/>
            <a:ext cx="5616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📄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&gt; </a:t>
            </a:r>
            <a:r>
              <a:rPr lang="en-GB" sz="2400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Doc 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F62D16-4A44-64A6-17FB-CB7EB69CED63}"/>
              </a:ext>
            </a:extLst>
          </p:cNvPr>
          <p:cNvSpPr txBox="1"/>
          <p:nvPr/>
        </p:nvSpPr>
        <p:spPr>
          <a:xfrm>
            <a:off x="4904081" y="1434848"/>
            <a:ext cx="5735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  🧩 </a:t>
            </a:r>
            <a:r>
              <a:rPr lang="en-GB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Schema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: ANY-DOMAIN.COM/ANY-SCHEMA:1.0</a:t>
            </a:r>
            <a:b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</a:br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 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73E1F7-FD11-4892-617D-A4106F6EA2AE}"/>
              </a:ext>
            </a:extLst>
          </p:cNvPr>
          <p:cNvSpPr/>
          <p:nvPr/>
        </p:nvSpPr>
        <p:spPr>
          <a:xfrm>
            <a:off x="7414144" y="4706793"/>
            <a:ext cx="1195832" cy="37349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Delete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99FD20-5226-ECB8-DAD3-58CBD99192AF}"/>
              </a:ext>
            </a:extLst>
          </p:cNvPr>
          <p:cNvSpPr/>
          <p:nvPr/>
        </p:nvSpPr>
        <p:spPr>
          <a:xfrm>
            <a:off x="8764109" y="4706793"/>
            <a:ext cx="882904" cy="37349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Save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41325A-2FA7-5B5B-A2F2-F23C8A06F8D0}"/>
              </a:ext>
            </a:extLst>
          </p:cNvPr>
          <p:cNvSpPr/>
          <p:nvPr/>
        </p:nvSpPr>
        <p:spPr>
          <a:xfrm>
            <a:off x="7406047" y="3398660"/>
            <a:ext cx="3857209" cy="498764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P2.A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95FA33-4793-6E6B-67D5-17A279BC3C62}"/>
              </a:ext>
            </a:extLst>
          </p:cNvPr>
          <p:cNvSpPr/>
          <p:nvPr/>
        </p:nvSpPr>
        <p:spPr>
          <a:xfrm>
            <a:off x="7406048" y="4059308"/>
            <a:ext cx="3857210" cy="498764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P2.B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0FB9EF-1013-864E-952F-A75BCBE78027}"/>
              </a:ext>
            </a:extLst>
          </p:cNvPr>
          <p:cNvSpPr txBox="1"/>
          <p:nvPr/>
        </p:nvSpPr>
        <p:spPr>
          <a:xfrm>
            <a:off x="5239238" y="3428305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BA6A11-AB50-0132-B028-5C7844AE3B67}"/>
              </a:ext>
            </a:extLst>
          </p:cNvPr>
          <p:cNvSpPr txBox="1"/>
          <p:nvPr/>
        </p:nvSpPr>
        <p:spPr>
          <a:xfrm>
            <a:off x="5239238" y="4077857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AF811C-AC57-D193-E641-AD4431D828CA}"/>
              </a:ext>
            </a:extLst>
          </p:cNvPr>
          <p:cNvSpPr txBox="1"/>
          <p:nvPr/>
        </p:nvSpPr>
        <p:spPr>
          <a:xfrm>
            <a:off x="11326954" y="3498458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9A598A-0556-D2FF-D6E4-7BB24A2FCD73}"/>
              </a:ext>
            </a:extLst>
          </p:cNvPr>
          <p:cNvSpPr txBox="1"/>
          <p:nvPr/>
        </p:nvSpPr>
        <p:spPr>
          <a:xfrm>
            <a:off x="11326954" y="4179075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4CF5CE-CD00-D0B1-1328-3FF8DD96D700}"/>
              </a:ext>
            </a:extLst>
          </p:cNvPr>
          <p:cNvSpPr txBox="1"/>
          <p:nvPr/>
        </p:nvSpPr>
        <p:spPr>
          <a:xfrm>
            <a:off x="11326954" y="1079608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2AAC1E-5388-6591-6C5F-DBB1A1CC20F4}"/>
              </a:ext>
            </a:extLst>
          </p:cNvPr>
          <p:cNvSpPr txBox="1"/>
          <p:nvPr/>
        </p:nvSpPr>
        <p:spPr>
          <a:xfrm>
            <a:off x="5214860" y="2867310"/>
            <a:ext cx="5616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✍️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cs typeface="Arial" panose="020B0604020202020204" pitchFamily="34" charset="0"/>
              </a:rPr>
              <a:t>List P2 &gt; </a:t>
            </a:r>
            <a:r>
              <a:rPr lang="en-GB" sz="2400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Item #1</a:t>
            </a:r>
            <a:endParaRPr lang="en-GB" sz="2400" dirty="0">
              <a:solidFill>
                <a:schemeClr val="bg1">
                  <a:lumMod val="50000"/>
                  <a:lumOff val="5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18D031-1473-5F81-0258-FABD05A904D2}"/>
              </a:ext>
            </a:extLst>
          </p:cNvPr>
          <p:cNvSpPr txBox="1"/>
          <p:nvPr/>
        </p:nvSpPr>
        <p:spPr>
          <a:xfrm>
            <a:off x="11326954" y="2922565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8FFA25-0C59-92A7-38B0-33A15A184F83}"/>
              </a:ext>
            </a:extLst>
          </p:cNvPr>
          <p:cNvSpPr/>
          <p:nvPr/>
        </p:nvSpPr>
        <p:spPr>
          <a:xfrm>
            <a:off x="10477948" y="421986"/>
            <a:ext cx="1344705" cy="373495"/>
          </a:xfrm>
          <a:prstGeom prst="rect">
            <a:avLst/>
          </a:prstGeom>
          <a:solidFill>
            <a:schemeClr val="accent5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Log out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4E0D5A-D090-D4B2-954E-B05A74D631AB}"/>
              </a:ext>
            </a:extLst>
          </p:cNvPr>
          <p:cNvSpPr/>
          <p:nvPr/>
        </p:nvSpPr>
        <p:spPr>
          <a:xfrm>
            <a:off x="8865794" y="421986"/>
            <a:ext cx="1479176" cy="37349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Add vault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FFC216-DEC3-8797-3BD5-5D8CD3759AF7}"/>
              </a:ext>
            </a:extLst>
          </p:cNvPr>
          <p:cNvSpPr/>
          <p:nvPr/>
        </p:nvSpPr>
        <p:spPr>
          <a:xfrm>
            <a:off x="5161100" y="1996497"/>
            <a:ext cx="6661553" cy="602061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ABB53-64E1-8DE2-3A10-4BDD112D87E6}"/>
              </a:ext>
            </a:extLst>
          </p:cNvPr>
          <p:cNvSpPr txBox="1"/>
          <p:nvPr/>
        </p:nvSpPr>
        <p:spPr>
          <a:xfrm>
            <a:off x="5214860" y="2077576"/>
            <a:ext cx="5616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📝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Doc A &gt; List P2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AB0544-373D-EA87-9DB8-84806423EB5E}"/>
              </a:ext>
            </a:extLst>
          </p:cNvPr>
          <p:cNvSpPr txBox="1"/>
          <p:nvPr/>
        </p:nvSpPr>
        <p:spPr>
          <a:xfrm>
            <a:off x="11326954" y="2154347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FF5481A-A469-87F3-B1CC-BB9474B740E1}"/>
              </a:ext>
            </a:extLst>
          </p:cNvPr>
          <p:cNvSpPr/>
          <p:nvPr/>
        </p:nvSpPr>
        <p:spPr>
          <a:xfrm>
            <a:off x="9949335" y="2115337"/>
            <a:ext cx="1313923" cy="37349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Add item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C9FF8-0960-7DD2-0514-770084414943}"/>
              </a:ext>
            </a:extLst>
          </p:cNvPr>
          <p:cNvSpPr txBox="1"/>
          <p:nvPr/>
        </p:nvSpPr>
        <p:spPr>
          <a:xfrm>
            <a:off x="9688874" y="4703197"/>
            <a:ext cx="216605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90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glow>
                    <a:schemeClr val="bg1"/>
                  </a:glow>
                </a:effectLst>
              </a:rPr>
              <a:t>✅</a:t>
            </a:r>
            <a:r>
              <a:rPr lang="en-GB" sz="2000" dirty="0">
                <a:solidFill>
                  <a:schemeClr val="bg1">
                    <a:lumMod val="50000"/>
                    <a:lumOff val="50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0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Valid</a:t>
            </a:r>
            <a:endParaRPr lang="en-GB" sz="2400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77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48038</TotalTime>
  <Words>360</Words>
  <Application>Microsoft Macintosh PowerPoint</Application>
  <PresentationFormat>Widescreen</PresentationFormat>
  <Paragraphs>136</Paragraphs>
  <Slides>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Amazon Ember Display</vt:lpstr>
      <vt:lpstr>Wingdings</vt:lpstr>
      <vt:lpstr>Amazon Ember</vt:lpstr>
      <vt:lpstr>Arial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158</cp:revision>
  <dcterms:created xsi:type="dcterms:W3CDTF">2022-10-07T16:14:37Z</dcterms:created>
  <dcterms:modified xsi:type="dcterms:W3CDTF">2025-08-27T20:22:58Z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2025-04-22T20:19:24Z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bd891657-ab5d-4c6a-ad36-02a8e341337b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