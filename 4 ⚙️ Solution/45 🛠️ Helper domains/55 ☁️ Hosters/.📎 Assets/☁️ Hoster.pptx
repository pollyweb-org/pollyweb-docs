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34" r:id="rId2"/>
    <p:sldId id="1835" r:id="rId3"/>
    <p:sldId id="1836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F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👍 Domain Trust" id="{5DE0A2FA-C4EE-4542-84EB-7FBA761738C1}">
          <p14:sldIdLst>
            <p14:sldId id="1834"/>
            <p14:sldId id="1835"/>
            <p14:sldId id="18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5" autoAdjust="0"/>
    <p:restoredTop sz="96966" autoAdjust="0"/>
  </p:normalViewPr>
  <p:slideViewPr>
    <p:cSldViewPr snapToGrid="0">
      <p:cViewPr varScale="1">
        <p:scale>
          <a:sx n="137" d="100"/>
          <a:sy n="137" d="100"/>
        </p:scale>
        <p:origin x="216" y="6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E66A1-E186-83D2-DCD3-9B43E01D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B426F-EC30-A618-C072-8709BAE37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BA3E3-0814-D1D4-9020-975CE862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C982942-ADAD-E464-4E41-185203AA259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C763-68F2-80BD-FE1D-6CBF5637C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EB1EE5-AD4D-FA2A-50D4-42CD8478459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10/13/25 8:21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04DC6-54F9-9C82-A888-7D19BCE104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60D96-BC74-25CF-9F48-D38A39A3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4DCC8-89F8-7DB3-FDBA-8B3444040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  <p:txBody>
          <a:bodyPr/>
          <a:lstStyle/>
          <a:p>
            <a:endParaRPr lang="en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11E1E2-FE88-A34E-B58E-DFDAC817B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250262-0A5C-2CAE-0E06-D743C4F0D5F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5C7C1-6189-D35A-556B-2AC975E0C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ABC4E2-210B-178C-CEA7-772A48F706E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10/13/25 10:13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580A3-94E5-C57C-C94A-397F29E930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9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73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B117-E0D0-83D5-5E81-6E9DA3C83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D2625C-8379-559E-729A-455DD76039DD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☁️ Hoster</a:t>
            </a:r>
          </a:p>
        </p:txBody>
      </p:sp>
    </p:spTree>
    <p:extLst>
      <p:ext uri="{BB962C8B-B14F-4D97-AF65-F5344CB8AC3E}">
        <p14:creationId xmlns:p14="http://schemas.microsoft.com/office/powerpoint/2010/main" val="163358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F796-5BB3-6C62-0113-58B1E423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83E32E-51D0-AADA-BDF3-E9892F629E45}"/>
              </a:ext>
            </a:extLst>
          </p:cNvPr>
          <p:cNvSpPr/>
          <p:nvPr/>
        </p:nvSpPr>
        <p:spPr>
          <a:xfrm>
            <a:off x="8423547" y="877329"/>
            <a:ext cx="3500723" cy="178394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kumimoji="0" lang="en-GB" sz="3200" b="0" i="0" u="none" strike="noStrike" kern="1200" cap="none" spc="0" normalizeH="0" baseline="-9000" noProof="0" dirty="0">
                <a:ln>
                  <a:noFill/>
                </a:ln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uLnTx/>
                <a:uFillTx/>
                <a:latin typeface="Amazon Ember Display"/>
                <a:ea typeface="+mn-ea"/>
                <a:cs typeface="+mn-cs"/>
              </a:rPr>
              <a:t>🧑‍💻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4B67A5-FFE9-E634-EDC1-262007D3991A}"/>
              </a:ext>
            </a:extLst>
          </p:cNvPr>
          <p:cNvSpPr txBox="1"/>
          <p:nvPr/>
        </p:nvSpPr>
        <p:spPr>
          <a:xfrm>
            <a:off x="147264" y="6233934"/>
            <a:ext cx="136736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A5EAD-115A-CB2D-9E3E-7CF97F2BF85B}"/>
              </a:ext>
            </a:extLst>
          </p:cNvPr>
          <p:cNvSpPr/>
          <p:nvPr/>
        </p:nvSpPr>
        <p:spPr>
          <a:xfrm>
            <a:off x="5314538" y="889686"/>
            <a:ext cx="2239200" cy="178394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lang="en-GB" sz="3200" baseline="-9000" dirty="0"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latin typeface="Amazon Ember Display"/>
              </a:rPr>
              <a:t>☁️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B6567A-EC60-BC49-4F77-7D201C015560}"/>
              </a:ext>
            </a:extLst>
          </p:cNvPr>
          <p:cNvSpPr/>
          <p:nvPr/>
        </p:nvSpPr>
        <p:spPr>
          <a:xfrm>
            <a:off x="5396743" y="1375899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🗃️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Resourcer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EEE0E-B7A0-DFEF-29A7-758A93563855}"/>
              </a:ext>
            </a:extLst>
          </p:cNvPr>
          <p:cNvSpPr/>
          <p:nvPr/>
        </p:nvSpPr>
        <p:spPr>
          <a:xfrm>
            <a:off x="8509235" y="1375899"/>
            <a:ext cx="26458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Syncer</a:t>
            </a:r>
          </a:p>
        </p:txBody>
      </p:sp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E09120CD-64D3-92DC-919D-D85B4FA585D4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7464286" y="1656991"/>
            <a:ext cx="1044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51A880E-F745-0949-8567-74C5878E1BC6}"/>
              </a:ext>
            </a:extLst>
          </p:cNvPr>
          <p:cNvSpPr/>
          <p:nvPr/>
        </p:nvSpPr>
        <p:spPr>
          <a:xfrm>
            <a:off x="5399624" y="2037524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Talker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417CF0-E316-74E4-60D4-A4647044934A}"/>
              </a:ext>
            </a:extLst>
          </p:cNvPr>
          <p:cNvSpPr/>
          <p:nvPr/>
        </p:nvSpPr>
        <p:spPr>
          <a:xfrm>
            <a:off x="8509236" y="2034034"/>
            <a:ext cx="127707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Flask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882F8-D1E7-4AA7-95AC-D5864D412009}"/>
              </a:ext>
            </a:extLst>
          </p:cNvPr>
          <p:cNvSpPr/>
          <p:nvPr/>
        </p:nvSpPr>
        <p:spPr>
          <a:xfrm>
            <a:off x="7026966" y="3965499"/>
            <a:ext cx="1482269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ngrok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A8183E28-DDFC-510B-C93E-B0CF458FE393}"/>
              </a:ext>
            </a:extLst>
          </p:cNvPr>
          <p:cNvCxnSpPr>
            <a:cxnSpLocks/>
            <a:stCxn id="10" idx="2"/>
            <a:endCxn id="19" idx="1"/>
          </p:cNvCxnSpPr>
          <p:nvPr/>
        </p:nvCxnSpPr>
        <p:spPr>
          <a:xfrm rot="16200000" flipH="1">
            <a:off x="5906739" y="3126364"/>
            <a:ext cx="1646884" cy="59357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FEB88091-0B43-758B-7291-0DA19AEADC25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8509235" y="2596217"/>
            <a:ext cx="638536" cy="165037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265C2C81-24DB-6350-DE25-A10DFE50B9C5}"/>
              </a:ext>
            </a:extLst>
          </p:cNvPr>
          <p:cNvCxnSpPr>
            <a:cxnSpLocks/>
            <a:stCxn id="18" idx="1"/>
            <a:endCxn id="10" idx="3"/>
          </p:cNvCxnSpPr>
          <p:nvPr/>
        </p:nvCxnSpPr>
        <p:spPr>
          <a:xfrm flipH="1">
            <a:off x="7467167" y="2315126"/>
            <a:ext cx="1042069" cy="34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95F6D6-D44D-F3DE-BA97-FD17642C513C}"/>
              </a:ext>
            </a:extLst>
          </p:cNvPr>
          <p:cNvGrpSpPr/>
          <p:nvPr/>
        </p:nvGrpSpPr>
        <p:grpSpPr>
          <a:xfrm>
            <a:off x="697614" y="734959"/>
            <a:ext cx="3256158" cy="1014729"/>
            <a:chOff x="6236557" y="968452"/>
            <a:chExt cx="3256158" cy="101472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30D4913-3E0F-56C0-EDC1-D5E698CA32D8}"/>
                </a:ext>
              </a:extLst>
            </p:cNvPr>
            <p:cNvSpPr/>
            <p:nvPr/>
          </p:nvSpPr>
          <p:spPr>
            <a:xfrm>
              <a:off x="6298923" y="1351846"/>
              <a:ext cx="311195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D0DB336-F3A5-C25A-9A8B-36B3E65FFE93}"/>
                </a:ext>
              </a:extLst>
            </p:cNvPr>
            <p:cNvSpPr/>
            <p:nvPr/>
          </p:nvSpPr>
          <p:spPr>
            <a:xfrm>
              <a:off x="6236557" y="968452"/>
              <a:ext cx="325615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4A60D8A-6934-6A23-8E99-7567A27EE0F0}"/>
              </a:ext>
            </a:extLst>
          </p:cNvPr>
          <p:cNvSpPr/>
          <p:nvPr/>
        </p:nvSpPr>
        <p:spPr>
          <a:xfrm>
            <a:off x="697614" y="3192036"/>
            <a:ext cx="3256158" cy="138890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A81C3E-F398-B538-0DF2-4A987916F755}"/>
              </a:ext>
            </a:extLst>
          </p:cNvPr>
          <p:cNvSpPr/>
          <p:nvPr/>
        </p:nvSpPr>
        <p:spPr>
          <a:xfrm>
            <a:off x="759980" y="3947511"/>
            <a:ext cx="31119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Wallet: App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A03300-5CC9-41D9-28CC-A5FB8A42BF36}"/>
              </a:ext>
            </a:extLst>
          </p:cNvPr>
          <p:cNvSpPr/>
          <p:nvPr/>
        </p:nvSpPr>
        <p:spPr>
          <a:xfrm>
            <a:off x="3100689" y="3279920"/>
            <a:ext cx="76699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📣</a:t>
            </a: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5D294D-199F-6C50-DBB2-AD540480AC93}"/>
              </a:ext>
            </a:extLst>
          </p:cNvPr>
          <p:cNvSpPr/>
          <p:nvPr/>
        </p:nvSpPr>
        <p:spPr>
          <a:xfrm>
            <a:off x="759980" y="3279920"/>
            <a:ext cx="217118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Broker</a:t>
            </a:r>
          </a:p>
        </p:txBody>
      </p: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5DEF1810-598F-1C85-EAF0-411C6BEA9BFE}"/>
              </a:ext>
            </a:extLst>
          </p:cNvPr>
          <p:cNvCxnSpPr>
            <a:cxnSpLocks/>
          </p:cNvCxnSpPr>
          <p:nvPr/>
        </p:nvCxnSpPr>
        <p:spPr>
          <a:xfrm flipV="1">
            <a:off x="1523527" y="17496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2E2D5807-473C-90B9-3DAA-C5B8C6174DF7}"/>
              </a:ext>
            </a:extLst>
          </p:cNvPr>
          <p:cNvCxnSpPr>
            <a:cxnSpLocks/>
            <a:stCxn id="52" idx="3"/>
            <a:endCxn id="10" idx="1"/>
          </p:cNvCxnSpPr>
          <p:nvPr/>
        </p:nvCxnSpPr>
        <p:spPr>
          <a:xfrm flipV="1">
            <a:off x="3953772" y="2318616"/>
            <a:ext cx="1445852" cy="15678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A961E65-9D91-BEA0-1663-000B024BAA9E}"/>
              </a:ext>
            </a:extLst>
          </p:cNvPr>
          <p:cNvCxnSpPr>
            <a:cxnSpLocks/>
            <a:stCxn id="48" idx="3"/>
            <a:endCxn id="10" idx="1"/>
          </p:cNvCxnSpPr>
          <p:nvPr/>
        </p:nvCxnSpPr>
        <p:spPr>
          <a:xfrm>
            <a:off x="3953772" y="1242324"/>
            <a:ext cx="1445852" cy="10762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C924D478-6953-7A5E-899E-30EFA6116FB1}"/>
              </a:ext>
            </a:extLst>
          </p:cNvPr>
          <p:cNvSpPr/>
          <p:nvPr/>
        </p:nvSpPr>
        <p:spPr>
          <a:xfrm rot="5400000">
            <a:off x="10935555" y="1701945"/>
            <a:ext cx="121427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📄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Files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07F39C8-226B-374F-DA09-4D5F86C1043B}"/>
              </a:ext>
            </a:extLst>
          </p:cNvPr>
          <p:cNvSpPr/>
          <p:nvPr/>
        </p:nvSpPr>
        <p:spPr>
          <a:xfrm>
            <a:off x="9878000" y="2034034"/>
            <a:ext cx="127707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🧱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SDK</a:t>
            </a:r>
          </a:p>
        </p:txBody>
      </p:sp>
    </p:spTree>
    <p:extLst>
      <p:ext uri="{BB962C8B-B14F-4D97-AF65-F5344CB8AC3E}">
        <p14:creationId xmlns:p14="http://schemas.microsoft.com/office/powerpoint/2010/main" val="17074997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2996-564B-DB9C-4795-FC3A4C16C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D0F8810-E39E-693B-499F-71F0EAB0FD4D}"/>
              </a:ext>
            </a:extLst>
          </p:cNvPr>
          <p:cNvSpPr/>
          <p:nvPr/>
        </p:nvSpPr>
        <p:spPr>
          <a:xfrm>
            <a:off x="8423547" y="877329"/>
            <a:ext cx="3500723" cy="178394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kumimoji="0" lang="en-GB" sz="3200" b="0" i="0" u="none" strike="noStrike" kern="1200" cap="none" spc="0" normalizeH="0" baseline="-9000" noProof="0" dirty="0">
                <a:ln>
                  <a:noFill/>
                </a:ln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uLnTx/>
                <a:uFillTx/>
                <a:latin typeface="Amazon Ember Display"/>
                <a:ea typeface="+mn-ea"/>
                <a:cs typeface="+mn-cs"/>
              </a:rPr>
              <a:t>🧑‍💻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2A49A4-26B0-A1A1-0109-7F36BAE39D47}"/>
              </a:ext>
            </a:extLst>
          </p:cNvPr>
          <p:cNvSpPr txBox="1"/>
          <p:nvPr/>
        </p:nvSpPr>
        <p:spPr>
          <a:xfrm>
            <a:off x="147264" y="6233934"/>
            <a:ext cx="136736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426EC-AA4F-4D0A-9BD6-DB1ED23CBBB3}"/>
              </a:ext>
            </a:extLst>
          </p:cNvPr>
          <p:cNvSpPr/>
          <p:nvPr/>
        </p:nvSpPr>
        <p:spPr>
          <a:xfrm>
            <a:off x="5314538" y="889686"/>
            <a:ext cx="2239200" cy="1783940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r>
              <a:rPr lang="en-GB" sz="3200" baseline="-9000" dirty="0">
                <a:solidFill>
                  <a:srgbClr val="424242">
                    <a:lumMod val="40000"/>
                    <a:lumOff val="60000"/>
                  </a:srgbClr>
                </a:solidFill>
                <a:effectLst>
                  <a:glow>
                    <a:srgbClr val="000000"/>
                  </a:glow>
                </a:effectLst>
                <a:latin typeface="Amazon Ember Display"/>
              </a:rPr>
              <a:t>☁️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Hoster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FDDB2-FC1F-264F-CD20-ECBC9709671D}"/>
              </a:ext>
            </a:extLst>
          </p:cNvPr>
          <p:cNvSpPr/>
          <p:nvPr/>
        </p:nvSpPr>
        <p:spPr>
          <a:xfrm>
            <a:off x="5396743" y="1375899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🗃️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Resourcer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BFB28E-BB42-EC36-13A8-78A1EAA58C8B}"/>
              </a:ext>
            </a:extLst>
          </p:cNvPr>
          <p:cNvSpPr/>
          <p:nvPr/>
        </p:nvSpPr>
        <p:spPr>
          <a:xfrm>
            <a:off x="8509235" y="1375899"/>
            <a:ext cx="26458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Syncer</a:t>
            </a:r>
          </a:p>
        </p:txBody>
      </p:sp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8316A8F5-74FF-49F6-9FCC-BA0B0B766267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7464286" y="1656991"/>
            <a:ext cx="104494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BB31E5F-D0EE-70D3-0A78-C273F180F413}"/>
              </a:ext>
            </a:extLst>
          </p:cNvPr>
          <p:cNvSpPr/>
          <p:nvPr/>
        </p:nvSpPr>
        <p:spPr>
          <a:xfrm>
            <a:off x="5399624" y="2037524"/>
            <a:ext cx="206754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Talker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14665-692F-A3BB-613F-DBDD332734B8}"/>
              </a:ext>
            </a:extLst>
          </p:cNvPr>
          <p:cNvSpPr/>
          <p:nvPr/>
        </p:nvSpPr>
        <p:spPr>
          <a:xfrm>
            <a:off x="8509236" y="2034034"/>
            <a:ext cx="264583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Web server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F8B105CA-9025-C2AF-1579-001A626D4170}"/>
              </a:ext>
            </a:extLst>
          </p:cNvPr>
          <p:cNvCxnSpPr>
            <a:cxnSpLocks/>
            <a:stCxn id="18" idx="1"/>
            <a:endCxn id="10" idx="3"/>
          </p:cNvCxnSpPr>
          <p:nvPr/>
        </p:nvCxnSpPr>
        <p:spPr>
          <a:xfrm flipH="1">
            <a:off x="7467167" y="2315126"/>
            <a:ext cx="1042069" cy="34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6A09D6B-189B-7031-AE54-711A59DC87D1}"/>
              </a:ext>
            </a:extLst>
          </p:cNvPr>
          <p:cNvGrpSpPr/>
          <p:nvPr/>
        </p:nvGrpSpPr>
        <p:grpSpPr>
          <a:xfrm>
            <a:off x="697614" y="734959"/>
            <a:ext cx="3256158" cy="1014729"/>
            <a:chOff x="6236557" y="968452"/>
            <a:chExt cx="3256158" cy="1014729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A89F9B7-216C-B04A-6B0B-20C3C35017FC}"/>
                </a:ext>
              </a:extLst>
            </p:cNvPr>
            <p:cNvSpPr/>
            <p:nvPr/>
          </p:nvSpPr>
          <p:spPr>
            <a:xfrm>
              <a:off x="6298923" y="1351846"/>
              <a:ext cx="3111956" cy="562183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chemeClr val="bg1"/>
                  </a:solidFill>
                  <a:latin typeface="+mj-lt"/>
                  <a:cs typeface="Arial" panose="020B0604020202020204" pitchFamily="34" charset="0"/>
                </a:rPr>
                <a:t> Vaults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861DF44-1DDA-5587-70DB-2D970073B950}"/>
                </a:ext>
              </a:extLst>
            </p:cNvPr>
            <p:cNvSpPr/>
            <p:nvPr/>
          </p:nvSpPr>
          <p:spPr>
            <a:xfrm>
              <a:off x="6236557" y="968452"/>
              <a:ext cx="325615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9B9D25F-5B53-1A37-E8B0-AF7D3682FBEA}"/>
              </a:ext>
            </a:extLst>
          </p:cNvPr>
          <p:cNvSpPr/>
          <p:nvPr/>
        </p:nvSpPr>
        <p:spPr>
          <a:xfrm>
            <a:off x="697614" y="3192036"/>
            <a:ext cx="3256158" cy="1388904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79445D-7001-F99A-DA51-93145E709DD5}"/>
              </a:ext>
            </a:extLst>
          </p:cNvPr>
          <p:cNvSpPr/>
          <p:nvPr/>
        </p:nvSpPr>
        <p:spPr>
          <a:xfrm>
            <a:off x="759980" y="3947511"/>
            <a:ext cx="31119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Wallet: App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7A9694-D1B2-01CB-3BCE-F26E995CE03C}"/>
              </a:ext>
            </a:extLst>
          </p:cNvPr>
          <p:cNvSpPr/>
          <p:nvPr/>
        </p:nvSpPr>
        <p:spPr>
          <a:xfrm>
            <a:off x="3100689" y="3279920"/>
            <a:ext cx="76699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📣</a:t>
            </a: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C559FD-EF51-5E6E-0BEB-D92BF44C1449}"/>
              </a:ext>
            </a:extLst>
          </p:cNvPr>
          <p:cNvSpPr/>
          <p:nvPr/>
        </p:nvSpPr>
        <p:spPr>
          <a:xfrm>
            <a:off x="759980" y="3279920"/>
            <a:ext cx="217118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Broker</a:t>
            </a:r>
          </a:p>
        </p:txBody>
      </p:sp>
      <p:cxnSp>
        <p:nvCxnSpPr>
          <p:cNvPr id="57" name="Straight Arrow Connector 12">
            <a:extLst>
              <a:ext uri="{FF2B5EF4-FFF2-40B4-BE49-F238E27FC236}">
                <a16:creationId xmlns:a16="http://schemas.microsoft.com/office/drawing/2014/main" id="{C097D127-EF29-2C14-51F6-AFD19AB06F3F}"/>
              </a:ext>
            </a:extLst>
          </p:cNvPr>
          <p:cNvCxnSpPr>
            <a:cxnSpLocks/>
          </p:cNvCxnSpPr>
          <p:nvPr/>
        </p:nvCxnSpPr>
        <p:spPr>
          <a:xfrm flipV="1">
            <a:off x="1523527" y="1749688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2">
            <a:extLst>
              <a:ext uri="{FF2B5EF4-FFF2-40B4-BE49-F238E27FC236}">
                <a16:creationId xmlns:a16="http://schemas.microsoft.com/office/drawing/2014/main" id="{20FB8F6F-AB04-C9F3-7C6A-F73C08B281F9}"/>
              </a:ext>
            </a:extLst>
          </p:cNvPr>
          <p:cNvCxnSpPr>
            <a:cxnSpLocks/>
            <a:stCxn id="52" idx="3"/>
            <a:endCxn id="10" idx="1"/>
          </p:cNvCxnSpPr>
          <p:nvPr/>
        </p:nvCxnSpPr>
        <p:spPr>
          <a:xfrm flipV="1">
            <a:off x="3953772" y="2318616"/>
            <a:ext cx="1445852" cy="15678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01797155-5147-CDD5-CF67-80D8A8019247}"/>
              </a:ext>
            </a:extLst>
          </p:cNvPr>
          <p:cNvCxnSpPr>
            <a:cxnSpLocks/>
            <a:stCxn id="48" idx="3"/>
            <a:endCxn id="10" idx="1"/>
          </p:cNvCxnSpPr>
          <p:nvPr/>
        </p:nvCxnSpPr>
        <p:spPr>
          <a:xfrm>
            <a:off x="3953772" y="1242324"/>
            <a:ext cx="1445852" cy="10762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0C96CFC9-028A-7E19-59F3-27176E11DBC2}"/>
              </a:ext>
            </a:extLst>
          </p:cNvPr>
          <p:cNvSpPr/>
          <p:nvPr/>
        </p:nvSpPr>
        <p:spPr>
          <a:xfrm rot="5400000">
            <a:off x="10923197" y="1689587"/>
            <a:ext cx="1238988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36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📄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Files</a:t>
            </a:r>
          </a:p>
        </p:txBody>
      </p:sp>
    </p:spTree>
    <p:extLst>
      <p:ext uri="{BB962C8B-B14F-4D97-AF65-F5344CB8AC3E}">
        <p14:creationId xmlns:p14="http://schemas.microsoft.com/office/powerpoint/2010/main" val="255982585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47518</TotalTime>
  <Words>65</Words>
  <Application>Microsoft Macintosh PowerPoint</Application>
  <PresentationFormat>Widescreen</PresentationFormat>
  <Paragraphs>33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Segoe UI</vt:lpstr>
      <vt:lpstr>Amazon Ember</vt:lpstr>
      <vt:lpstr>Wingdings</vt:lpstr>
      <vt:lpstr>Arial</vt:lpstr>
      <vt:lpstr>Amazon Ember Display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154</cp:revision>
  <dcterms:created xsi:type="dcterms:W3CDTF">2022-10-07T16:14:37Z</dcterms:created>
  <dcterms:modified xsi:type="dcterms:W3CDTF">2025-10-13T21:52:51Z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2025-04-22T20:20:21Z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3b77fc7d-37e7-4074-a4ec-636ff3675645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