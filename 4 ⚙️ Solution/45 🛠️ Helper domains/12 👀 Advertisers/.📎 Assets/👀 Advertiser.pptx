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32" r:id="rId2"/>
    <p:sldId id="1833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🔎 User Search" id="{25C240E7-9785-5442-AC31-077BA8F0CCC1}">
          <p14:sldIdLst>
            <p14:sldId id="1832"/>
            <p14:sldId id="18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9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4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481B-A0FD-4A52-C9FC-E7EEE75B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F656D-71E9-E146-176A-9E7E9AEBB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91C94-1CFA-D334-EBAC-24A0504BB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054E7-94A7-DD9E-4433-403B5A65B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46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C503-4D35-7C14-D2E0-4AC96D9D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3AAA7-3668-BC78-A4CC-D649D96F5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5FBED-6A8F-00FD-7CB6-EF290365E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5DDE0-8266-E39F-CFDA-F9F71A081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62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00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4379-4013-317F-FED9-2F9C3A66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C8E61AE-0845-6800-635D-92C162DAE2A0}"/>
              </a:ext>
            </a:extLst>
          </p:cNvPr>
          <p:cNvSpPr/>
          <p:nvPr/>
        </p:nvSpPr>
        <p:spPr>
          <a:xfrm>
            <a:off x="203773" y="2890741"/>
            <a:ext cx="1481277" cy="13034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AC0BD4-C2F0-A26C-12B8-68857B37993F}"/>
              </a:ext>
            </a:extLst>
          </p:cNvPr>
          <p:cNvSpPr/>
          <p:nvPr/>
        </p:nvSpPr>
        <p:spPr>
          <a:xfrm>
            <a:off x="10031551" y="2889672"/>
            <a:ext cx="1828801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5600DB-EC2D-D2EF-26F1-2E79BF68DA16}"/>
              </a:ext>
            </a:extLst>
          </p:cNvPr>
          <p:cNvSpPr/>
          <p:nvPr/>
        </p:nvSpPr>
        <p:spPr>
          <a:xfrm>
            <a:off x="2671808" y="2893707"/>
            <a:ext cx="1982110" cy="2215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advertiser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C1D1971-7428-E797-D6AF-728103ED2817}"/>
              </a:ext>
            </a:extLst>
          </p:cNvPr>
          <p:cNvSpPr/>
          <p:nvPr/>
        </p:nvSpPr>
        <p:spPr>
          <a:xfrm>
            <a:off x="6555510" y="2888031"/>
            <a:ext cx="1719072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curator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6721D-B60B-8A75-C624-C18D4F94B1AD}"/>
              </a:ext>
            </a:extLst>
          </p:cNvPr>
          <p:cNvSpPr/>
          <p:nvPr/>
        </p:nvSpPr>
        <p:spPr>
          <a:xfrm>
            <a:off x="10031551" y="815403"/>
            <a:ext cx="1828801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broker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3F24947-85CD-5780-2CD9-C259FA80632E}"/>
              </a:ext>
            </a:extLst>
          </p:cNvPr>
          <p:cNvSpPr/>
          <p:nvPr/>
        </p:nvSpPr>
        <p:spPr>
          <a:xfrm>
            <a:off x="6625463" y="3726986"/>
            <a:ext cx="159723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37E803-6B20-4EEE-EFFA-D77A671D9CFF}"/>
              </a:ext>
            </a:extLst>
          </p:cNvPr>
          <p:cNvSpPr/>
          <p:nvPr/>
        </p:nvSpPr>
        <p:spPr>
          <a:xfrm>
            <a:off x="2745902" y="3254173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Advertiser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401CD2-EFAF-6E83-EA55-7DC561A0FD65}"/>
              </a:ext>
            </a:extLst>
          </p:cNvPr>
          <p:cNvSpPr/>
          <p:nvPr/>
        </p:nvSpPr>
        <p:spPr>
          <a:xfrm>
            <a:off x="282229" y="3726986"/>
            <a:ext cx="133414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5A3EA-3E03-D785-E75E-F4F861CEDCAE}"/>
              </a:ext>
            </a:extLst>
          </p:cNvPr>
          <p:cNvSpPr/>
          <p:nvPr/>
        </p:nvSpPr>
        <p:spPr>
          <a:xfrm>
            <a:off x="282227" y="3254173"/>
            <a:ext cx="1334146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Seller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60A62-17F7-5B95-08D7-E8A456C50404}"/>
              </a:ext>
            </a:extLst>
          </p:cNvPr>
          <p:cNvSpPr/>
          <p:nvPr/>
        </p:nvSpPr>
        <p:spPr>
          <a:xfrm>
            <a:off x="2745899" y="3726986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2940BC-FD73-D3BF-CB0F-2BB75E0C420E}"/>
              </a:ext>
            </a:extLst>
          </p:cNvPr>
          <p:cNvSpPr/>
          <p:nvPr/>
        </p:nvSpPr>
        <p:spPr>
          <a:xfrm>
            <a:off x="2745902" y="41906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96D86D-060E-5551-1E82-69788E782CCA}"/>
              </a:ext>
            </a:extLst>
          </p:cNvPr>
          <p:cNvSpPr/>
          <p:nvPr/>
        </p:nvSpPr>
        <p:spPr>
          <a:xfrm>
            <a:off x="2745898" y="46583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486039-7D39-891C-DBF3-F71F7EA5C8A3}"/>
              </a:ext>
            </a:extLst>
          </p:cNvPr>
          <p:cNvSpPr/>
          <p:nvPr/>
        </p:nvSpPr>
        <p:spPr>
          <a:xfrm>
            <a:off x="10108125" y="3254173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Host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5C1F6-9159-99B1-FD00-DD01DCA65A70}"/>
              </a:ext>
            </a:extLst>
          </p:cNvPr>
          <p:cNvSpPr/>
          <p:nvPr/>
        </p:nvSpPr>
        <p:spPr>
          <a:xfrm>
            <a:off x="10106664" y="3726986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669847E2-4514-6F52-5C4A-E17C7AADF284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>
            <a:off x="1616374" y="3923186"/>
            <a:ext cx="1129525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246FAD6-9EB2-EEF5-645F-CC336ED70E8A}"/>
              </a:ext>
            </a:extLst>
          </p:cNvPr>
          <p:cNvSpPr/>
          <p:nvPr/>
        </p:nvSpPr>
        <p:spPr>
          <a:xfrm>
            <a:off x="6616960" y="3255483"/>
            <a:ext cx="1605738" cy="39109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Curator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F22899-A53E-207D-A93C-31874032E38D}"/>
              </a:ext>
            </a:extLst>
          </p:cNvPr>
          <p:cNvSpPr/>
          <p:nvPr/>
        </p:nvSpPr>
        <p:spPr>
          <a:xfrm>
            <a:off x="10104140" y="1173037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Broker</a:t>
            </a:r>
          </a:p>
        </p:txBody>
      </p:sp>
      <p:cxnSp>
        <p:nvCxnSpPr>
          <p:cNvPr id="8" name="Straight Arrow Connector 12">
            <a:extLst>
              <a:ext uri="{FF2B5EF4-FFF2-40B4-BE49-F238E27FC236}">
                <a16:creationId xmlns:a16="http://schemas.microsoft.com/office/drawing/2014/main" id="{559B149D-7706-433B-7E64-10214C044E7C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1713868" y="3354820"/>
            <a:ext cx="267469" cy="1796600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D26A71D7-B7B2-37A8-D962-BC01758FF632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1616373" y="3450373"/>
            <a:ext cx="1129529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F4210CC8-FFF7-0020-88C0-73D385780544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2643219" y="5211950"/>
            <a:ext cx="444435" cy="239072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831069A-6202-0183-F4E5-F6F9CFC2E381}"/>
              </a:ext>
            </a:extLst>
          </p:cNvPr>
          <p:cNvSpPr/>
          <p:nvPr/>
        </p:nvSpPr>
        <p:spPr>
          <a:xfrm>
            <a:off x="2984972" y="5357504"/>
            <a:ext cx="1376334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8FFA45AB-A7FE-F2D9-5395-8FDA5F2359D0}"/>
              </a:ext>
            </a:extLst>
          </p:cNvPr>
          <p:cNvCxnSpPr>
            <a:cxnSpLocks/>
            <a:stCxn id="36" idx="1"/>
            <a:endCxn id="2" idx="3"/>
          </p:cNvCxnSpPr>
          <p:nvPr/>
        </p:nvCxnSpPr>
        <p:spPr>
          <a:xfrm flipH="1" flipV="1">
            <a:off x="4591705" y="3450373"/>
            <a:ext cx="2025255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B255128-D806-B256-60D4-C5D185977422}"/>
              </a:ext>
            </a:extLst>
          </p:cNvPr>
          <p:cNvSpPr txBox="1"/>
          <p:nvPr/>
        </p:nvSpPr>
        <p:spPr>
          <a:xfrm>
            <a:off x="4413923" y="2248039"/>
            <a:ext cx="2024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possible actions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54C4606C-28CD-7978-127A-5F638A9E6DD3}"/>
              </a:ext>
            </a:extLst>
          </p:cNvPr>
          <p:cNvCxnSpPr>
            <a:cxnSpLocks/>
            <a:stCxn id="22" idx="1"/>
            <a:endCxn id="44" idx="1"/>
          </p:cNvCxnSpPr>
          <p:nvPr/>
        </p:nvCxnSpPr>
        <p:spPr>
          <a:xfrm rot="10800000" flipH="1">
            <a:off x="10038522" y="1369237"/>
            <a:ext cx="65618" cy="1697778"/>
          </a:xfrm>
          <a:prstGeom prst="bentConnector3">
            <a:avLst>
              <a:gd name="adj1" fmla="val -34838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487B8BB0-3EE0-91F7-786A-8B33C5C3C13B}"/>
              </a:ext>
            </a:extLst>
          </p:cNvPr>
          <p:cNvSpPr>
            <a:spLocks noChangeAspect="1"/>
          </p:cNvSpPr>
          <p:nvPr/>
        </p:nvSpPr>
        <p:spPr>
          <a:xfrm>
            <a:off x="10524489" y="224938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4C0C73FB-FDEE-65EE-3EBB-43965FE51616}"/>
              </a:ext>
            </a:extLst>
          </p:cNvPr>
          <p:cNvCxnSpPr>
            <a:cxnSpLocks/>
            <a:stCxn id="3" idx="1"/>
            <a:endCxn id="36" idx="3"/>
          </p:cNvCxnSpPr>
          <p:nvPr/>
        </p:nvCxnSpPr>
        <p:spPr>
          <a:xfrm flipH="1">
            <a:off x="8222698" y="3450373"/>
            <a:ext cx="1885427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4F949E0-D28E-7CBF-1E40-2C36B5114A1B}"/>
              </a:ext>
            </a:extLst>
          </p:cNvPr>
          <p:cNvSpPr txBox="1"/>
          <p:nvPr/>
        </p:nvSpPr>
        <p:spPr>
          <a:xfrm>
            <a:off x="8631772" y="3552283"/>
            <a:ext cx="139874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summary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F1397B5F-AD65-65F1-1215-0A01C2482E28}"/>
              </a:ext>
            </a:extLst>
          </p:cNvPr>
          <p:cNvSpPr>
            <a:spLocks noChangeAspect="1"/>
          </p:cNvSpPr>
          <p:nvPr/>
        </p:nvSpPr>
        <p:spPr>
          <a:xfrm>
            <a:off x="8386049" y="35796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A28D39CC-90AE-2163-8456-DB27062E9EFA}"/>
              </a:ext>
            </a:extLst>
          </p:cNvPr>
          <p:cNvSpPr>
            <a:spLocks noChangeAspect="1"/>
          </p:cNvSpPr>
          <p:nvPr/>
        </p:nvSpPr>
        <p:spPr>
          <a:xfrm>
            <a:off x="4155067" y="2292617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4EE07F-DFC9-99F6-DC3B-BB463DB6DD5B}"/>
              </a:ext>
            </a:extLst>
          </p:cNvPr>
          <p:cNvGrpSpPr/>
          <p:nvPr/>
        </p:nvGrpSpPr>
        <p:grpSpPr>
          <a:xfrm>
            <a:off x="622767" y="5331486"/>
            <a:ext cx="2024040" cy="338554"/>
            <a:chOff x="4925946" y="985951"/>
            <a:chExt cx="2024040" cy="338554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D9AF386-DF2E-837B-696F-EC5D582BA29E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next best actions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1B1F170E-23EF-F944-7A8E-71B7D7DD1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0011" y="1038369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2249E212-7C8A-7BD0-09A5-2997B9C89BA7}"/>
              </a:ext>
            </a:extLst>
          </p:cNvPr>
          <p:cNvSpPr txBox="1"/>
          <p:nvPr/>
        </p:nvSpPr>
        <p:spPr>
          <a:xfrm>
            <a:off x="4295539" y="1060261"/>
            <a:ext cx="31828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 to selected option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80494E18-13F8-7FD6-C83F-AD8DA0A5FC54}"/>
              </a:ext>
            </a:extLst>
          </p:cNvPr>
          <p:cNvSpPr>
            <a:spLocks noChangeAspect="1"/>
          </p:cNvSpPr>
          <p:nvPr/>
        </p:nvSpPr>
        <p:spPr>
          <a:xfrm>
            <a:off x="4036784" y="1111354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5720" r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F32A1EC-9A47-CD82-9074-8939D3D1D6BD}"/>
              </a:ext>
            </a:extLst>
          </p:cNvPr>
          <p:cNvSpPr txBox="1"/>
          <p:nvPr/>
        </p:nvSpPr>
        <p:spPr>
          <a:xfrm>
            <a:off x="2015939" y="3547880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93C5069-E622-C014-A409-569D7FA07316}"/>
              </a:ext>
            </a:extLst>
          </p:cNvPr>
          <p:cNvSpPr txBox="1"/>
          <p:nvPr/>
        </p:nvSpPr>
        <p:spPr>
          <a:xfrm>
            <a:off x="844812" y="4380356"/>
            <a:ext cx="154389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1335F86-1816-AF8F-915E-701E15557927}"/>
              </a:ext>
            </a:extLst>
          </p:cNvPr>
          <p:cNvSpPr txBox="1"/>
          <p:nvPr/>
        </p:nvSpPr>
        <p:spPr>
          <a:xfrm>
            <a:off x="2020967" y="3031497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124864C-18CE-F0C5-FC8B-4F73C48AE015}"/>
              </a:ext>
            </a:extLst>
          </p:cNvPr>
          <p:cNvSpPr txBox="1"/>
          <p:nvPr/>
        </p:nvSpPr>
        <p:spPr>
          <a:xfrm>
            <a:off x="9649659" y="2558077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</a:t>
            </a: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E667F5D6-6305-BE5E-1FBB-6184FF01FBC2}"/>
              </a:ext>
            </a:extLst>
          </p:cNvPr>
          <p:cNvCxnSpPr>
            <a:cxnSpLocks/>
            <a:stCxn id="16" idx="3"/>
            <a:endCxn id="7" idx="2"/>
          </p:cNvCxnSpPr>
          <p:nvPr/>
        </p:nvCxnSpPr>
        <p:spPr>
          <a:xfrm flipV="1">
            <a:off x="4591701" y="4119386"/>
            <a:ext cx="6359003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">
            <a:extLst>
              <a:ext uri="{FF2B5EF4-FFF2-40B4-BE49-F238E27FC236}">
                <a16:creationId xmlns:a16="http://schemas.microsoft.com/office/drawing/2014/main" id="{6037A19A-1A52-C87C-4932-25DD16D3BF23}"/>
              </a:ext>
            </a:extLst>
          </p:cNvPr>
          <p:cNvCxnSpPr>
            <a:cxnSpLocks/>
            <a:stCxn id="16" idx="3"/>
            <a:endCxn id="131" idx="2"/>
          </p:cNvCxnSpPr>
          <p:nvPr/>
        </p:nvCxnSpPr>
        <p:spPr>
          <a:xfrm flipV="1">
            <a:off x="4591701" y="4119386"/>
            <a:ext cx="2832380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A1260684-EADC-EC0E-E70A-183E4B97DD2A}"/>
              </a:ext>
            </a:extLst>
          </p:cNvPr>
          <p:cNvSpPr txBox="1"/>
          <p:nvPr/>
        </p:nvSpPr>
        <p:spPr>
          <a:xfrm>
            <a:off x="9585913" y="4259867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910B6C23-2CE3-3180-FA18-A1CE7E75DEB0}"/>
              </a:ext>
            </a:extLst>
          </p:cNvPr>
          <p:cNvCxnSpPr>
            <a:cxnSpLocks/>
            <a:endCxn id="252" idx="0"/>
          </p:cNvCxnSpPr>
          <p:nvPr/>
        </p:nvCxnSpPr>
        <p:spPr>
          <a:xfrm rot="5400000" flipH="1" flipV="1">
            <a:off x="5548616" y="1497263"/>
            <a:ext cx="23577" cy="2788669"/>
          </a:xfrm>
          <a:prstGeom prst="bentConnector3">
            <a:avLst>
              <a:gd name="adj1" fmla="val 1069589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D0D4F86D-B668-AF54-DFD9-9919A7EBDBF2}"/>
              </a:ext>
            </a:extLst>
          </p:cNvPr>
          <p:cNvSpPr txBox="1"/>
          <p:nvPr/>
        </p:nvSpPr>
        <p:spPr>
          <a:xfrm>
            <a:off x="6070481" y="4257754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85E3D6-A815-C8DC-199C-EB8992622A41}"/>
              </a:ext>
            </a:extLst>
          </p:cNvPr>
          <p:cNvSpPr txBox="1"/>
          <p:nvPr/>
        </p:nvSpPr>
        <p:spPr>
          <a:xfrm>
            <a:off x="4999474" y="3509325"/>
            <a:ext cx="142821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0CE5B752-0F21-98DB-8C99-30B63E573EEB}"/>
              </a:ext>
            </a:extLst>
          </p:cNvPr>
          <p:cNvSpPr>
            <a:spLocks noChangeAspect="1"/>
          </p:cNvSpPr>
          <p:nvPr/>
        </p:nvSpPr>
        <p:spPr>
          <a:xfrm>
            <a:off x="4750892" y="3553903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7B62CE08-CD28-F446-658E-854A68F145D2}"/>
              </a:ext>
            </a:extLst>
          </p:cNvPr>
          <p:cNvSpPr>
            <a:spLocks noChangeAspect="1"/>
          </p:cNvSpPr>
          <p:nvPr/>
        </p:nvSpPr>
        <p:spPr>
          <a:xfrm>
            <a:off x="1781153" y="3088051"/>
            <a:ext cx="273600" cy="2679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F3C141C7-41A3-68FC-C21B-E0E34E97FE32}"/>
              </a:ext>
            </a:extLst>
          </p:cNvPr>
          <p:cNvSpPr>
            <a:spLocks noChangeAspect="1"/>
          </p:cNvSpPr>
          <p:nvPr/>
        </p:nvSpPr>
        <p:spPr>
          <a:xfrm>
            <a:off x="1777487" y="3587050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5B324E17-D84D-0281-C00D-C914A57FAC60}"/>
              </a:ext>
            </a:extLst>
          </p:cNvPr>
          <p:cNvSpPr>
            <a:spLocks noChangeAspect="1"/>
          </p:cNvSpPr>
          <p:nvPr/>
        </p:nvSpPr>
        <p:spPr>
          <a:xfrm>
            <a:off x="581182" y="4423721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6E91E00C-FB05-4A6B-0641-438453DB39F4}"/>
              </a:ext>
            </a:extLst>
          </p:cNvPr>
          <p:cNvSpPr>
            <a:spLocks noChangeAspect="1"/>
          </p:cNvSpPr>
          <p:nvPr/>
        </p:nvSpPr>
        <p:spPr>
          <a:xfrm>
            <a:off x="7039335" y="430082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7B561FBE-E97C-1A25-3CD0-774BE4176A08}"/>
              </a:ext>
            </a:extLst>
          </p:cNvPr>
          <p:cNvSpPr>
            <a:spLocks noChangeAspect="1"/>
          </p:cNvSpPr>
          <p:nvPr/>
        </p:nvSpPr>
        <p:spPr>
          <a:xfrm>
            <a:off x="10558593" y="430082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AED1827-94B6-DCA2-9A06-0D0D66BBB095}"/>
              </a:ext>
            </a:extLst>
          </p:cNvPr>
          <p:cNvSpPr/>
          <p:nvPr/>
        </p:nvSpPr>
        <p:spPr>
          <a:xfrm>
            <a:off x="3073473" y="199945"/>
            <a:ext cx="1203491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cxnSp>
        <p:nvCxnSpPr>
          <p:cNvPr id="242" name="Straight Arrow Connector 12">
            <a:extLst>
              <a:ext uri="{FF2B5EF4-FFF2-40B4-BE49-F238E27FC236}">
                <a16:creationId xmlns:a16="http://schemas.microsoft.com/office/drawing/2014/main" id="{991AA3EE-B118-5F74-F5DC-479BE87C1911}"/>
              </a:ext>
            </a:extLst>
          </p:cNvPr>
          <p:cNvCxnSpPr>
            <a:cxnSpLocks/>
            <a:stCxn id="10" idx="0"/>
            <a:endCxn id="241" idx="3"/>
          </p:cNvCxnSpPr>
          <p:nvPr/>
        </p:nvCxnSpPr>
        <p:spPr>
          <a:xfrm rot="16200000" flipV="1">
            <a:off x="7401829" y="-2728720"/>
            <a:ext cx="419258" cy="666898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E6E8C38-4677-1D0A-4175-79D66AEE3F38}"/>
              </a:ext>
            </a:extLst>
          </p:cNvPr>
          <p:cNvGrpSpPr/>
          <p:nvPr/>
        </p:nvGrpSpPr>
        <p:grpSpPr>
          <a:xfrm>
            <a:off x="9676369" y="456784"/>
            <a:ext cx="1388515" cy="338554"/>
            <a:chOff x="9740247" y="1519486"/>
            <a:chExt cx="1388515" cy="338554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03246AF9-F840-5709-4939-7C9FB41CD33B}"/>
                </a:ext>
              </a:extLst>
            </p:cNvPr>
            <p:cNvSpPr txBox="1"/>
            <p:nvPr/>
          </p:nvSpPr>
          <p:spPr>
            <a:xfrm>
              <a:off x="9988830" y="1519486"/>
              <a:ext cx="1139932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new bill</a:t>
              </a:r>
            </a:p>
          </p:txBody>
        </p: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A2E511CB-AB71-CD24-21B8-27CCF24C77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0247" y="1564064"/>
              <a:ext cx="273600" cy="2679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B424E39E-F618-70C0-BB1E-1D7AD6E8809C}"/>
              </a:ext>
            </a:extLst>
          </p:cNvPr>
          <p:cNvSpPr txBox="1"/>
          <p:nvPr/>
        </p:nvSpPr>
        <p:spPr>
          <a:xfrm>
            <a:off x="6832911" y="2879808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262" name="Straight Arrow Connector 12">
            <a:extLst>
              <a:ext uri="{FF2B5EF4-FFF2-40B4-BE49-F238E27FC236}">
                <a16:creationId xmlns:a16="http://schemas.microsoft.com/office/drawing/2014/main" id="{A3405822-A54E-93B6-60E0-51C256CC4DD6}"/>
              </a:ext>
            </a:extLst>
          </p:cNvPr>
          <p:cNvCxnSpPr>
            <a:cxnSpLocks/>
            <a:stCxn id="265" idx="3"/>
            <a:endCxn id="241" idx="1"/>
          </p:cNvCxnSpPr>
          <p:nvPr/>
        </p:nvCxnSpPr>
        <p:spPr>
          <a:xfrm>
            <a:off x="1471449" y="395919"/>
            <a:ext cx="1602024" cy="226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Arrow Connector 12">
            <a:extLst>
              <a:ext uri="{FF2B5EF4-FFF2-40B4-BE49-F238E27FC236}">
                <a16:creationId xmlns:a16="http://schemas.microsoft.com/office/drawing/2014/main" id="{5501DFAA-EFB3-421A-48AD-B7410D0D3B9E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>
            <a:off x="10945952" y="2116387"/>
            <a:ext cx="0" cy="77328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5" name="Rounded Rectangle 274">
            <a:extLst>
              <a:ext uri="{FF2B5EF4-FFF2-40B4-BE49-F238E27FC236}">
                <a16:creationId xmlns:a16="http://schemas.microsoft.com/office/drawing/2014/main" id="{39DE9B6D-5FCC-1D8A-2358-63173929326F}"/>
              </a:ext>
            </a:extLst>
          </p:cNvPr>
          <p:cNvSpPr>
            <a:spLocks noChangeAspect="1"/>
          </p:cNvSpPr>
          <p:nvPr/>
        </p:nvSpPr>
        <p:spPr>
          <a:xfrm>
            <a:off x="9412826" y="2005824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028F9FB-7E01-6457-6C77-EAC96AD2BC8B}"/>
              </a:ext>
            </a:extLst>
          </p:cNvPr>
          <p:cNvSpPr txBox="1"/>
          <p:nvPr/>
        </p:nvSpPr>
        <p:spPr>
          <a:xfrm>
            <a:off x="8567813" y="2281328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700FC9C-9284-FA35-C98A-E1868D3C71F2}"/>
              </a:ext>
            </a:extLst>
          </p:cNvPr>
          <p:cNvSpPr txBox="1"/>
          <p:nvPr/>
        </p:nvSpPr>
        <p:spPr>
          <a:xfrm>
            <a:off x="1503719" y="425943"/>
            <a:ext cx="1410543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 items: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summary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analysis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options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actions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locators</a:t>
            </a:r>
          </a:p>
        </p:txBody>
      </p:sp>
      <p:cxnSp>
        <p:nvCxnSpPr>
          <p:cNvPr id="278" name="Straight Arrow Connector 12">
            <a:extLst>
              <a:ext uri="{FF2B5EF4-FFF2-40B4-BE49-F238E27FC236}">
                <a16:creationId xmlns:a16="http://schemas.microsoft.com/office/drawing/2014/main" id="{12FD7CE9-EC23-98B1-CDF1-6E24035B168E}"/>
              </a:ext>
            </a:extLst>
          </p:cNvPr>
          <p:cNvCxnSpPr>
            <a:cxnSpLocks/>
            <a:stCxn id="241" idx="2"/>
          </p:cNvCxnSpPr>
          <p:nvPr/>
        </p:nvCxnSpPr>
        <p:spPr>
          <a:xfrm flipH="1">
            <a:off x="3673139" y="592345"/>
            <a:ext cx="2080" cy="2301362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C9CEC3B9-C61E-BF52-09C5-B01B84897F43}"/>
              </a:ext>
            </a:extLst>
          </p:cNvPr>
          <p:cNvSpPr txBox="1"/>
          <p:nvPr/>
        </p:nvSpPr>
        <p:spPr>
          <a:xfrm>
            <a:off x="3009566" y="1012915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284" name="Rounded Rectangle 283">
            <a:extLst>
              <a:ext uri="{FF2B5EF4-FFF2-40B4-BE49-F238E27FC236}">
                <a16:creationId xmlns:a16="http://schemas.microsoft.com/office/drawing/2014/main" id="{33D86450-0061-F613-0496-F961508074A8}"/>
              </a:ext>
            </a:extLst>
          </p:cNvPr>
          <p:cNvSpPr>
            <a:spLocks noChangeAspect="1"/>
          </p:cNvSpPr>
          <p:nvPr/>
        </p:nvSpPr>
        <p:spPr>
          <a:xfrm>
            <a:off x="3278012" y="715158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F7F30B8-8F69-5A13-5A9A-F8DE005C6EA5}"/>
              </a:ext>
            </a:extLst>
          </p:cNvPr>
          <p:cNvSpPr txBox="1"/>
          <p:nvPr/>
        </p:nvSpPr>
        <p:spPr>
          <a:xfrm>
            <a:off x="178670" y="6248084"/>
            <a:ext cx="206306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ADVERTISER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FB4D65BB-EC5F-0D77-E8B9-D243AF0C8B8D}"/>
              </a:ext>
            </a:extLst>
          </p:cNvPr>
          <p:cNvGrpSpPr/>
          <p:nvPr/>
        </p:nvGrpSpPr>
        <p:grpSpPr>
          <a:xfrm>
            <a:off x="224094" y="198367"/>
            <a:ext cx="1260278" cy="1788478"/>
            <a:chOff x="212807" y="198367"/>
            <a:chExt cx="1260278" cy="1788478"/>
          </a:xfrm>
        </p:grpSpPr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35488A1E-4A26-820D-EF9F-164F177FDDEF}"/>
                </a:ext>
              </a:extLst>
            </p:cNvPr>
            <p:cNvGrpSpPr/>
            <p:nvPr/>
          </p:nvGrpSpPr>
          <p:grpSpPr>
            <a:xfrm>
              <a:off x="212807" y="198367"/>
              <a:ext cx="1260278" cy="1788478"/>
              <a:chOff x="212807" y="198367"/>
              <a:chExt cx="1260278" cy="1788478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D4429960-43C9-636B-E8CC-F8FA4176DA6F}"/>
                  </a:ext>
                </a:extLst>
              </p:cNvPr>
              <p:cNvGrpSpPr/>
              <p:nvPr/>
            </p:nvGrpSpPr>
            <p:grpSpPr>
              <a:xfrm>
                <a:off x="212807" y="198367"/>
                <a:ext cx="1260278" cy="1788478"/>
                <a:chOff x="2671809" y="1261069"/>
                <a:chExt cx="1260278" cy="1788478"/>
              </a:xfrm>
            </p:grpSpPr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9507CDF6-0A46-DC66-7A70-2F536E15516D}"/>
                    </a:ext>
                  </a:extLst>
                </p:cNvPr>
                <p:cNvSpPr/>
                <p:nvPr/>
              </p:nvSpPr>
              <p:spPr>
                <a:xfrm>
                  <a:off x="2671809" y="1261069"/>
                  <a:ext cx="1260278" cy="1788478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 rIns="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4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🤝 </a:t>
                  </a:r>
                  <a:r>
                    <a:rPr lang="en-US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auditing</a:t>
                  </a:r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BDAD9696-0E13-688E-D4CA-AD91EA80C585}"/>
                    </a:ext>
                  </a:extLst>
                </p:cNvPr>
                <p:cNvSpPr/>
                <p:nvPr/>
              </p:nvSpPr>
              <p:spPr>
                <a:xfrm>
                  <a:off x="2752625" y="1619505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🤗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62893914-1561-FF5E-0706-30769625EFDA}"/>
                    </a:ext>
                  </a:extLst>
                </p:cNvPr>
                <p:cNvSpPr/>
                <p:nvPr/>
              </p:nvSpPr>
              <p:spPr>
                <a:xfrm>
                  <a:off x="2752625" y="2107314"/>
                  <a:ext cx="501299" cy="39109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🧚</a:t>
                  </a:r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13CE89A4-5254-F8A4-FFD9-742D7709CF4C}"/>
                    </a:ext>
                  </a:extLst>
                </p:cNvPr>
                <p:cNvSpPr/>
                <p:nvPr/>
              </p:nvSpPr>
              <p:spPr>
                <a:xfrm>
                  <a:off x="3345195" y="2106577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👀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CFD8FE2E-894F-0E58-C1EE-9F7CBD5BDC9A}"/>
                    </a:ext>
                  </a:extLst>
                </p:cNvPr>
                <p:cNvSpPr txBox="1"/>
                <p:nvPr/>
              </p:nvSpPr>
              <p:spPr>
                <a:xfrm>
                  <a:off x="3675508" y="1273955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B42EC763-5F8A-C04F-9D5A-172DDEE9450A}"/>
                  </a:ext>
                </a:extLst>
              </p:cNvPr>
              <p:cNvSpPr/>
              <p:nvPr/>
            </p:nvSpPr>
            <p:spPr>
              <a:xfrm>
                <a:off x="293516" y="1518998"/>
                <a:ext cx="501300" cy="3924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2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r>
                  <a:rPr lang="en-GB" sz="2800" baseline="-90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8195573C-BB30-B430-C2DC-2D2A1E2DFC44}"/>
                </a:ext>
              </a:extLst>
            </p:cNvPr>
            <p:cNvSpPr/>
            <p:nvPr/>
          </p:nvSpPr>
          <p:spPr>
            <a:xfrm>
              <a:off x="888559" y="556803"/>
              <a:ext cx="501299" cy="3924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B54267EC-725E-4E01-982B-B196FE3E6DED}"/>
              </a:ext>
            </a:extLst>
          </p:cNvPr>
          <p:cNvSpPr txBox="1"/>
          <p:nvPr/>
        </p:nvSpPr>
        <p:spPr>
          <a:xfrm>
            <a:off x="4999474" y="3853638"/>
            <a:ext cx="162495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sorted actions</a:t>
            </a: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EEC0B438-CFAC-68BF-01E6-22CD944A123B}"/>
              </a:ext>
            </a:extLst>
          </p:cNvPr>
          <p:cNvSpPr>
            <a:spLocks noChangeAspect="1"/>
          </p:cNvSpPr>
          <p:nvPr/>
        </p:nvSpPr>
        <p:spPr>
          <a:xfrm>
            <a:off x="4750892" y="38982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04CA260E-BAF4-0005-C8DA-759C950BA4E1}"/>
              </a:ext>
            </a:extLst>
          </p:cNvPr>
          <p:cNvCxnSpPr>
            <a:cxnSpLocks/>
            <a:endCxn id="71" idx="3"/>
          </p:cNvCxnSpPr>
          <p:nvPr/>
        </p:nvCxnSpPr>
        <p:spPr>
          <a:xfrm rot="5400000">
            <a:off x="4253205" y="5224634"/>
            <a:ext cx="437171" cy="22096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headEnd type="triangl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0E1E50-D39F-5EA7-B07D-EB57E39C7160}"/>
              </a:ext>
            </a:extLst>
          </p:cNvPr>
          <p:cNvGrpSpPr/>
          <p:nvPr/>
        </p:nvGrpSpPr>
        <p:grpSpPr>
          <a:xfrm>
            <a:off x="4750892" y="5331477"/>
            <a:ext cx="2282795" cy="338554"/>
            <a:chOff x="4667191" y="985951"/>
            <a:chExt cx="2282795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263A264-D3C3-B8AC-612E-390B7FFC3326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selected action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1D18006A-BDB4-9C30-3325-91530335B8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67191" y="1026770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5D5866F1-C970-3165-82FA-7C9F66BFE7BF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6034138" y="-1103708"/>
            <a:ext cx="1891305" cy="6103524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CFE864-2710-E692-A395-CB90977BFDD7}"/>
              </a:ext>
            </a:extLst>
          </p:cNvPr>
          <p:cNvSpPr txBox="1"/>
          <p:nvPr/>
        </p:nvSpPr>
        <p:spPr>
          <a:xfrm>
            <a:off x="3806200" y="289370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34806-25DD-E0B8-F03C-B6CFA135ED09}"/>
              </a:ext>
            </a:extLst>
          </p:cNvPr>
          <p:cNvSpPr/>
          <p:nvPr/>
        </p:nvSpPr>
        <p:spPr>
          <a:xfrm>
            <a:off x="10104140" y="1652880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F71313-3811-B1BE-6265-300F051DCF70}"/>
              </a:ext>
            </a:extLst>
          </p:cNvPr>
          <p:cNvSpPr txBox="1"/>
          <p:nvPr/>
        </p:nvSpPr>
        <p:spPr>
          <a:xfrm>
            <a:off x="10038522" y="288234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912AD610-8D30-9131-5C4C-3D0CA34F69E9}"/>
              </a:ext>
            </a:extLst>
          </p:cNvPr>
          <p:cNvCxnSpPr>
            <a:cxnSpLocks/>
            <a:stCxn id="16" idx="3"/>
            <a:endCxn id="9" idx="3"/>
          </p:cNvCxnSpPr>
          <p:nvPr/>
        </p:nvCxnSpPr>
        <p:spPr>
          <a:xfrm flipV="1">
            <a:off x="4591701" y="1849080"/>
            <a:ext cx="7200839" cy="3005475"/>
          </a:xfrm>
          <a:prstGeom prst="bentConnector3">
            <a:avLst>
              <a:gd name="adj1" fmla="val 103175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B43C7D2-4C0A-E60B-FEFA-96FB16B3F071}"/>
              </a:ext>
            </a:extLst>
          </p:cNvPr>
          <p:cNvSpPr txBox="1"/>
          <p:nvPr/>
        </p:nvSpPr>
        <p:spPr>
          <a:xfrm>
            <a:off x="11006953" y="2516993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5F32961-82C1-0583-C33D-872AB3036A1B}"/>
              </a:ext>
            </a:extLst>
          </p:cNvPr>
          <p:cNvSpPr>
            <a:spLocks noChangeAspect="1"/>
          </p:cNvSpPr>
          <p:nvPr/>
        </p:nvSpPr>
        <p:spPr>
          <a:xfrm>
            <a:off x="11603751" y="224909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0245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3885-F462-FB8E-3100-F9454246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CBE75F-F81A-2433-E250-BD303D622BFB}"/>
              </a:ext>
            </a:extLst>
          </p:cNvPr>
          <p:cNvSpPr/>
          <p:nvPr/>
        </p:nvSpPr>
        <p:spPr>
          <a:xfrm>
            <a:off x="144139" y="2890741"/>
            <a:ext cx="1481277" cy="13034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FBDA1-FE11-F35B-9528-7F1D05169BFA}"/>
              </a:ext>
            </a:extLst>
          </p:cNvPr>
          <p:cNvSpPr/>
          <p:nvPr/>
        </p:nvSpPr>
        <p:spPr>
          <a:xfrm>
            <a:off x="9614109" y="2889672"/>
            <a:ext cx="1828801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4B6A18-56DC-EFAC-1B08-E365F1D81889}"/>
              </a:ext>
            </a:extLst>
          </p:cNvPr>
          <p:cNvSpPr/>
          <p:nvPr/>
        </p:nvSpPr>
        <p:spPr>
          <a:xfrm>
            <a:off x="2612174" y="2893707"/>
            <a:ext cx="1982110" cy="22155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advertiser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DF03045-DC0E-607B-1BBA-C002772FB9A7}"/>
              </a:ext>
            </a:extLst>
          </p:cNvPr>
          <p:cNvSpPr/>
          <p:nvPr/>
        </p:nvSpPr>
        <p:spPr>
          <a:xfrm>
            <a:off x="6495876" y="2888031"/>
            <a:ext cx="1719072" cy="130098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curator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1A2546-8F10-DB27-F1E0-B4591CEDC90C}"/>
              </a:ext>
            </a:extLst>
          </p:cNvPr>
          <p:cNvSpPr/>
          <p:nvPr/>
        </p:nvSpPr>
        <p:spPr>
          <a:xfrm>
            <a:off x="9614109" y="129209"/>
            <a:ext cx="1828801" cy="198717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broker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5391E80-2444-35A3-6332-50CD4947D8A9}"/>
              </a:ext>
            </a:extLst>
          </p:cNvPr>
          <p:cNvSpPr/>
          <p:nvPr/>
        </p:nvSpPr>
        <p:spPr>
          <a:xfrm>
            <a:off x="6565829" y="3726986"/>
            <a:ext cx="159723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E10567-0F89-D6EC-E998-267CFA3B1FEA}"/>
              </a:ext>
            </a:extLst>
          </p:cNvPr>
          <p:cNvSpPr/>
          <p:nvPr/>
        </p:nvSpPr>
        <p:spPr>
          <a:xfrm>
            <a:off x="2686268" y="3254173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Advertiser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8EBDE-A196-6C81-3E72-6857476EE8D7}"/>
              </a:ext>
            </a:extLst>
          </p:cNvPr>
          <p:cNvSpPr/>
          <p:nvPr/>
        </p:nvSpPr>
        <p:spPr>
          <a:xfrm>
            <a:off x="222595" y="3726986"/>
            <a:ext cx="1334145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830082-E184-CF3F-7D8B-8557D3003489}"/>
              </a:ext>
            </a:extLst>
          </p:cNvPr>
          <p:cNvSpPr/>
          <p:nvPr/>
        </p:nvSpPr>
        <p:spPr>
          <a:xfrm>
            <a:off x="222593" y="3254173"/>
            <a:ext cx="1334146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Seller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5725D5-0509-EAC4-E195-4F8C10A61F01}"/>
              </a:ext>
            </a:extLst>
          </p:cNvPr>
          <p:cNvSpPr/>
          <p:nvPr/>
        </p:nvSpPr>
        <p:spPr>
          <a:xfrm>
            <a:off x="2686265" y="3726986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F5137B-89EE-1B45-5DCE-8F07327836CD}"/>
              </a:ext>
            </a:extLst>
          </p:cNvPr>
          <p:cNvSpPr/>
          <p:nvPr/>
        </p:nvSpPr>
        <p:spPr>
          <a:xfrm>
            <a:off x="2686268" y="41906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D22312-8B44-D8B4-54FF-E886FED85733}"/>
              </a:ext>
            </a:extLst>
          </p:cNvPr>
          <p:cNvSpPr/>
          <p:nvPr/>
        </p:nvSpPr>
        <p:spPr>
          <a:xfrm>
            <a:off x="2686264" y="4658355"/>
            <a:ext cx="1845803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Payer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F87546-28F0-E209-7C11-4F52F75368C8}"/>
              </a:ext>
            </a:extLst>
          </p:cNvPr>
          <p:cNvSpPr/>
          <p:nvPr/>
        </p:nvSpPr>
        <p:spPr>
          <a:xfrm>
            <a:off x="9690683" y="3254173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Host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6261D8-D7B9-7F69-2D47-6D501280CB29}"/>
              </a:ext>
            </a:extLst>
          </p:cNvPr>
          <p:cNvSpPr/>
          <p:nvPr/>
        </p:nvSpPr>
        <p:spPr>
          <a:xfrm>
            <a:off x="9689222" y="3726986"/>
            <a:ext cx="1688079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A4070F3B-A12E-EFA7-5967-9073EFAE4C35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>
            <a:off x="1556740" y="3923186"/>
            <a:ext cx="1129525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5F78594-E4D4-3CDC-6840-4E04E2BB0F27}"/>
              </a:ext>
            </a:extLst>
          </p:cNvPr>
          <p:cNvSpPr/>
          <p:nvPr/>
        </p:nvSpPr>
        <p:spPr>
          <a:xfrm>
            <a:off x="6557326" y="3255483"/>
            <a:ext cx="1605738" cy="39109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🧚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Curator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EC8F244-5DBF-EDFD-5C18-4D2AB0ACDBD9}"/>
              </a:ext>
            </a:extLst>
          </p:cNvPr>
          <p:cNvSpPr/>
          <p:nvPr/>
        </p:nvSpPr>
        <p:spPr>
          <a:xfrm>
            <a:off x="9686698" y="1173037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Broker</a:t>
            </a:r>
          </a:p>
        </p:txBody>
      </p:sp>
      <p:cxnSp>
        <p:nvCxnSpPr>
          <p:cNvPr id="8" name="Straight Arrow Connector 12">
            <a:extLst>
              <a:ext uri="{FF2B5EF4-FFF2-40B4-BE49-F238E27FC236}">
                <a16:creationId xmlns:a16="http://schemas.microsoft.com/office/drawing/2014/main" id="{24824055-B9BD-4B95-EB02-D39A0559D43C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1654234" y="3354820"/>
            <a:ext cx="267469" cy="1796600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49503284-BDC4-EB40-4B38-C949BBBBCD03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1556739" y="3450373"/>
            <a:ext cx="1129529" cy="0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12">
            <a:extLst>
              <a:ext uri="{FF2B5EF4-FFF2-40B4-BE49-F238E27FC236}">
                <a16:creationId xmlns:a16="http://schemas.microsoft.com/office/drawing/2014/main" id="{9A9711DC-F06A-B660-545E-101901011F57}"/>
              </a:ext>
            </a:extLst>
          </p:cNvPr>
          <p:cNvCxnSpPr>
            <a:cxnSpLocks/>
            <a:endCxn id="71" idx="1"/>
          </p:cNvCxnSpPr>
          <p:nvPr/>
        </p:nvCxnSpPr>
        <p:spPr>
          <a:xfrm rot="16200000" flipH="1">
            <a:off x="2583585" y="5211950"/>
            <a:ext cx="444435" cy="239072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D8F7D7CD-F42D-D125-6484-1FD95A32FC8F}"/>
              </a:ext>
            </a:extLst>
          </p:cNvPr>
          <p:cNvSpPr/>
          <p:nvPr/>
        </p:nvSpPr>
        <p:spPr>
          <a:xfrm>
            <a:off x="2925338" y="5357504"/>
            <a:ext cx="1376334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Wallet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270E9BAD-0958-CCEB-C7B1-1C192D27BA6A}"/>
              </a:ext>
            </a:extLst>
          </p:cNvPr>
          <p:cNvCxnSpPr>
            <a:cxnSpLocks/>
            <a:stCxn id="36" idx="1"/>
            <a:endCxn id="2" idx="3"/>
          </p:cNvCxnSpPr>
          <p:nvPr/>
        </p:nvCxnSpPr>
        <p:spPr>
          <a:xfrm flipH="1" flipV="1">
            <a:off x="4532071" y="3450373"/>
            <a:ext cx="2025255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43D73B8-8FEE-7D00-54D6-D558E7CDD034}"/>
              </a:ext>
            </a:extLst>
          </p:cNvPr>
          <p:cNvSpPr txBox="1"/>
          <p:nvPr/>
        </p:nvSpPr>
        <p:spPr>
          <a:xfrm>
            <a:off x="4354289" y="2228161"/>
            <a:ext cx="2024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possible actions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A9271A41-75FF-8657-4EC1-2B34C2B09F23}"/>
              </a:ext>
            </a:extLst>
          </p:cNvPr>
          <p:cNvCxnSpPr>
            <a:cxnSpLocks/>
            <a:stCxn id="22" idx="1"/>
            <a:endCxn id="37" idx="1"/>
          </p:cNvCxnSpPr>
          <p:nvPr/>
        </p:nvCxnSpPr>
        <p:spPr>
          <a:xfrm rot="10800000" flipH="1">
            <a:off x="9621079" y="1466811"/>
            <a:ext cx="1" cy="1600204"/>
          </a:xfrm>
          <a:prstGeom prst="bentConnector3">
            <a:avLst>
              <a:gd name="adj1" fmla="val -2286000000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827C60DC-B3B1-8BCF-9A04-62B3018C5585}"/>
              </a:ext>
            </a:extLst>
          </p:cNvPr>
          <p:cNvSpPr>
            <a:spLocks noChangeAspect="1"/>
          </p:cNvSpPr>
          <p:nvPr/>
        </p:nvSpPr>
        <p:spPr>
          <a:xfrm>
            <a:off x="10107047" y="224938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7" name="Straight Arrow Connector 12">
            <a:extLst>
              <a:ext uri="{FF2B5EF4-FFF2-40B4-BE49-F238E27FC236}">
                <a16:creationId xmlns:a16="http://schemas.microsoft.com/office/drawing/2014/main" id="{5ED09453-6ABB-4F61-A024-4420BEAEC5C6}"/>
              </a:ext>
            </a:extLst>
          </p:cNvPr>
          <p:cNvCxnSpPr>
            <a:cxnSpLocks/>
            <a:stCxn id="3" idx="1"/>
            <a:endCxn id="36" idx="3"/>
          </p:cNvCxnSpPr>
          <p:nvPr/>
        </p:nvCxnSpPr>
        <p:spPr>
          <a:xfrm flipH="1">
            <a:off x="8163064" y="3450373"/>
            <a:ext cx="1527619" cy="65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6491173-1880-4243-8091-0465128FEBE2}"/>
              </a:ext>
            </a:extLst>
          </p:cNvPr>
          <p:cNvSpPr txBox="1"/>
          <p:nvPr/>
        </p:nvSpPr>
        <p:spPr>
          <a:xfrm>
            <a:off x="8572138" y="3552283"/>
            <a:ext cx="139874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summary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4AFD45D5-5FAC-73C5-E7E8-EDCFC38A3D43}"/>
              </a:ext>
            </a:extLst>
          </p:cNvPr>
          <p:cNvSpPr>
            <a:spLocks noChangeAspect="1"/>
          </p:cNvSpPr>
          <p:nvPr/>
        </p:nvSpPr>
        <p:spPr>
          <a:xfrm>
            <a:off x="8326415" y="35796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9F54806B-755D-A06E-9914-D5D489A9C6EC}"/>
              </a:ext>
            </a:extLst>
          </p:cNvPr>
          <p:cNvSpPr>
            <a:spLocks noChangeAspect="1"/>
          </p:cNvSpPr>
          <p:nvPr/>
        </p:nvSpPr>
        <p:spPr>
          <a:xfrm>
            <a:off x="4095433" y="2272739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EC4600F-66EA-8F09-52CA-867E9F77E372}"/>
              </a:ext>
            </a:extLst>
          </p:cNvPr>
          <p:cNvGrpSpPr/>
          <p:nvPr/>
        </p:nvGrpSpPr>
        <p:grpSpPr>
          <a:xfrm>
            <a:off x="563133" y="5331486"/>
            <a:ext cx="2024040" cy="338554"/>
            <a:chOff x="4925946" y="985951"/>
            <a:chExt cx="2024040" cy="338554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6FA070D-ED6F-6C59-3EF8-BD97520D3D51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next best actions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5BCC5E85-C081-32F5-A2D8-723CA31770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10011" y="1038369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244E7B25-D1C0-B126-0F42-8359F9EB552F}"/>
              </a:ext>
            </a:extLst>
          </p:cNvPr>
          <p:cNvSpPr txBox="1"/>
          <p:nvPr/>
        </p:nvSpPr>
        <p:spPr>
          <a:xfrm>
            <a:off x="3977489" y="1338555"/>
            <a:ext cx="31828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 to selected option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A4D5E8D8-D4BB-1186-9AD9-F7A4306BB09A}"/>
              </a:ext>
            </a:extLst>
          </p:cNvPr>
          <p:cNvSpPr>
            <a:spLocks noChangeAspect="1"/>
          </p:cNvSpPr>
          <p:nvPr/>
        </p:nvSpPr>
        <p:spPr>
          <a:xfrm>
            <a:off x="3718734" y="1389648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45720" rIns="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962B406-4278-C40C-7E46-804379D400E7}"/>
              </a:ext>
            </a:extLst>
          </p:cNvPr>
          <p:cNvSpPr txBox="1"/>
          <p:nvPr/>
        </p:nvSpPr>
        <p:spPr>
          <a:xfrm>
            <a:off x="1956305" y="3547880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debit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7F79E10-93BD-5BC1-9D5D-F373E538D503}"/>
              </a:ext>
            </a:extLst>
          </p:cNvPr>
          <p:cNvSpPr txBox="1"/>
          <p:nvPr/>
        </p:nvSpPr>
        <p:spPr>
          <a:xfrm>
            <a:off x="785178" y="4380356"/>
            <a:ext cx="154389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58E726A-1D5C-6DB6-89AE-CE35043FC9AD}"/>
              </a:ext>
            </a:extLst>
          </p:cNvPr>
          <p:cNvSpPr txBox="1"/>
          <p:nvPr/>
        </p:nvSpPr>
        <p:spPr>
          <a:xfrm>
            <a:off x="1961333" y="3031497"/>
            <a:ext cx="6391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C886897-D8E0-3180-D02E-B883B989D73A}"/>
              </a:ext>
            </a:extLst>
          </p:cNvPr>
          <p:cNvSpPr txBox="1"/>
          <p:nvPr/>
        </p:nvSpPr>
        <p:spPr>
          <a:xfrm>
            <a:off x="9232217" y="2558077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</a:t>
            </a: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4579CBE5-5B9C-7216-2E85-91E9DC72DC4F}"/>
              </a:ext>
            </a:extLst>
          </p:cNvPr>
          <p:cNvCxnSpPr>
            <a:cxnSpLocks/>
            <a:stCxn id="16" idx="3"/>
            <a:endCxn id="7" idx="2"/>
          </p:cNvCxnSpPr>
          <p:nvPr/>
        </p:nvCxnSpPr>
        <p:spPr>
          <a:xfrm flipV="1">
            <a:off x="4532067" y="4119386"/>
            <a:ext cx="6001195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">
            <a:extLst>
              <a:ext uri="{FF2B5EF4-FFF2-40B4-BE49-F238E27FC236}">
                <a16:creationId xmlns:a16="http://schemas.microsoft.com/office/drawing/2014/main" id="{8733131C-5D42-AC31-3AEA-7C62DCF739AF}"/>
              </a:ext>
            </a:extLst>
          </p:cNvPr>
          <p:cNvCxnSpPr>
            <a:cxnSpLocks/>
            <a:stCxn id="16" idx="3"/>
            <a:endCxn id="131" idx="2"/>
          </p:cNvCxnSpPr>
          <p:nvPr/>
        </p:nvCxnSpPr>
        <p:spPr>
          <a:xfrm flipV="1">
            <a:off x="4532067" y="4119386"/>
            <a:ext cx="2832380" cy="73516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3C1FD5C-A725-013D-6CA6-21850D387CA9}"/>
              </a:ext>
            </a:extLst>
          </p:cNvPr>
          <p:cNvSpPr txBox="1"/>
          <p:nvPr/>
        </p:nvSpPr>
        <p:spPr>
          <a:xfrm>
            <a:off x="9168471" y="4438769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527D20CA-8B60-1FE3-5CA9-E7D1C89C158E}"/>
              </a:ext>
            </a:extLst>
          </p:cNvPr>
          <p:cNvCxnSpPr>
            <a:cxnSpLocks/>
            <a:endCxn id="252" idx="0"/>
          </p:cNvCxnSpPr>
          <p:nvPr/>
        </p:nvCxnSpPr>
        <p:spPr>
          <a:xfrm rot="5400000" flipH="1" flipV="1">
            <a:off x="5488982" y="1497263"/>
            <a:ext cx="23577" cy="2788669"/>
          </a:xfrm>
          <a:prstGeom prst="bentConnector3">
            <a:avLst>
              <a:gd name="adj1" fmla="val 1069589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29FAD8A6-AFE2-AB6D-3E44-BC977D7A0E93}"/>
              </a:ext>
            </a:extLst>
          </p:cNvPr>
          <p:cNvSpPr txBox="1"/>
          <p:nvPr/>
        </p:nvSpPr>
        <p:spPr>
          <a:xfrm>
            <a:off x="6010847" y="4436656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AD55190-C6E9-6D32-C5EB-12C9744EAEFA}"/>
              </a:ext>
            </a:extLst>
          </p:cNvPr>
          <p:cNvSpPr txBox="1"/>
          <p:nvPr/>
        </p:nvSpPr>
        <p:spPr>
          <a:xfrm>
            <a:off x="4939840" y="3509325"/>
            <a:ext cx="142821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EB466988-86D0-76F8-FEF8-2A19E359BBE0}"/>
              </a:ext>
            </a:extLst>
          </p:cNvPr>
          <p:cNvSpPr>
            <a:spLocks noChangeAspect="1"/>
          </p:cNvSpPr>
          <p:nvPr/>
        </p:nvSpPr>
        <p:spPr>
          <a:xfrm>
            <a:off x="4691258" y="3553903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BC24F255-AA4C-BCDB-AC5B-E59A11B47EDE}"/>
              </a:ext>
            </a:extLst>
          </p:cNvPr>
          <p:cNvSpPr>
            <a:spLocks noChangeAspect="1"/>
          </p:cNvSpPr>
          <p:nvPr/>
        </p:nvSpPr>
        <p:spPr>
          <a:xfrm>
            <a:off x="1721519" y="3088051"/>
            <a:ext cx="273600" cy="2679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BAF3D82D-E96A-C6B2-8F3C-FF0E9572DA53}"/>
              </a:ext>
            </a:extLst>
          </p:cNvPr>
          <p:cNvSpPr>
            <a:spLocks noChangeAspect="1"/>
          </p:cNvSpPr>
          <p:nvPr/>
        </p:nvSpPr>
        <p:spPr>
          <a:xfrm>
            <a:off x="1717853" y="3587050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B0E174EC-6A24-BA2B-EF8C-E8C1D5BEC3D2}"/>
              </a:ext>
            </a:extLst>
          </p:cNvPr>
          <p:cNvSpPr>
            <a:spLocks noChangeAspect="1"/>
          </p:cNvSpPr>
          <p:nvPr/>
        </p:nvSpPr>
        <p:spPr>
          <a:xfrm>
            <a:off x="521548" y="4423721"/>
            <a:ext cx="273600" cy="267900"/>
          </a:xfrm>
          <a:prstGeom prst="roundRect">
            <a:avLst/>
          </a:prstGeom>
          <a:solidFill>
            <a:srgbClr val="9452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61A89918-1F0E-EA9F-9390-D496D083C5BC}"/>
              </a:ext>
            </a:extLst>
          </p:cNvPr>
          <p:cNvSpPr>
            <a:spLocks noChangeAspect="1"/>
          </p:cNvSpPr>
          <p:nvPr/>
        </p:nvSpPr>
        <p:spPr>
          <a:xfrm>
            <a:off x="6979701" y="4479725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3DCE333C-94FB-5434-47A4-AE6D67E17AB1}"/>
              </a:ext>
            </a:extLst>
          </p:cNvPr>
          <p:cNvSpPr>
            <a:spLocks noChangeAspect="1"/>
          </p:cNvSpPr>
          <p:nvPr/>
        </p:nvSpPr>
        <p:spPr>
          <a:xfrm>
            <a:off x="10141151" y="4479725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7CAC361-BCB5-56A3-5B73-41E896B37BBD}"/>
              </a:ext>
            </a:extLst>
          </p:cNvPr>
          <p:cNvSpPr/>
          <p:nvPr/>
        </p:nvSpPr>
        <p:spPr>
          <a:xfrm>
            <a:off x="9700414" y="685134"/>
            <a:ext cx="1674684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🤝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Biller</a:t>
            </a:r>
          </a:p>
        </p:txBody>
      </p:sp>
      <p:cxnSp>
        <p:nvCxnSpPr>
          <p:cNvPr id="242" name="Straight Arrow Connector 12">
            <a:extLst>
              <a:ext uri="{FF2B5EF4-FFF2-40B4-BE49-F238E27FC236}">
                <a16:creationId xmlns:a16="http://schemas.microsoft.com/office/drawing/2014/main" id="{40B193F2-9B00-169D-4574-8DDCD3630C5E}"/>
              </a:ext>
            </a:extLst>
          </p:cNvPr>
          <p:cNvCxnSpPr>
            <a:cxnSpLocks/>
            <a:stCxn id="44" idx="3"/>
            <a:endCxn id="241" idx="3"/>
          </p:cNvCxnSpPr>
          <p:nvPr/>
        </p:nvCxnSpPr>
        <p:spPr>
          <a:xfrm flipV="1">
            <a:off x="11375098" y="881334"/>
            <a:ext cx="12700" cy="487903"/>
          </a:xfrm>
          <a:prstGeom prst="bentConnector3">
            <a:avLst>
              <a:gd name="adj1" fmla="val 532174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219A1EB-11FD-E8DA-EE6B-3CE4D09FC3CC}"/>
              </a:ext>
            </a:extLst>
          </p:cNvPr>
          <p:cNvGrpSpPr/>
          <p:nvPr/>
        </p:nvGrpSpPr>
        <p:grpSpPr>
          <a:xfrm>
            <a:off x="11461403" y="246862"/>
            <a:ext cx="689456" cy="1005035"/>
            <a:chOff x="9540384" y="826929"/>
            <a:chExt cx="689456" cy="1005035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C1775752-7C0B-0EF2-694C-EC3C72E0CF31}"/>
                </a:ext>
              </a:extLst>
            </p:cNvPr>
            <p:cNvSpPr txBox="1"/>
            <p:nvPr/>
          </p:nvSpPr>
          <p:spPr>
            <a:xfrm>
              <a:off x="9540384" y="826929"/>
              <a:ext cx="689456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new bill</a:t>
              </a:r>
            </a:p>
          </p:txBody>
        </p: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A82DF6FC-FFFD-E0A6-583F-45E8D4E07B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0247" y="1564064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881D377D-C953-DA3F-2D22-A1D694D757BE}"/>
              </a:ext>
            </a:extLst>
          </p:cNvPr>
          <p:cNvSpPr txBox="1"/>
          <p:nvPr/>
        </p:nvSpPr>
        <p:spPr>
          <a:xfrm>
            <a:off x="6773277" y="2879808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262" name="Straight Arrow Connector 12">
            <a:extLst>
              <a:ext uri="{FF2B5EF4-FFF2-40B4-BE49-F238E27FC236}">
                <a16:creationId xmlns:a16="http://schemas.microsoft.com/office/drawing/2014/main" id="{CF1D7981-9F70-BE35-E906-CFBBEF5A4B74}"/>
              </a:ext>
            </a:extLst>
          </p:cNvPr>
          <p:cNvCxnSpPr>
            <a:cxnSpLocks/>
            <a:stCxn id="265" idx="3"/>
            <a:endCxn id="241" idx="0"/>
          </p:cNvCxnSpPr>
          <p:nvPr/>
        </p:nvCxnSpPr>
        <p:spPr>
          <a:xfrm>
            <a:off x="1411815" y="485370"/>
            <a:ext cx="9125941" cy="199764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2" name="Straight Arrow Connector 12">
            <a:extLst>
              <a:ext uri="{FF2B5EF4-FFF2-40B4-BE49-F238E27FC236}">
                <a16:creationId xmlns:a16="http://schemas.microsoft.com/office/drawing/2014/main" id="{D4C95635-78E5-2AC3-ACA2-399EBBBD9972}"/>
              </a:ext>
            </a:extLst>
          </p:cNvPr>
          <p:cNvCxnSpPr>
            <a:cxnSpLocks/>
            <a:stCxn id="10" idx="2"/>
            <a:endCxn id="23" idx="0"/>
          </p:cNvCxnSpPr>
          <p:nvPr/>
        </p:nvCxnSpPr>
        <p:spPr>
          <a:xfrm>
            <a:off x="10528510" y="2116387"/>
            <a:ext cx="0" cy="773285"/>
          </a:xfrm>
          <a:prstGeom prst="straightConnector1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5" name="Rounded Rectangle 274">
            <a:extLst>
              <a:ext uri="{FF2B5EF4-FFF2-40B4-BE49-F238E27FC236}">
                <a16:creationId xmlns:a16="http://schemas.microsoft.com/office/drawing/2014/main" id="{51BB5371-9FE7-87A6-DE27-105F567C4B6A}"/>
              </a:ext>
            </a:extLst>
          </p:cNvPr>
          <p:cNvSpPr>
            <a:spLocks noChangeAspect="1"/>
          </p:cNvSpPr>
          <p:nvPr/>
        </p:nvSpPr>
        <p:spPr>
          <a:xfrm>
            <a:off x="8995384" y="2005824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CFB7B7B2-40D9-5E0C-CCF7-0345DE227A2C}"/>
              </a:ext>
            </a:extLst>
          </p:cNvPr>
          <p:cNvSpPr txBox="1"/>
          <p:nvPr/>
        </p:nvSpPr>
        <p:spPr>
          <a:xfrm>
            <a:off x="8150371" y="2281328"/>
            <a:ext cx="123529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51CFDFFE-BC3C-DCDD-1BA5-696C3DC47FB6}"/>
              </a:ext>
            </a:extLst>
          </p:cNvPr>
          <p:cNvSpPr txBox="1"/>
          <p:nvPr/>
        </p:nvSpPr>
        <p:spPr>
          <a:xfrm>
            <a:off x="1462710" y="517875"/>
            <a:ext cx="1410543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 items: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summary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analysis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options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actions</a:t>
            </a:r>
          </a:p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locators</a:t>
            </a:r>
          </a:p>
        </p:txBody>
      </p:sp>
      <p:cxnSp>
        <p:nvCxnSpPr>
          <p:cNvPr id="278" name="Straight Arrow Connector 12">
            <a:extLst>
              <a:ext uri="{FF2B5EF4-FFF2-40B4-BE49-F238E27FC236}">
                <a16:creationId xmlns:a16="http://schemas.microsoft.com/office/drawing/2014/main" id="{B7A02963-D3D8-3037-7324-3A6B4A4B2D4C}"/>
              </a:ext>
            </a:extLst>
          </p:cNvPr>
          <p:cNvCxnSpPr>
            <a:cxnSpLocks/>
            <a:stCxn id="241" idx="1"/>
            <a:endCxn id="31" idx="0"/>
          </p:cNvCxnSpPr>
          <p:nvPr/>
        </p:nvCxnSpPr>
        <p:spPr>
          <a:xfrm rot="10800000" flipV="1">
            <a:off x="3124726" y="881334"/>
            <a:ext cx="6575689" cy="2020894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021129-BDD3-A23E-79B5-28D323D46146}"/>
              </a:ext>
            </a:extLst>
          </p:cNvPr>
          <p:cNvGrpSpPr/>
          <p:nvPr/>
        </p:nvGrpSpPr>
        <p:grpSpPr>
          <a:xfrm>
            <a:off x="2472730" y="2136150"/>
            <a:ext cx="639105" cy="636311"/>
            <a:chOff x="3009566" y="715158"/>
            <a:chExt cx="639105" cy="636311"/>
          </a:xfrm>
        </p:grpSpPr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35B666D-A41B-A184-E27C-5560C62DE31A}"/>
                </a:ext>
              </a:extLst>
            </p:cNvPr>
            <p:cNvSpPr txBox="1"/>
            <p:nvPr/>
          </p:nvSpPr>
          <p:spPr>
            <a:xfrm>
              <a:off x="3009566" y="1012915"/>
              <a:ext cx="639105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/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debit</a:t>
              </a:r>
            </a:p>
          </p:txBody>
        </p:sp>
        <p:sp>
          <p:nvSpPr>
            <p:cNvPr id="284" name="Rounded Rectangle 283">
              <a:extLst>
                <a:ext uri="{FF2B5EF4-FFF2-40B4-BE49-F238E27FC236}">
                  <a16:creationId xmlns:a16="http://schemas.microsoft.com/office/drawing/2014/main" id="{C2C03422-4234-F9D3-87E4-DCA397F668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78012" y="715158"/>
              <a:ext cx="273600" cy="2679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sp>
        <p:nvSpPr>
          <p:cNvPr id="285" name="TextBox 284">
            <a:extLst>
              <a:ext uri="{FF2B5EF4-FFF2-40B4-BE49-F238E27FC236}">
                <a16:creationId xmlns:a16="http://schemas.microsoft.com/office/drawing/2014/main" id="{0B79059B-CEDA-4B41-92CD-D1208CFF1C19}"/>
              </a:ext>
            </a:extLst>
          </p:cNvPr>
          <p:cNvSpPr txBox="1"/>
          <p:nvPr/>
        </p:nvSpPr>
        <p:spPr>
          <a:xfrm>
            <a:off x="119036" y="6248084"/>
            <a:ext cx="206306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ADVERTISER</a:t>
            </a:r>
          </a:p>
        </p:txBody>
      </p: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CF11EA64-C175-DA31-C9AF-CA6F8C4744BB}"/>
              </a:ext>
            </a:extLst>
          </p:cNvPr>
          <p:cNvGrpSpPr/>
          <p:nvPr/>
        </p:nvGrpSpPr>
        <p:grpSpPr>
          <a:xfrm>
            <a:off x="164460" y="129209"/>
            <a:ext cx="1260278" cy="1857636"/>
            <a:chOff x="212807" y="129209"/>
            <a:chExt cx="1260278" cy="1857636"/>
          </a:xfrm>
        </p:grpSpPr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AF21E810-3952-424A-C706-268BE96FBD3D}"/>
                </a:ext>
              </a:extLst>
            </p:cNvPr>
            <p:cNvGrpSpPr/>
            <p:nvPr/>
          </p:nvGrpSpPr>
          <p:grpSpPr>
            <a:xfrm>
              <a:off x="212807" y="129209"/>
              <a:ext cx="1260278" cy="1857636"/>
              <a:chOff x="212807" y="129209"/>
              <a:chExt cx="1260278" cy="1857636"/>
            </a:xfrm>
          </p:grpSpPr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9D2E4B1C-405C-503C-CA05-0D585128C18E}"/>
                  </a:ext>
                </a:extLst>
              </p:cNvPr>
              <p:cNvGrpSpPr/>
              <p:nvPr/>
            </p:nvGrpSpPr>
            <p:grpSpPr>
              <a:xfrm>
                <a:off x="212807" y="129209"/>
                <a:ext cx="1260278" cy="1857636"/>
                <a:chOff x="2671809" y="1191911"/>
                <a:chExt cx="1260278" cy="1857636"/>
              </a:xfrm>
            </p:grpSpPr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4C48E354-B666-3DE5-EE08-9462A1F05C53}"/>
                    </a:ext>
                  </a:extLst>
                </p:cNvPr>
                <p:cNvSpPr/>
                <p:nvPr/>
              </p:nvSpPr>
              <p:spPr>
                <a:xfrm>
                  <a:off x="2671809" y="1191911"/>
                  <a:ext cx="1260278" cy="1857636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 rIns="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4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🤝 </a:t>
                  </a:r>
                  <a:r>
                    <a:rPr lang="en-US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auditing</a:t>
                  </a:r>
                </a:p>
              </p:txBody>
            </p:sp>
            <p:sp>
              <p:nvSpPr>
                <p:cNvPr id="258" name="Rectangle 257">
                  <a:extLst>
                    <a:ext uri="{FF2B5EF4-FFF2-40B4-BE49-F238E27FC236}">
                      <a16:creationId xmlns:a16="http://schemas.microsoft.com/office/drawing/2014/main" id="{17883191-9B47-D8CA-B86C-EEEA02C0D336}"/>
                    </a:ext>
                  </a:extLst>
                </p:cNvPr>
                <p:cNvSpPr/>
                <p:nvPr/>
              </p:nvSpPr>
              <p:spPr>
                <a:xfrm>
                  <a:off x="2752625" y="1619505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🤗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59" name="Rectangle 258">
                  <a:extLst>
                    <a:ext uri="{FF2B5EF4-FFF2-40B4-BE49-F238E27FC236}">
                      <a16:creationId xmlns:a16="http://schemas.microsoft.com/office/drawing/2014/main" id="{EC74F532-8475-A382-A7EB-242DC535C820}"/>
                    </a:ext>
                  </a:extLst>
                </p:cNvPr>
                <p:cNvSpPr/>
                <p:nvPr/>
              </p:nvSpPr>
              <p:spPr>
                <a:xfrm>
                  <a:off x="2752625" y="2107314"/>
                  <a:ext cx="501299" cy="39109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🧚</a:t>
                  </a:r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BAAD1259-A4B7-FEB0-03EC-C7399FFDA9A4}"/>
                    </a:ext>
                  </a:extLst>
                </p:cNvPr>
                <p:cNvSpPr/>
                <p:nvPr/>
              </p:nvSpPr>
              <p:spPr>
                <a:xfrm>
                  <a:off x="3345195" y="2106577"/>
                  <a:ext cx="501299" cy="392400"/>
                </a:xfrm>
                <a:prstGeom prst="rect">
                  <a:avLst/>
                </a:prstGeom>
                <a:solidFill>
                  <a:schemeClr val="bg1"/>
                </a:solidFill>
                <a:ln w="2222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36000" bIns="144000" anchor="ctr"/>
                <a:lstStyle/>
                <a:p>
                  <a:r>
                    <a:rPr lang="en-GB" sz="2800" baseline="-9000" dirty="0">
                      <a:solidFill>
                        <a:schemeClr val="tx1"/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👀 </a:t>
                  </a:r>
                  <a:r>
                    <a:rPr lang="en-GB" sz="2000" dirty="0">
                      <a:solidFill>
                        <a:schemeClr val="tx1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D1AA098D-821D-77BF-AFAB-167439995852}"/>
                    </a:ext>
                  </a:extLst>
                </p:cNvPr>
                <p:cNvSpPr txBox="1"/>
                <p:nvPr/>
              </p:nvSpPr>
              <p:spPr>
                <a:xfrm>
                  <a:off x="3675508" y="1363406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717D4144-7A7C-FCDD-49E5-8B351F394237}"/>
                  </a:ext>
                </a:extLst>
              </p:cNvPr>
              <p:cNvSpPr/>
              <p:nvPr/>
            </p:nvSpPr>
            <p:spPr>
              <a:xfrm>
                <a:off x="293516" y="1518998"/>
                <a:ext cx="501300" cy="3924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36000" bIns="144000" anchor="ctr"/>
              <a:lstStyle/>
              <a:p>
                <a:r>
                  <a:rPr lang="en-GB" sz="2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r>
                  <a:rPr lang="en-GB" sz="2800" baseline="-90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2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93417F93-3154-5EA3-4A53-40A427C0D442}"/>
                </a:ext>
              </a:extLst>
            </p:cNvPr>
            <p:cNvSpPr/>
            <p:nvPr/>
          </p:nvSpPr>
          <p:spPr>
            <a:xfrm>
              <a:off x="888559" y="556803"/>
              <a:ext cx="501299" cy="3924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27978515-36E2-7BC1-B47A-393B060F2F7D}"/>
              </a:ext>
            </a:extLst>
          </p:cNvPr>
          <p:cNvSpPr txBox="1"/>
          <p:nvPr/>
        </p:nvSpPr>
        <p:spPr>
          <a:xfrm>
            <a:off x="4939840" y="3853638"/>
            <a:ext cx="162495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sorted actions</a:t>
            </a: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0A91749F-39A2-AA44-DD2D-FE69AF3BBDBA}"/>
              </a:ext>
            </a:extLst>
          </p:cNvPr>
          <p:cNvSpPr>
            <a:spLocks noChangeAspect="1"/>
          </p:cNvSpPr>
          <p:nvPr/>
        </p:nvSpPr>
        <p:spPr>
          <a:xfrm>
            <a:off x="4691258" y="3898216"/>
            <a:ext cx="273600" cy="2679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B0E9FB6A-F03C-2C12-9D2B-1EF9D3011581}"/>
              </a:ext>
            </a:extLst>
          </p:cNvPr>
          <p:cNvCxnSpPr>
            <a:cxnSpLocks/>
            <a:endCxn id="71" idx="3"/>
          </p:cNvCxnSpPr>
          <p:nvPr/>
        </p:nvCxnSpPr>
        <p:spPr>
          <a:xfrm rot="5400000">
            <a:off x="4193571" y="5224634"/>
            <a:ext cx="437171" cy="220968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headEnd type="triangle" w="lg" len="lg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3E0C54-B578-3F65-022E-CFFCA5143E41}"/>
              </a:ext>
            </a:extLst>
          </p:cNvPr>
          <p:cNvGrpSpPr/>
          <p:nvPr/>
        </p:nvGrpSpPr>
        <p:grpSpPr>
          <a:xfrm>
            <a:off x="4691258" y="5331477"/>
            <a:ext cx="2282795" cy="338554"/>
            <a:chOff x="4667191" y="985951"/>
            <a:chExt cx="2282795" cy="3385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2846FDB-6CA0-864D-2E5D-59BF2017E318}"/>
                </a:ext>
              </a:extLst>
            </p:cNvPr>
            <p:cNvSpPr txBox="1"/>
            <p:nvPr/>
          </p:nvSpPr>
          <p:spPr>
            <a:xfrm>
              <a:off x="4925946" y="985951"/>
              <a:ext cx="2024040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16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selected action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C5674D27-5306-C134-2D39-04E0895BD3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67191" y="1026770"/>
              <a:ext cx="273600" cy="2679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F134FB37-9679-70A1-D2C4-F53B8503E510}"/>
              </a:ext>
            </a:extLst>
          </p:cNvPr>
          <p:cNvCxnSpPr>
            <a:cxnSpLocks/>
            <a:stCxn id="24" idx="0"/>
            <a:endCxn id="34" idx="1"/>
          </p:cNvCxnSpPr>
          <p:nvPr/>
        </p:nvCxnSpPr>
        <p:spPr>
          <a:xfrm rot="5400000" flipH="1" flipV="1">
            <a:off x="5809256" y="-928054"/>
            <a:ext cx="1615734" cy="6027789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E39638-433A-261D-7657-4C7522C75ADF}"/>
              </a:ext>
            </a:extLst>
          </p:cNvPr>
          <p:cNvSpPr txBox="1"/>
          <p:nvPr/>
        </p:nvSpPr>
        <p:spPr>
          <a:xfrm>
            <a:off x="3746566" y="289370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ADCFAF-2F6F-BEA0-8A6B-59D51AA9B00F}"/>
              </a:ext>
            </a:extLst>
          </p:cNvPr>
          <p:cNvSpPr/>
          <p:nvPr/>
        </p:nvSpPr>
        <p:spPr>
          <a:xfrm>
            <a:off x="9686698" y="1652880"/>
            <a:ext cx="1688400" cy="392400"/>
          </a:xfrm>
          <a:prstGeom prst="rect">
            <a:avLst/>
          </a:prstGeom>
          <a:solidFill>
            <a:schemeClr val="tx1">
              <a:lumMod val="95000"/>
            </a:schemeClr>
          </a:solidFill>
          <a:ln w="2222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 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Collector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49C6C-6B4E-9271-F412-BFEB4CB717C7}"/>
              </a:ext>
            </a:extLst>
          </p:cNvPr>
          <p:cNvSpPr txBox="1"/>
          <p:nvPr/>
        </p:nvSpPr>
        <p:spPr>
          <a:xfrm>
            <a:off x="9621080" y="288234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FF98EB8F-B6A5-11B7-DC38-F78D11EE97D0}"/>
              </a:ext>
            </a:extLst>
          </p:cNvPr>
          <p:cNvCxnSpPr>
            <a:cxnSpLocks/>
            <a:stCxn id="16" idx="3"/>
            <a:endCxn id="9" idx="3"/>
          </p:cNvCxnSpPr>
          <p:nvPr/>
        </p:nvCxnSpPr>
        <p:spPr>
          <a:xfrm flipV="1">
            <a:off x="4532067" y="1849080"/>
            <a:ext cx="6843031" cy="3005475"/>
          </a:xfrm>
          <a:prstGeom prst="bentConnector3">
            <a:avLst>
              <a:gd name="adj1" fmla="val 109732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7F569CE-616D-61A8-225F-A0520CC1CBF4}"/>
              </a:ext>
            </a:extLst>
          </p:cNvPr>
          <p:cNvSpPr txBox="1"/>
          <p:nvPr/>
        </p:nvSpPr>
        <p:spPr>
          <a:xfrm>
            <a:off x="2941982" y="2902228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367F58-EEA6-5DD8-E752-B3B67F42306A}"/>
              </a:ext>
            </a:extLst>
          </p:cNvPr>
          <p:cNvSpPr txBox="1"/>
          <p:nvPr/>
        </p:nvSpPr>
        <p:spPr>
          <a:xfrm>
            <a:off x="9631018" y="1093307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93AD3-B807-A24E-FB99-9E0FA2971A3A}"/>
              </a:ext>
            </a:extLst>
          </p:cNvPr>
          <p:cNvSpPr txBox="1"/>
          <p:nvPr/>
        </p:nvSpPr>
        <p:spPr>
          <a:xfrm>
            <a:off x="9621081" y="1282145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7A173E-AB0B-14DA-AEB9-E5A1E4EC2B1B}"/>
              </a:ext>
            </a:extLst>
          </p:cNvPr>
          <p:cNvSpPr txBox="1"/>
          <p:nvPr/>
        </p:nvSpPr>
        <p:spPr>
          <a:xfrm>
            <a:off x="10679879" y="4432547"/>
            <a:ext cx="109136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16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CC86E2E-A5A6-E774-1D0D-BDE607B533CE}"/>
              </a:ext>
            </a:extLst>
          </p:cNvPr>
          <p:cNvSpPr>
            <a:spLocks noChangeAspect="1"/>
          </p:cNvSpPr>
          <p:nvPr/>
        </p:nvSpPr>
        <p:spPr>
          <a:xfrm>
            <a:off x="11652559" y="4473503"/>
            <a:ext cx="273600" cy="2679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6902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49923</TotalTime>
  <Words>217</Words>
  <Application>Microsoft Macintosh PowerPoint</Application>
  <PresentationFormat>Widescreen</PresentationFormat>
  <Paragraphs>145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 Display</vt:lpstr>
      <vt:lpstr>Arial</vt:lpstr>
      <vt:lpstr>Amazon Ember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2025-10-15T20:02:17Z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2025-04-22T20:19:07Z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95b68642-ed85-41cb-99aa-3b883b9396ca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