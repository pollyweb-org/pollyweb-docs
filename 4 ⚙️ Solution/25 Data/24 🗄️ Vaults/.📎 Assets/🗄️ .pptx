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26" r:id="rId2"/>
    <p:sldId id="1693" r:id="rId3"/>
    <p:sldId id="1702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F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693"/>
            <p14:sldId id="1702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24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9E8C-8F13-B64A-13E3-926B8DD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493B4-98AC-747F-6F99-C4B496BCE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8A3B-25AE-A860-820A-75D2D27FE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72F9D0-4095-B1CB-DB2F-2537D53975C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382B-F18D-0B9C-1B91-C8CEE360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1F5694-A244-5BA8-9A3A-5405D242ABD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9/12/25 9:29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7DC49-AD69-2F98-B474-BB60B25BE4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09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5EFD-785F-F69D-1AE3-FCFB17BB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9D90F-451E-E698-9D6D-17878CEAF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B8448-30DF-6B43-04DF-B3B4B91CA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76A7214-D7BF-0194-4569-DBD163C4A1B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6B86-09EE-E544-AF44-EE78CE32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EF3390-2323-871D-0451-54CB9CCA2BA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9/12/25 9:29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6D7D4-A847-9CCF-B060-C52997B3A8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1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🗄️ User </a:t>
            </a:r>
            <a:br>
              <a:rPr lang="en-GB" sz="11500" dirty="0">
                <a:solidFill>
                  <a:srgbClr val="FFFF00"/>
                </a:solidFill>
              </a:rPr>
            </a:br>
            <a:r>
              <a:rPr lang="en-GB" sz="11500" dirty="0">
                <a:solidFill>
                  <a:srgbClr val="FFFF00"/>
                </a:solidFill>
              </a:rPr>
              <a:t>Vaults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0AE6-2567-5BE5-6682-E9F6052E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>
            <a:extLst>
              <a:ext uri="{FF2B5EF4-FFF2-40B4-BE49-F238E27FC236}">
                <a16:creationId xmlns:a16="http://schemas.microsoft.com/office/drawing/2014/main" id="{24D820AC-980F-0490-753E-0E23FCC01A1F}"/>
              </a:ext>
            </a:extLst>
          </p:cNvPr>
          <p:cNvSpPr txBox="1">
            <a:spLocks/>
          </p:cNvSpPr>
          <p:nvPr/>
        </p:nvSpPr>
        <p:spPr>
          <a:xfrm>
            <a:off x="558497" y="559846"/>
            <a:ext cx="6391844" cy="424732"/>
          </a:xfrm>
          <a:prstGeom prst="rect">
            <a:avLst/>
          </a:prstGeom>
        </p:spPr>
        <p:txBody>
          <a:bodyPr vert="horz" wrap="square" lIns="0" tIns="45720" rIns="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2800" b="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US" sz="2400" b="0" dirty="0"/>
              <a:t> nlweb.org manifest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CA7EE7-473B-9802-B8B1-388845407A1E}"/>
              </a:ext>
            </a:extLst>
          </p:cNvPr>
          <p:cNvSpPr txBox="1">
            <a:spLocks/>
          </p:cNvSpPr>
          <p:nvPr/>
        </p:nvSpPr>
        <p:spPr>
          <a:xfrm>
            <a:off x="1074118" y="1375809"/>
            <a:ext cx="3590039" cy="41063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400" dirty="0"/>
              <a:t>🏦 Bank</a:t>
            </a:r>
            <a:br>
              <a:rPr lang="en-US" sz="2400" dirty="0"/>
            </a:br>
            <a:r>
              <a:rPr lang="en-US" sz="2400" dirty="0"/>
              <a:t>🤵 Broker</a:t>
            </a:r>
            <a:br>
              <a:rPr lang="en-US" sz="2400" dirty="0"/>
            </a:br>
            <a:r>
              <a:rPr lang="en-US" sz="2400" dirty="0"/>
              <a:t>💰 Exchange</a:t>
            </a:r>
            <a:br>
              <a:rPr lang="en-US" sz="2400" dirty="0"/>
            </a:br>
            <a:r>
              <a:rPr lang="en-US" sz="2400" dirty="0"/>
              <a:t>🤗 Host</a:t>
            </a:r>
            <a:br>
              <a:rPr lang="en-US" sz="2400" dirty="0"/>
            </a:br>
            <a:r>
              <a:rPr lang="en-US" sz="2400" dirty="0"/>
              <a:t>🖐️ Palm</a:t>
            </a:r>
            <a:br>
              <a:rPr lang="en-US" sz="2400" dirty="0"/>
            </a:br>
            <a:r>
              <a:rPr lang="en-US" sz="2400" dirty="0"/>
              <a:t>💳 Pay</a:t>
            </a:r>
            <a:br>
              <a:rPr lang="en-US" sz="2400" dirty="0"/>
            </a:br>
            <a:r>
              <a:rPr lang="en-US" sz="2400" dirty="0"/>
              <a:t>🧢 </a:t>
            </a:r>
            <a:r>
              <a:rPr lang="en-US" sz="2400" dirty="0">
                <a:solidFill>
                  <a:schemeClr val="accent3"/>
                </a:solidFill>
              </a:rPr>
              <a:t>Persona</a:t>
            </a:r>
            <a:br>
              <a:rPr lang="en-US" sz="2400" dirty="0"/>
            </a:br>
            <a:r>
              <a:rPr lang="en-US" sz="2400" dirty="0"/>
              <a:t>📦 Storage</a:t>
            </a:r>
            <a:br>
              <a:rPr lang="en-US" sz="2400" dirty="0"/>
            </a:br>
            <a:r>
              <a:rPr lang="en-US" sz="2400" dirty="0"/>
              <a:t>📶 Wi-Fi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5C8D131-C511-688D-94C2-72467274E879}"/>
              </a:ext>
            </a:extLst>
          </p:cNvPr>
          <p:cNvSpPr/>
          <p:nvPr/>
        </p:nvSpPr>
        <p:spPr>
          <a:xfrm>
            <a:off x="3016331" y="1058900"/>
            <a:ext cx="866899" cy="4803542"/>
          </a:xfrm>
          <a:prstGeom prst="leftBrace">
            <a:avLst>
              <a:gd name="adj1" fmla="val 8333"/>
              <a:gd name="adj2" fmla="val 67726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0BF417-1B2E-61FE-7B70-690F244716FE}"/>
              </a:ext>
            </a:extLst>
          </p:cNvPr>
          <p:cNvSpPr txBox="1"/>
          <p:nvPr/>
        </p:nvSpPr>
        <p:spPr>
          <a:xfrm>
            <a:off x="3704050" y="1412170"/>
            <a:ext cx="28023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effectLst/>
              </a:rPr>
              <a:t>🧩 /PROFILE</a:t>
            </a:r>
          </a:p>
          <a:p>
            <a:pPr algn="l"/>
            <a:r>
              <a:rPr lang="en-GB" b="0" i="0" dirty="0">
                <a:effectLst/>
              </a:rPr>
              <a:t>🧩 //DELIVERY</a:t>
            </a:r>
          </a:p>
          <a:p>
            <a:pPr algn="l"/>
            <a:r>
              <a:rPr lang="en-GB" b="0" i="0" dirty="0">
                <a:effectLst/>
              </a:rPr>
              <a:t>🧩 //BILLING</a:t>
            </a:r>
          </a:p>
          <a:p>
            <a:pPr algn="l"/>
            <a:r>
              <a:rPr lang="en-GB" b="0" i="0" dirty="0">
                <a:effectLst/>
              </a:rPr>
              <a:t>🧩 //EMERGENCY</a:t>
            </a:r>
          </a:p>
          <a:p>
            <a:pPr algn="l"/>
            <a:r>
              <a:rPr lang="en-GB" b="0" i="0" dirty="0">
                <a:effectLst/>
              </a:rPr>
              <a:t>🧩 //ALLERGIES</a:t>
            </a:r>
          </a:p>
          <a:p>
            <a:pPr algn="l"/>
            <a:r>
              <a:rPr lang="en-GB" b="0" i="0" dirty="0">
                <a:effectLst/>
              </a:rPr>
              <a:t>🧩 //PHONE</a:t>
            </a:r>
          </a:p>
          <a:p>
            <a:pPr algn="l"/>
            <a:r>
              <a:rPr lang="en-GB" b="0" i="0" dirty="0">
                <a:effectLst/>
              </a:rPr>
              <a:t>🧩 //BOOKING</a:t>
            </a:r>
          </a:p>
          <a:p>
            <a:pPr algn="l"/>
            <a:r>
              <a:rPr lang="en-GB" b="0" i="0" dirty="0">
                <a:effectLst/>
              </a:rPr>
              <a:t>🧩 </a:t>
            </a:r>
            <a:r>
              <a:rPr lang="en-GB" b="0" i="0" dirty="0">
                <a:solidFill>
                  <a:schemeClr val="accent3"/>
                </a:solidFill>
                <a:effectLst/>
              </a:rPr>
              <a:t>//MEALS</a:t>
            </a:r>
          </a:p>
          <a:p>
            <a:pPr algn="l"/>
            <a:r>
              <a:rPr lang="en-GB" b="0" i="0" dirty="0">
                <a:effectLst/>
              </a:rPr>
              <a:t>🧩 //SOCIAL/NAME</a:t>
            </a:r>
          </a:p>
          <a:p>
            <a:pPr algn="l"/>
            <a:r>
              <a:rPr lang="en-GB" b="0" i="0" dirty="0">
                <a:effectLst/>
              </a:rPr>
              <a:t>🧩 //SOCIAL/FRIENDLY</a:t>
            </a:r>
          </a:p>
          <a:p>
            <a:pPr algn="l"/>
            <a:r>
              <a:rPr lang="en-GB" b="0" i="0" dirty="0">
                <a:effectLst/>
              </a:rPr>
              <a:t>🧩 //PARKING</a:t>
            </a:r>
          </a:p>
          <a:p>
            <a:pPr algn="l"/>
            <a:r>
              <a:rPr lang="en-GB" b="0" i="0" dirty="0">
                <a:effectLst/>
              </a:rPr>
              <a:t>🧩 //TRAVEL/GROUP</a:t>
            </a:r>
          </a:p>
          <a:p>
            <a:pPr algn="l"/>
            <a:r>
              <a:rPr lang="en-GB" b="0" i="0" dirty="0">
                <a:effectLst/>
              </a:rPr>
              <a:t>🧩 //TRAVEL/SEAT</a:t>
            </a:r>
          </a:p>
          <a:p>
            <a:pPr algn="l"/>
            <a:r>
              <a:rPr lang="en-GB" b="0" i="0" dirty="0">
                <a:effectLst/>
              </a:rPr>
              <a:t>🧩 //TRAVEL/TAXI</a:t>
            </a:r>
          </a:p>
          <a:p>
            <a:pPr algn="l"/>
            <a:r>
              <a:rPr lang="en-GB" b="0" i="0" dirty="0">
                <a:effectLst/>
              </a:rPr>
              <a:t>🧩 //TRAVEL/PLACE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248AE9E8-A5F3-09AA-CB1B-EBA2CB5BF458}"/>
              </a:ext>
            </a:extLst>
          </p:cNvPr>
          <p:cNvSpPr/>
          <p:nvPr/>
        </p:nvSpPr>
        <p:spPr>
          <a:xfrm>
            <a:off x="558497" y="1187533"/>
            <a:ext cx="696426" cy="4412579"/>
          </a:xfrm>
          <a:prstGeom prst="leftBrace">
            <a:avLst>
              <a:gd name="adj1" fmla="val 8333"/>
              <a:gd name="adj2" fmla="val 49444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4244B10-F9B8-72E0-EB06-0CDEED96126F}"/>
              </a:ext>
            </a:extLst>
          </p:cNvPr>
          <p:cNvSpPr/>
          <p:nvPr/>
        </p:nvSpPr>
        <p:spPr>
          <a:xfrm>
            <a:off x="5980130" y="1058901"/>
            <a:ext cx="866899" cy="4803541"/>
          </a:xfrm>
          <a:prstGeom prst="leftBrace">
            <a:avLst>
              <a:gd name="adj1" fmla="val 8333"/>
              <a:gd name="adj2" fmla="val 50681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9C6CCB-AE1C-50B8-5931-0F9DCA1F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090" y="1481273"/>
            <a:ext cx="8595969" cy="41157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1DC643-AE87-F549-C709-DB4FC86A51A0}"/>
              </a:ext>
            </a:extLst>
          </p:cNvPr>
          <p:cNvSpPr txBox="1"/>
          <p:nvPr/>
        </p:nvSpPr>
        <p:spPr>
          <a:xfrm>
            <a:off x="178670" y="6248084"/>
            <a:ext cx="93775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20348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 animBg="1"/>
      <p:bldP spid="13" grpId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89F33-1D84-5CFE-6F49-4D5E320B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92C055F6-F17A-0B6E-C5AA-E41824889AC7}"/>
              </a:ext>
            </a:extLst>
          </p:cNvPr>
          <p:cNvCxnSpPr>
            <a:cxnSpLocks/>
          </p:cNvCxnSpPr>
          <p:nvPr/>
        </p:nvCxnSpPr>
        <p:spPr>
          <a:xfrm flipV="1">
            <a:off x="5337217" y="1429888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3708C6E1-8614-B0B0-8899-6C04A38240F3}"/>
              </a:ext>
            </a:extLst>
          </p:cNvPr>
          <p:cNvSpPr txBox="1">
            <a:spLocks/>
          </p:cNvSpPr>
          <p:nvPr/>
        </p:nvSpPr>
        <p:spPr>
          <a:xfrm>
            <a:off x="4280743" y="1732588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BC2444D2-B0E8-9A89-A871-AAF115C3B319}"/>
              </a:ext>
            </a:extLst>
          </p:cNvPr>
          <p:cNvSpPr/>
          <p:nvPr/>
        </p:nvSpPr>
        <p:spPr>
          <a:xfrm>
            <a:off x="5157040" y="177211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DD20FE4-A6EB-AEBA-1C48-42685D0D02DB}"/>
              </a:ext>
            </a:extLst>
          </p:cNvPr>
          <p:cNvGrpSpPr/>
          <p:nvPr/>
        </p:nvGrpSpPr>
        <p:grpSpPr>
          <a:xfrm>
            <a:off x="2812142" y="401186"/>
            <a:ext cx="3418797" cy="1014729"/>
            <a:chOff x="6139542" y="968452"/>
            <a:chExt cx="3418797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44F346-EF68-C032-3A8C-C6E4760EEFBB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 Vaults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0B7C6D2-AA6B-EC99-C6CC-05E592CDF82E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F692BC4-000A-2290-0DF9-85FD64FE26C4}"/>
              </a:ext>
            </a:extLst>
          </p:cNvPr>
          <p:cNvGrpSpPr/>
          <p:nvPr/>
        </p:nvGrpSpPr>
        <p:grpSpPr>
          <a:xfrm>
            <a:off x="2809366" y="2818792"/>
            <a:ext cx="3418797" cy="1490223"/>
            <a:chOff x="6096000" y="4418672"/>
            <a:chExt cx="2505685" cy="14902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241BC8-2669-38A1-631C-73711C96B3AC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0FA10A-419E-1B8E-F246-AC1DA104B8C3}"/>
                </a:ext>
              </a:extLst>
            </p:cNvPr>
            <p:cNvSpPr/>
            <p:nvPr/>
          </p:nvSpPr>
          <p:spPr>
            <a:xfrm>
              <a:off x="6214847" y="5213618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Wallet: App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A5472C-3C1D-1122-7773-997A93F6BC85}"/>
                </a:ext>
              </a:extLst>
            </p:cNvPr>
            <p:cNvSpPr/>
            <p:nvPr/>
          </p:nvSpPr>
          <p:spPr>
            <a:xfrm>
              <a:off x="7930386" y="4546027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2D7877-3A0C-A69C-434A-AC466BAAE780}"/>
                </a:ext>
              </a:extLst>
            </p:cNvPr>
            <p:cNvSpPr/>
            <p:nvPr/>
          </p:nvSpPr>
          <p:spPr>
            <a:xfrm>
              <a:off x="6214847" y="4546027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Broker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F932E1AA-EF41-F4CF-2415-FAEBC0C40BB8}"/>
              </a:ext>
            </a:extLst>
          </p:cNvPr>
          <p:cNvCxnSpPr>
            <a:cxnSpLocks/>
          </p:cNvCxnSpPr>
          <p:nvPr/>
        </p:nvCxnSpPr>
        <p:spPr>
          <a:xfrm flipV="1">
            <a:off x="3735070" y="1415915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9E36EC0-2D2C-C3A7-AAA4-9E3B6EBDEA46}"/>
              </a:ext>
            </a:extLst>
          </p:cNvPr>
          <p:cNvSpPr txBox="1">
            <a:spLocks/>
          </p:cNvSpPr>
          <p:nvPr/>
        </p:nvSpPr>
        <p:spPr>
          <a:xfrm>
            <a:off x="2678596" y="2209683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588B286-512A-C60D-65FA-967060AED3FE}"/>
              </a:ext>
            </a:extLst>
          </p:cNvPr>
          <p:cNvSpPr/>
          <p:nvPr/>
        </p:nvSpPr>
        <p:spPr>
          <a:xfrm>
            <a:off x="3554893" y="224921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513CE3-E2EB-8EEB-95F1-A24CD2133E46}"/>
              </a:ext>
            </a:extLst>
          </p:cNvPr>
          <p:cNvSpPr txBox="1">
            <a:spLocks/>
          </p:cNvSpPr>
          <p:nvPr/>
        </p:nvSpPr>
        <p:spPr>
          <a:xfrm>
            <a:off x="7302808" y="640826"/>
            <a:ext cx="2891059" cy="30178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🧢 Persona</a:t>
            </a:r>
            <a:br>
              <a:rPr lang="en-US" sz="2000" dirty="0"/>
            </a:br>
            <a:r>
              <a:rPr lang="en-US" sz="2000" dirty="0"/>
              <a:t>🆔 Identity</a:t>
            </a:r>
            <a:br>
              <a:rPr lang="en-US" sz="2000" dirty="0"/>
            </a:br>
            <a:r>
              <a:rPr lang="en-US" sz="2000" dirty="0"/>
              <a:t>💳 Payer</a:t>
            </a:r>
            <a:br>
              <a:rPr lang="en-US" sz="2000" dirty="0"/>
            </a:br>
            <a:r>
              <a:rPr lang="en-US" sz="2000" dirty="0"/>
              <a:t>📦 Storage</a:t>
            </a:r>
            <a:br>
              <a:rPr lang="en-US" sz="2000" dirty="0"/>
            </a:br>
            <a:r>
              <a:rPr lang="en-US" sz="2000" dirty="0"/>
              <a:t>🏦 Financial agents</a:t>
            </a:r>
            <a:br>
              <a:rPr lang="en-US" sz="2000" dirty="0"/>
            </a:br>
            <a:r>
              <a:rPr lang="en-US" sz="2000" dirty="0"/>
              <a:t>🧑‍⚕️ Health agents</a:t>
            </a:r>
            <a:br>
              <a:rPr lang="en-US" sz="2000" dirty="0"/>
            </a:br>
            <a:r>
              <a:rPr lang="en-US" sz="2000" dirty="0"/>
              <a:t>others…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E381EB0-557F-A8A8-102F-5120E0864073}"/>
              </a:ext>
            </a:extLst>
          </p:cNvPr>
          <p:cNvSpPr/>
          <p:nvPr/>
        </p:nvSpPr>
        <p:spPr>
          <a:xfrm>
            <a:off x="6550118" y="553673"/>
            <a:ext cx="1163895" cy="3105030"/>
          </a:xfrm>
          <a:prstGeom prst="leftBrace">
            <a:avLst>
              <a:gd name="adj1" fmla="val 8333"/>
              <a:gd name="adj2" fmla="val 16346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57A85-6E7D-1D5A-920F-5E1BFE2CE83E}"/>
              </a:ext>
            </a:extLst>
          </p:cNvPr>
          <p:cNvSpPr txBox="1"/>
          <p:nvPr/>
        </p:nvSpPr>
        <p:spPr>
          <a:xfrm>
            <a:off x="147264" y="6233934"/>
            <a:ext cx="105798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VAULT</a:t>
            </a:r>
          </a:p>
        </p:txBody>
      </p:sp>
    </p:spTree>
    <p:extLst>
      <p:ext uri="{BB962C8B-B14F-4D97-AF65-F5344CB8AC3E}">
        <p14:creationId xmlns:p14="http://schemas.microsoft.com/office/powerpoint/2010/main" val="825830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47471</TotalTime>
  <Words>136</Words>
  <Application>Microsoft Macintosh PowerPoint</Application>
  <PresentationFormat>Widescreen</PresentationFormat>
  <Paragraphs>34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Segoe UI</vt:lpstr>
      <vt:lpstr>Wingdings</vt:lpstr>
      <vt:lpstr>Amazon Ember Display</vt:lpstr>
      <vt:lpstr>Arial</vt:lpstr>
      <vt:lpstr>Amazon Ember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2025-09-12T08:30:05Z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2025-04-22T20:22:53Z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5e3b598f-29a1-4aa1-9726-9ddc9a0b454d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