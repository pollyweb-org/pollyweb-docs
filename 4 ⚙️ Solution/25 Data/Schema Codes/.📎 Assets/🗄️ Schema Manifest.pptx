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26" r:id="rId2"/>
    <p:sldId id="1693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693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9E8C-8F13-B64A-13E3-926B8DD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493B4-98AC-747F-6F99-C4B496BCE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8A3B-25AE-A860-820A-75D2D27FE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72F9D0-4095-B1CB-DB2F-2537D53975C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382B-F18D-0B9C-1B91-C8CEE360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1F5694-A244-5BA8-9A3A-5405D242ABD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7:57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7DC49-AD69-2F98-B474-BB60B25BE4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0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🗄️ User </a:t>
            </a:r>
            <a:br>
              <a:rPr lang="en-GB" sz="11500" dirty="0">
                <a:solidFill>
                  <a:srgbClr val="FFFF00"/>
                </a:solidFill>
              </a:rPr>
            </a:br>
            <a:r>
              <a:rPr lang="en-GB" sz="11500" dirty="0">
                <a:solidFill>
                  <a:srgbClr val="FFFF00"/>
                </a:solidFill>
              </a:rPr>
              <a:t>Vaults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0AE6-2567-5BE5-6682-E9F6052E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>
            <a:extLst>
              <a:ext uri="{FF2B5EF4-FFF2-40B4-BE49-F238E27FC236}">
                <a16:creationId xmlns:a16="http://schemas.microsoft.com/office/drawing/2014/main" id="{24D820AC-980F-0490-753E-0E23FCC01A1F}"/>
              </a:ext>
            </a:extLst>
          </p:cNvPr>
          <p:cNvSpPr txBox="1">
            <a:spLocks/>
          </p:cNvSpPr>
          <p:nvPr/>
        </p:nvSpPr>
        <p:spPr>
          <a:xfrm>
            <a:off x="558497" y="559846"/>
            <a:ext cx="6391844" cy="424732"/>
          </a:xfrm>
          <a:prstGeom prst="rect">
            <a:avLst/>
          </a:prstGeom>
        </p:spPr>
        <p:txBody>
          <a:bodyPr vert="horz" wrap="square" lIns="0" tIns="45720" rIns="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2800" b="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US" sz="2400" b="0" dirty="0"/>
              <a:t> nlweb.org manifest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CA7EE7-473B-9802-B8B1-388845407A1E}"/>
              </a:ext>
            </a:extLst>
          </p:cNvPr>
          <p:cNvSpPr txBox="1">
            <a:spLocks/>
          </p:cNvSpPr>
          <p:nvPr/>
        </p:nvSpPr>
        <p:spPr>
          <a:xfrm>
            <a:off x="1074118" y="1375809"/>
            <a:ext cx="3590039" cy="41063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400" dirty="0"/>
              <a:t>🏦 Bank</a:t>
            </a:r>
            <a:br>
              <a:rPr lang="en-US" sz="2400" dirty="0"/>
            </a:br>
            <a:r>
              <a:rPr lang="en-US" sz="2400" dirty="0"/>
              <a:t>🤵 Broker</a:t>
            </a:r>
            <a:br>
              <a:rPr lang="en-US" sz="2400" dirty="0"/>
            </a:br>
            <a:r>
              <a:rPr lang="en-US" sz="2400" dirty="0"/>
              <a:t>💰 Exchange</a:t>
            </a:r>
            <a:br>
              <a:rPr lang="en-US" sz="2400" dirty="0"/>
            </a:br>
            <a:r>
              <a:rPr lang="en-US" sz="2400" dirty="0"/>
              <a:t>🤗 Host</a:t>
            </a:r>
            <a:br>
              <a:rPr lang="en-US" sz="2400" dirty="0"/>
            </a:br>
            <a:r>
              <a:rPr lang="en-US" sz="2400" dirty="0"/>
              <a:t>🖐️ Palm</a:t>
            </a:r>
            <a:br>
              <a:rPr lang="en-US" sz="2400" dirty="0"/>
            </a:br>
            <a:r>
              <a:rPr lang="en-US" sz="2400" dirty="0"/>
              <a:t>💳 Pay</a:t>
            </a:r>
            <a:br>
              <a:rPr lang="en-US" sz="2400" dirty="0"/>
            </a:br>
            <a:r>
              <a:rPr lang="en-US" sz="2400" dirty="0"/>
              <a:t>🧢 </a:t>
            </a:r>
            <a:r>
              <a:rPr lang="en-US" sz="2400" dirty="0">
                <a:solidFill>
                  <a:schemeClr val="accent3"/>
                </a:solidFill>
              </a:rPr>
              <a:t>Persona</a:t>
            </a:r>
            <a:br>
              <a:rPr lang="en-US" sz="2400" dirty="0"/>
            </a:br>
            <a:r>
              <a:rPr lang="en-US" sz="2400" dirty="0"/>
              <a:t>📦 Storage</a:t>
            </a:r>
            <a:br>
              <a:rPr lang="en-US" sz="2400" dirty="0"/>
            </a:br>
            <a:r>
              <a:rPr lang="en-US" sz="2400" dirty="0"/>
              <a:t>📶 Wi-Fi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5C8D131-C511-688D-94C2-72467274E879}"/>
              </a:ext>
            </a:extLst>
          </p:cNvPr>
          <p:cNvSpPr/>
          <p:nvPr/>
        </p:nvSpPr>
        <p:spPr>
          <a:xfrm>
            <a:off x="3016331" y="1058900"/>
            <a:ext cx="866899" cy="4803542"/>
          </a:xfrm>
          <a:prstGeom prst="leftBrace">
            <a:avLst>
              <a:gd name="adj1" fmla="val 8333"/>
              <a:gd name="adj2" fmla="val 67726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0BF417-1B2E-61FE-7B70-690F244716FE}"/>
              </a:ext>
            </a:extLst>
          </p:cNvPr>
          <p:cNvSpPr txBox="1"/>
          <p:nvPr/>
        </p:nvSpPr>
        <p:spPr>
          <a:xfrm>
            <a:off x="3704050" y="1412170"/>
            <a:ext cx="28023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effectLst/>
              </a:rPr>
              <a:t>🧩 /PROFILE</a:t>
            </a:r>
          </a:p>
          <a:p>
            <a:pPr algn="l"/>
            <a:r>
              <a:rPr lang="en-GB" b="0" i="0" dirty="0">
                <a:effectLst/>
              </a:rPr>
              <a:t>🧩 //DELIVERY</a:t>
            </a:r>
          </a:p>
          <a:p>
            <a:pPr algn="l"/>
            <a:r>
              <a:rPr lang="en-GB" b="0" i="0" dirty="0">
                <a:effectLst/>
              </a:rPr>
              <a:t>🧩 //BILLING</a:t>
            </a:r>
          </a:p>
          <a:p>
            <a:pPr algn="l"/>
            <a:r>
              <a:rPr lang="en-GB" b="0" i="0" dirty="0">
                <a:effectLst/>
              </a:rPr>
              <a:t>🧩 //EMERGENCY</a:t>
            </a:r>
          </a:p>
          <a:p>
            <a:pPr algn="l"/>
            <a:r>
              <a:rPr lang="en-GB" b="0" i="0" dirty="0">
                <a:effectLst/>
              </a:rPr>
              <a:t>🧩 //ALLERGIES</a:t>
            </a:r>
          </a:p>
          <a:p>
            <a:pPr algn="l"/>
            <a:r>
              <a:rPr lang="en-GB" b="0" i="0" dirty="0">
                <a:effectLst/>
              </a:rPr>
              <a:t>🧩 //PHONE</a:t>
            </a:r>
          </a:p>
          <a:p>
            <a:pPr algn="l"/>
            <a:r>
              <a:rPr lang="en-GB" b="0" i="0" dirty="0">
                <a:effectLst/>
              </a:rPr>
              <a:t>🧩 //BOOKING</a:t>
            </a:r>
          </a:p>
          <a:p>
            <a:pPr algn="l"/>
            <a:r>
              <a:rPr lang="en-GB" b="0" i="0" dirty="0">
                <a:effectLst/>
              </a:rPr>
              <a:t>🧩 </a:t>
            </a:r>
            <a:r>
              <a:rPr lang="en-GB" b="0" i="0" dirty="0">
                <a:solidFill>
                  <a:schemeClr val="accent3"/>
                </a:solidFill>
                <a:effectLst/>
              </a:rPr>
              <a:t>//MEALS</a:t>
            </a:r>
          </a:p>
          <a:p>
            <a:pPr algn="l"/>
            <a:r>
              <a:rPr lang="en-GB" b="0" i="0" dirty="0">
                <a:effectLst/>
              </a:rPr>
              <a:t>🧩 //SOCIAL/NAME</a:t>
            </a:r>
          </a:p>
          <a:p>
            <a:pPr algn="l"/>
            <a:r>
              <a:rPr lang="en-GB" b="0" i="0" dirty="0">
                <a:effectLst/>
              </a:rPr>
              <a:t>🧩 //SOCIAL/FRIENDLY</a:t>
            </a:r>
          </a:p>
          <a:p>
            <a:pPr algn="l"/>
            <a:r>
              <a:rPr lang="en-GB" b="0" i="0" dirty="0">
                <a:effectLst/>
              </a:rPr>
              <a:t>🧩 //PARKING</a:t>
            </a:r>
          </a:p>
          <a:p>
            <a:pPr algn="l"/>
            <a:r>
              <a:rPr lang="en-GB" b="0" i="0" dirty="0">
                <a:effectLst/>
              </a:rPr>
              <a:t>🧩 //TRAVEL/GROUP</a:t>
            </a:r>
          </a:p>
          <a:p>
            <a:pPr algn="l"/>
            <a:r>
              <a:rPr lang="en-GB" b="0" i="0" dirty="0">
                <a:effectLst/>
              </a:rPr>
              <a:t>🧩 //TRAVEL/SEAT</a:t>
            </a:r>
          </a:p>
          <a:p>
            <a:pPr algn="l"/>
            <a:r>
              <a:rPr lang="en-GB" b="0" i="0" dirty="0">
                <a:effectLst/>
              </a:rPr>
              <a:t>🧩 //TRAVEL/TAXI</a:t>
            </a:r>
          </a:p>
          <a:p>
            <a:pPr algn="l"/>
            <a:r>
              <a:rPr lang="en-GB" b="0" i="0" dirty="0">
                <a:effectLst/>
              </a:rPr>
              <a:t>🧩 //TRAVEL/PLACE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248AE9E8-A5F3-09AA-CB1B-EBA2CB5BF458}"/>
              </a:ext>
            </a:extLst>
          </p:cNvPr>
          <p:cNvSpPr/>
          <p:nvPr/>
        </p:nvSpPr>
        <p:spPr>
          <a:xfrm>
            <a:off x="558497" y="1187533"/>
            <a:ext cx="696426" cy="4412579"/>
          </a:xfrm>
          <a:prstGeom prst="leftBrace">
            <a:avLst>
              <a:gd name="adj1" fmla="val 8333"/>
              <a:gd name="adj2" fmla="val 49444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4244B10-F9B8-72E0-EB06-0CDEED96126F}"/>
              </a:ext>
            </a:extLst>
          </p:cNvPr>
          <p:cNvSpPr/>
          <p:nvPr/>
        </p:nvSpPr>
        <p:spPr>
          <a:xfrm>
            <a:off x="5980130" y="1058901"/>
            <a:ext cx="866899" cy="4803541"/>
          </a:xfrm>
          <a:prstGeom prst="leftBrace">
            <a:avLst>
              <a:gd name="adj1" fmla="val 8333"/>
              <a:gd name="adj2" fmla="val 50681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9C6CCB-AE1C-50B8-5931-0F9DCA1F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090" y="1481273"/>
            <a:ext cx="8595969" cy="41157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1DC643-AE87-F549-C709-DB4FC86A51A0}"/>
              </a:ext>
            </a:extLst>
          </p:cNvPr>
          <p:cNvSpPr txBox="1"/>
          <p:nvPr/>
        </p:nvSpPr>
        <p:spPr>
          <a:xfrm>
            <a:off x="178670" y="6248084"/>
            <a:ext cx="93775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20348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 animBg="1"/>
      <p:bldP spid="13" grpId="0"/>
      <p:bldP spid="15" grpId="0" animBg="1"/>
    </p:bldLst>
  </p:timing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47471</TotalTime>
  <Words>95</Words>
  <Application>Microsoft Macintosh PowerPoint</Application>
  <PresentationFormat>Widescreen</PresentationFormat>
  <Paragraphs>21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160</cp:revision>
  <dcterms:created xsi:type="dcterms:W3CDTF">2022-10-07T16:14:37Z</dcterms:created>
  <dcterms:modified xsi:type="dcterms:W3CDTF">2025-10-15T18:57:54Z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2025-04-22T20:22:53Z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5e3b598f-29a1-4aa1-9726-9ddc9a0b454d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