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725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🔎 User Search" id="{25C240E7-9785-5442-AC31-077BA8F0CCC1}">
          <p14:sldIdLst>
            <p14:sldId id="172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9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4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93CD-5B90-0A1F-7D65-414FD489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41C3E-F3A5-03F0-650B-960A0642F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DE66A-499F-4C47-4DE0-99E5EB2DE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ABF6102-3AE7-4CF0-4AAD-3CA516EC56F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E4E11-E5BA-773F-4D57-25037C52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FEB02A-7942-7166-2948-354B2E86D95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9:02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7CC49-75B5-C975-67E5-C0C5D8BEDF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7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00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D3196-82B8-D245-5072-C719DD83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E0CCC76A-76A9-9BDC-C34E-EE4501C73EB8}"/>
              </a:ext>
            </a:extLst>
          </p:cNvPr>
          <p:cNvGrpSpPr/>
          <p:nvPr/>
        </p:nvGrpSpPr>
        <p:grpSpPr>
          <a:xfrm>
            <a:off x="4264418" y="2115324"/>
            <a:ext cx="2998664" cy="1038741"/>
            <a:chOff x="7520892" y="1006813"/>
            <a:chExt cx="664436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A3DCA27-B9B6-2312-1451-4CAC066335BA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5F48375-DCB7-C352-0D0C-8E801603939F}"/>
                </a:ext>
              </a:extLst>
            </p:cNvPr>
            <p:cNvSpPr/>
            <p:nvPr/>
          </p:nvSpPr>
          <p:spPr>
            <a:xfrm>
              <a:off x="7520892" y="1006813"/>
              <a:ext cx="66443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0502261A-4F20-3DFD-4EA7-B211B22A2BB6}"/>
              </a:ext>
            </a:extLst>
          </p:cNvPr>
          <p:cNvCxnSpPr>
            <a:cxnSpLocks/>
            <a:stCxn id="65" idx="3"/>
            <a:endCxn id="47" idx="0"/>
          </p:cNvCxnSpPr>
          <p:nvPr/>
        </p:nvCxnSpPr>
        <p:spPr>
          <a:xfrm>
            <a:off x="2899425" y="918453"/>
            <a:ext cx="2189752" cy="12020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A3E18F0-03FB-281F-E0DE-426F23A93984}"/>
              </a:ext>
            </a:extLst>
          </p:cNvPr>
          <p:cNvGrpSpPr/>
          <p:nvPr/>
        </p:nvGrpSpPr>
        <p:grpSpPr>
          <a:xfrm>
            <a:off x="9649039" y="1976286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A3E9BA0-2492-DF3C-EFBE-4F0051A56527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2B0ACBA-B8A4-7DC8-2C71-FBF213C4828B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2A35DC5-2B51-A6AE-CCC8-15819FBEF2E8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B65D1BA-50AB-2E0A-8E43-E8E75340E54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DE72ECA-960D-502B-ABA4-D974D09A072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B575C73-B3C2-76F1-3CE4-A7B74BA1E6A5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210C5AA3-8DEF-BABD-CB76-D9B69F52583E}"/>
              </a:ext>
            </a:extLst>
          </p:cNvPr>
          <p:cNvSpPr txBox="1">
            <a:spLocks/>
          </p:cNvSpPr>
          <p:nvPr/>
        </p:nvSpPr>
        <p:spPr>
          <a:xfrm>
            <a:off x="7892530" y="2773752"/>
            <a:ext cx="161743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 in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{context📍}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F70390B-4AD7-44E9-282C-0D3D0BC696B5}"/>
              </a:ext>
            </a:extLst>
          </p:cNvPr>
          <p:cNvSpPr/>
          <p:nvPr/>
        </p:nvSpPr>
        <p:spPr>
          <a:xfrm>
            <a:off x="7522861" y="279380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9F381A-3C6E-E7EC-92E8-7BA7609D1997}"/>
              </a:ext>
            </a:extLst>
          </p:cNvPr>
          <p:cNvSpPr txBox="1"/>
          <p:nvPr/>
        </p:nvSpPr>
        <p:spPr>
          <a:xfrm>
            <a:off x="2819469" y="891835"/>
            <a:ext cx="21312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broadcast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D7E8906-6D68-736A-65D7-4E353E33ED60}"/>
              </a:ext>
            </a:extLst>
          </p:cNvPr>
          <p:cNvSpPr/>
          <p:nvPr/>
        </p:nvSpPr>
        <p:spPr>
          <a:xfrm>
            <a:off x="3053552" y="39710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2" name="Straight Arrow Connector 12">
            <a:extLst>
              <a:ext uri="{FF2B5EF4-FFF2-40B4-BE49-F238E27FC236}">
                <a16:creationId xmlns:a16="http://schemas.microsoft.com/office/drawing/2014/main" id="{7A9E0D46-83A0-6AE5-08A6-FCBCF57F822B}"/>
              </a:ext>
            </a:extLst>
          </p:cNvPr>
          <p:cNvCxnSpPr>
            <a:cxnSpLocks/>
            <a:stCxn id="85" idx="1"/>
            <a:endCxn id="57" idx="3"/>
          </p:cNvCxnSpPr>
          <p:nvPr/>
        </p:nvCxnSpPr>
        <p:spPr>
          <a:xfrm flipH="1">
            <a:off x="7263082" y="2634694"/>
            <a:ext cx="2385957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Can 23">
            <a:extLst>
              <a:ext uri="{FF2B5EF4-FFF2-40B4-BE49-F238E27FC236}">
                <a16:creationId xmlns:a16="http://schemas.microsoft.com/office/drawing/2014/main" id="{4310E664-BB2D-175D-4AEB-78ED986401A3}"/>
              </a:ext>
            </a:extLst>
          </p:cNvPr>
          <p:cNvSpPr/>
          <p:nvPr/>
        </p:nvSpPr>
        <p:spPr>
          <a:xfrm>
            <a:off x="6023949" y="2677870"/>
            <a:ext cx="932976" cy="707886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index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03A441-98D7-58C7-5B6A-685A638FF8CC}"/>
              </a:ext>
            </a:extLst>
          </p:cNvPr>
          <p:cNvGrpSpPr/>
          <p:nvPr/>
        </p:nvGrpSpPr>
        <p:grpSpPr>
          <a:xfrm>
            <a:off x="6676673" y="383372"/>
            <a:ext cx="2131291" cy="1038741"/>
            <a:chOff x="7507403" y="1006813"/>
            <a:chExt cx="691415" cy="10387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A48A20-A9D6-C6B6-401F-0C91EC1C7B3C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F0B658-B221-3E5B-2468-055010C475E2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1F0D0C26-2F1D-3FD5-1EC2-BE70EABBC550}"/>
              </a:ext>
            </a:extLst>
          </p:cNvPr>
          <p:cNvCxnSpPr>
            <a:cxnSpLocks/>
            <a:stCxn id="85" idx="0"/>
            <a:endCxn id="27" idx="3"/>
          </p:cNvCxnSpPr>
          <p:nvPr/>
        </p:nvCxnSpPr>
        <p:spPr>
          <a:xfrm rot="16200000" flipV="1">
            <a:off x="9188904" y="521804"/>
            <a:ext cx="1073543" cy="183542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12">
            <a:extLst>
              <a:ext uri="{FF2B5EF4-FFF2-40B4-BE49-F238E27FC236}">
                <a16:creationId xmlns:a16="http://schemas.microsoft.com/office/drawing/2014/main" id="{79F8D41F-8214-611A-6936-ADD04494425E}"/>
              </a:ext>
            </a:extLst>
          </p:cNvPr>
          <p:cNvCxnSpPr>
            <a:cxnSpLocks/>
            <a:stCxn id="27" idx="1"/>
            <a:endCxn id="39" idx="0"/>
          </p:cNvCxnSpPr>
          <p:nvPr/>
        </p:nvCxnSpPr>
        <p:spPr>
          <a:xfrm rot="10800000" flipV="1">
            <a:off x="6373543" y="902742"/>
            <a:ext cx="303131" cy="122329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84CA8CA-4791-ADCD-0945-EBE7F48B306D}"/>
              </a:ext>
            </a:extLst>
          </p:cNvPr>
          <p:cNvSpPr txBox="1"/>
          <p:nvPr/>
        </p:nvSpPr>
        <p:spPr>
          <a:xfrm>
            <a:off x="6251714" y="212603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370FDD04-D687-38D3-A71F-B06095927DD7}"/>
              </a:ext>
            </a:extLst>
          </p:cNvPr>
          <p:cNvSpPr txBox="1">
            <a:spLocks/>
          </p:cNvSpPr>
          <p:nvPr/>
        </p:nvSpPr>
        <p:spPr>
          <a:xfrm>
            <a:off x="9333278" y="373433"/>
            <a:ext cx="250422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 preferences</a:t>
            </a:r>
            <a:endParaRPr lang="en-GB" sz="1400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CDBDAF9-305F-2585-F26C-28C6E2CB40EC}"/>
              </a:ext>
            </a:extLst>
          </p:cNvPr>
          <p:cNvSpPr/>
          <p:nvPr/>
        </p:nvSpPr>
        <p:spPr>
          <a:xfrm>
            <a:off x="8963610" y="39348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97999F-1425-2405-0226-EC6E0351EC71}"/>
              </a:ext>
            </a:extLst>
          </p:cNvPr>
          <p:cNvSpPr txBox="1"/>
          <p:nvPr/>
        </p:nvSpPr>
        <p:spPr>
          <a:xfrm>
            <a:off x="4967349" y="2120523"/>
            <a:ext cx="243656" cy="103328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54" name="Can 53">
            <a:extLst>
              <a:ext uri="{FF2B5EF4-FFF2-40B4-BE49-F238E27FC236}">
                <a16:creationId xmlns:a16="http://schemas.microsoft.com/office/drawing/2014/main" id="{12CB8107-3353-9226-AD82-86BBBED9CEA0}"/>
              </a:ext>
            </a:extLst>
          </p:cNvPr>
          <p:cNvSpPr/>
          <p:nvPr/>
        </p:nvSpPr>
        <p:spPr>
          <a:xfrm>
            <a:off x="8294160" y="1093308"/>
            <a:ext cx="315055" cy="412081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GB" i="1" dirty="0">
              <a:solidFill>
                <a:schemeClr val="bg2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1244BD-3008-0664-5F82-3AE4806ED689}"/>
              </a:ext>
            </a:extLst>
          </p:cNvPr>
          <p:cNvSpPr txBox="1"/>
          <p:nvPr/>
        </p:nvSpPr>
        <p:spPr>
          <a:xfrm>
            <a:off x="479153" y="434070"/>
            <a:ext cx="78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AFED8E9-945D-67D6-636E-B7CC1513146E}"/>
              </a:ext>
            </a:extLst>
          </p:cNvPr>
          <p:cNvGrpSpPr/>
          <p:nvPr/>
        </p:nvGrpSpPr>
        <p:grpSpPr>
          <a:xfrm>
            <a:off x="561934" y="387001"/>
            <a:ext cx="2344420" cy="3071815"/>
            <a:chOff x="561934" y="387001"/>
            <a:chExt cx="2344420" cy="307181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20FE75E-2BA4-6FE4-07C5-D196749323C9}"/>
                </a:ext>
              </a:extLst>
            </p:cNvPr>
            <p:cNvGrpSpPr/>
            <p:nvPr/>
          </p:nvGrpSpPr>
          <p:grpSpPr>
            <a:xfrm>
              <a:off x="561934" y="387001"/>
              <a:ext cx="2344420" cy="3071815"/>
              <a:chOff x="7507403" y="1006812"/>
              <a:chExt cx="691415" cy="3071815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FDD2211-BDCD-3F2A-1FEE-E12F9B94DBEC}"/>
                  </a:ext>
                </a:extLst>
              </p:cNvPr>
              <p:cNvSpPr/>
              <p:nvPr/>
            </p:nvSpPr>
            <p:spPr>
              <a:xfrm>
                <a:off x="7538137" y="1386857"/>
                <a:ext cx="628958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🕸 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Graphs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81A1FAD-B999-FB54-4FDF-12EEF9A459D2}"/>
                  </a:ext>
                </a:extLst>
              </p:cNvPr>
              <p:cNvSpPr/>
              <p:nvPr/>
            </p:nvSpPr>
            <p:spPr>
              <a:xfrm>
                <a:off x="7507403" y="1006812"/>
                <a:ext cx="691415" cy="3071815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 Streamers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B6401E-0128-2B4D-5307-C37404151626}"/>
                </a:ext>
              </a:extLst>
            </p:cNvPr>
            <p:cNvSpPr/>
            <p:nvPr/>
          </p:nvSpPr>
          <p:spPr>
            <a:xfrm>
              <a:off x="667823" y="1455551"/>
              <a:ext cx="21326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Feedbacks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0DFEE66-FEE6-C9DD-F150-59CB50C55133}"/>
                </a:ext>
              </a:extLst>
            </p:cNvPr>
            <p:cNvSpPr/>
            <p:nvPr/>
          </p:nvSpPr>
          <p:spPr>
            <a:xfrm>
              <a:off x="670872" y="2123922"/>
              <a:ext cx="21326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👀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Advertisers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7CCFE26-40AE-635D-A724-2B0111BABD0F}"/>
              </a:ext>
            </a:extLst>
          </p:cNvPr>
          <p:cNvSpPr txBox="1"/>
          <p:nvPr/>
        </p:nvSpPr>
        <p:spPr>
          <a:xfrm>
            <a:off x="2655769" y="73378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EA95966-0BA0-5171-C9B7-1D9E13522F47}"/>
              </a:ext>
            </a:extLst>
          </p:cNvPr>
          <p:cNvSpPr/>
          <p:nvPr/>
        </p:nvSpPr>
        <p:spPr>
          <a:xfrm>
            <a:off x="666146" y="2792293"/>
            <a:ext cx="213264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🔥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Firewalls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7269E-51FE-A438-B453-1E95981BC519}"/>
              </a:ext>
            </a:extLst>
          </p:cNvPr>
          <p:cNvSpPr txBox="1"/>
          <p:nvPr/>
        </p:nvSpPr>
        <p:spPr>
          <a:xfrm>
            <a:off x="178670" y="6248084"/>
            <a:ext cx="121347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FINDER</a:t>
            </a:r>
          </a:p>
        </p:txBody>
      </p:sp>
    </p:spTree>
    <p:extLst>
      <p:ext uri="{BB962C8B-B14F-4D97-AF65-F5344CB8AC3E}">
        <p14:creationId xmlns:p14="http://schemas.microsoft.com/office/powerpoint/2010/main" val="9587095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49923</TotalTime>
  <Words>47</Words>
  <Application>Microsoft Macintosh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2025-10-15T20:03:00Z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2025-04-22T20:19:07Z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95b68642-ed85-41cb-99aa-3b883b9396ca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