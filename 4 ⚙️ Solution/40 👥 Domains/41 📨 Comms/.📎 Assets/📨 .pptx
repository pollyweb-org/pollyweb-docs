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833" r:id="rId2"/>
    <p:sldId id="1690" r:id="rId3"/>
    <p:sldId id="1720" r:id="rId4"/>
    <p:sldId id="1835" r:id="rId5"/>
    <p:sldId id="1834" r:id="rId6"/>
    <p:sldId id="1763" r:id="rId7"/>
    <p:sldId id="1836" r:id="rId8"/>
    <p:sldId id="1711" r:id="rId9"/>
  </p:sldIdLst>
  <p:sldSz cx="12192000" cy="6858000"/>
  <p:notesSz cx="6858000" cy="9144000"/>
  <p:embeddedFontLst>
    <p:embeddedFont>
      <p:font typeface="Amazon Ember" panose="020B0603020204020204" pitchFamily="34" charset="0"/>
      <p:regular r:id="rId12"/>
      <p:bold r:id="rId13"/>
      <p:italic r:id="rId14"/>
      <p:boldItalic r:id="rId15"/>
    </p:embeddedFont>
    <p:embeddedFont>
      <p:font typeface="Amazon Ember Display" panose="020F0603020204020204" pitchFamily="34" charset="0"/>
      <p:regular r:id="rId16"/>
      <p:bold r:id="rId17"/>
      <p:italic r:id="rId18"/>
      <p:bold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📨 Domain Comms" id="{99CFD94D-794F-7A4C-8500-8C4EA52CB0E6}">
          <p14:sldIdLst>
            <p14:sldId id="1833"/>
            <p14:sldId id="1690"/>
            <p14:sldId id="1720"/>
            <p14:sldId id="1835"/>
            <p14:sldId id="1834"/>
            <p14:sldId id="1763"/>
            <p14:sldId id="1836"/>
            <p14:sldId id="1711"/>
          </p14:sldIdLst>
        </p14:section>
        <p14:section name="Default Section" id="{3347790E-766C-144A-829B-7966F370A95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1256"/>
    <a:srgbClr val="945200"/>
    <a:srgbClr val="AB7942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15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24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5B13E-3C68-1138-BBD9-9B7E66C79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37BC9-8FAF-59D9-4AA9-C66E1CD7C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385D-8951-8D2E-D666-EE1251B4B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160FAF3-6B3F-6505-310F-5436117D7AF9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D4BF2-43A4-BFCD-0957-15D50B1E6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A68EFE-32AD-74B1-6F74-ACE606CBE53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9/8/25 12:20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9A01D-71DE-3962-A612-17CF548B4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032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C0FDE-053D-9513-E820-7D7AEBE5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8C25F-D42C-D22B-B62B-003B6CC5F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CC552-5DD6-388B-0CA4-E12FCA03C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AE6C5D-B674-A70F-1009-573B6625518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96F0-40CB-0EEC-5009-EE3FE1179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5B4C053-5896-15E0-9967-E5A40AFB10E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9/8/25 1:13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C2E75-415E-9310-EC8B-8B81BC4897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077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E516F-EACA-CEC8-4C39-F67DDF89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6DAC2-F08F-83F2-0322-379CB7CFE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8BB35-C4A3-545B-03C7-29D30A53C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0C7B3A9-4ED2-5D09-4DC9-42FC138277F9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85570-1336-2F84-B0DC-88F78190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FB2EB3A-5AE5-3E59-FD46-03884D71D7DF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9/8/25 12:40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6CDFF-B969-2FE1-E3EA-89DB3592D0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890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5BCDE-E00B-18FA-A195-F13E249A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9ACAC-9606-7314-D49C-292067854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6E4A3-52ED-5D18-7910-8594FB6E3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A97BF7F-FB0D-DE56-B5CD-AE60B178095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A5203-F2FE-5E6F-8853-2141E4E0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FBA4130-62B3-844E-0163-81849E46974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9/8/25 12:36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74A71-45BF-AE6C-14BB-3744CBA8A73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645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9F5B9-973A-A05A-3498-1C1939F9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B8276-58F7-FE00-D8D1-0E7C1E53F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ED89-0032-CBCF-02A2-F26023B0C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8202E20-3B6D-C99E-11FC-F047FA2EB5A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1B423-A9E7-16CE-1027-6EE52AA70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60F86E-8F4A-63E6-C269-49DF274CD4F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9/8/25 12:20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734FD-E1A1-EA58-C498-51A30FDA41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0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62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76A42-0866-EEEA-6A69-995269F4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66BDC0-948B-EECE-0DAE-75DC571EF25E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📨 Domain Comms</a:t>
            </a:r>
          </a:p>
        </p:txBody>
      </p:sp>
    </p:spTree>
    <p:extLst>
      <p:ext uri="{BB962C8B-B14F-4D97-AF65-F5344CB8AC3E}">
        <p14:creationId xmlns:p14="http://schemas.microsoft.com/office/powerpoint/2010/main" val="67324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F12A-5204-A32C-9F74-9ABA374B3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1E93C2-26E4-577E-1041-47EF141B8E4A}"/>
              </a:ext>
            </a:extLst>
          </p:cNvPr>
          <p:cNvSpPr/>
          <p:nvPr/>
        </p:nvSpPr>
        <p:spPr>
          <a:xfrm>
            <a:off x="1836248" y="3046934"/>
            <a:ext cx="21019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 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FB74DE-1967-654B-76E0-411CDB3BF965}"/>
              </a:ext>
            </a:extLst>
          </p:cNvPr>
          <p:cNvSpPr/>
          <p:nvPr/>
        </p:nvSpPr>
        <p:spPr>
          <a:xfrm>
            <a:off x="8045595" y="3046934"/>
            <a:ext cx="21019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 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B280AE-AE57-9BA2-7AA9-BA6AF31E9F5E}"/>
              </a:ext>
            </a:extLst>
          </p:cNvPr>
          <p:cNvSpPr/>
          <p:nvPr/>
        </p:nvSpPr>
        <p:spPr>
          <a:xfrm>
            <a:off x="4093884" y="1936077"/>
            <a:ext cx="158281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📚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DNS A</a:t>
            </a:r>
          </a:p>
        </p:txBody>
      </p: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C0A136AA-549C-B803-7EA9-99ED2325ED93}"/>
              </a:ext>
            </a:extLst>
          </p:cNvPr>
          <p:cNvCxnSpPr>
            <a:cxnSpLocks/>
            <a:stCxn id="7" idx="0"/>
            <a:endCxn id="18" idx="1"/>
          </p:cNvCxnSpPr>
          <p:nvPr/>
        </p:nvCxnSpPr>
        <p:spPr>
          <a:xfrm rot="5400000" flipH="1" flipV="1">
            <a:off x="3075664" y="2028715"/>
            <a:ext cx="829765" cy="1206675"/>
          </a:xfrm>
          <a:prstGeom prst="bent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5928354-B998-E393-61B6-0CEA4AF70A73}"/>
              </a:ext>
            </a:extLst>
          </p:cNvPr>
          <p:cNvSpPr txBox="1">
            <a:spLocks/>
          </p:cNvSpPr>
          <p:nvPr/>
        </p:nvSpPr>
        <p:spPr>
          <a:xfrm>
            <a:off x="1180314" y="2239919"/>
            <a:ext cx="238809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🔐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DKIM </a:t>
            </a:r>
            <a:b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    public key</a:t>
            </a:r>
          </a:p>
        </p:txBody>
      </p: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36717DF1-8CFC-4BFA-F503-F08AD28FDBD8}"/>
              </a:ext>
            </a:extLst>
          </p:cNvPr>
          <p:cNvCxnSpPr>
            <a:cxnSpLocks/>
            <a:stCxn id="7" idx="2"/>
            <a:endCxn id="42" idx="1"/>
          </p:cNvCxnSpPr>
          <p:nvPr/>
        </p:nvCxnSpPr>
        <p:spPr>
          <a:xfrm rot="16200000" flipH="1">
            <a:off x="3422734" y="3073592"/>
            <a:ext cx="927030" cy="199808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76993B9-65A3-5AF4-BED1-AE1E2905726B}"/>
              </a:ext>
            </a:extLst>
          </p:cNvPr>
          <p:cNvSpPr txBox="1"/>
          <p:nvPr/>
        </p:nvSpPr>
        <p:spPr>
          <a:xfrm>
            <a:off x="4885289" y="4182204"/>
            <a:ext cx="2523043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✉️🔏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message signed with private key</a:t>
            </a:r>
          </a:p>
        </p:txBody>
      </p: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E83E8E90-B42F-0084-5CC0-CC65E6CB0298}"/>
              </a:ext>
            </a:extLst>
          </p:cNvPr>
          <p:cNvCxnSpPr>
            <a:cxnSpLocks/>
            <a:stCxn id="42" idx="3"/>
            <a:endCxn id="14" idx="2"/>
          </p:cNvCxnSpPr>
          <p:nvPr/>
        </p:nvCxnSpPr>
        <p:spPr>
          <a:xfrm flipV="1">
            <a:off x="7408332" y="3609117"/>
            <a:ext cx="1688224" cy="92703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8CC18773-72D0-64CC-CAA1-54BE2B675D57}"/>
              </a:ext>
            </a:extLst>
          </p:cNvPr>
          <p:cNvCxnSpPr>
            <a:cxnSpLocks/>
            <a:stCxn id="14" idx="0"/>
            <a:endCxn id="18" idx="3"/>
          </p:cNvCxnSpPr>
          <p:nvPr/>
        </p:nvCxnSpPr>
        <p:spPr>
          <a:xfrm rot="16200000" flipV="1">
            <a:off x="6971744" y="922122"/>
            <a:ext cx="829765" cy="3419860"/>
          </a:xfrm>
          <a:prstGeom prst="bentConnector2">
            <a:avLst/>
          </a:prstGeom>
          <a:ln w="19050" cap="rnd">
            <a:solidFill>
              <a:schemeClr val="accent2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03F5200-1990-2D34-3634-3770A2F324E1}"/>
              </a:ext>
            </a:extLst>
          </p:cNvPr>
          <p:cNvSpPr txBox="1">
            <a:spLocks/>
          </p:cNvSpPr>
          <p:nvPr/>
        </p:nvSpPr>
        <p:spPr>
          <a:xfrm>
            <a:off x="9199911" y="2299030"/>
            <a:ext cx="1400598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signed by sender? </a:t>
            </a:r>
            <a:r>
              <a:rPr lang="en-GB" sz="2000" dirty="0"/>
              <a:t>🤔</a:t>
            </a:r>
            <a:endParaRPr lang="en-GB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B4E0CE-AF21-EE56-7F2E-763E032E3231}"/>
              </a:ext>
            </a:extLst>
          </p:cNvPr>
          <p:cNvSpPr txBox="1">
            <a:spLocks/>
          </p:cNvSpPr>
          <p:nvPr/>
        </p:nvSpPr>
        <p:spPr>
          <a:xfrm>
            <a:off x="5891266" y="1716784"/>
            <a:ext cx="208050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is it DNSSEC? </a:t>
            </a:r>
            <a:r>
              <a:rPr lang="en-GB" sz="2000" dirty="0"/>
              <a:t>🤔</a:t>
            </a:r>
            <a:endParaRPr lang="en-GB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BEE8804-1B1B-27EC-2389-E917259EAE5C}"/>
              </a:ext>
            </a:extLst>
          </p:cNvPr>
          <p:cNvSpPr txBox="1"/>
          <p:nvPr/>
        </p:nvSpPr>
        <p:spPr>
          <a:xfrm>
            <a:off x="2992089" y="2631784"/>
            <a:ext cx="5639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1️⃣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2E88B7-02B8-D6B3-7F32-86720BE6FA35}"/>
              </a:ext>
            </a:extLst>
          </p:cNvPr>
          <p:cNvSpPr txBox="1"/>
          <p:nvPr/>
        </p:nvSpPr>
        <p:spPr>
          <a:xfrm>
            <a:off x="2992089" y="3782094"/>
            <a:ext cx="8771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2️⃣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C100D6-A23D-625E-7034-088AF8301382}"/>
              </a:ext>
            </a:extLst>
          </p:cNvPr>
          <p:cNvSpPr txBox="1"/>
          <p:nvPr/>
        </p:nvSpPr>
        <p:spPr>
          <a:xfrm>
            <a:off x="8590311" y="2664301"/>
            <a:ext cx="825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3️⃣</a:t>
            </a: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E02EF77A-B898-8E57-28BB-C47B36BBE9E3}"/>
              </a:ext>
            </a:extLst>
          </p:cNvPr>
          <p:cNvSpPr txBox="1">
            <a:spLocks/>
          </p:cNvSpPr>
          <p:nvPr/>
        </p:nvSpPr>
        <p:spPr>
          <a:xfrm>
            <a:off x="9199911" y="3718688"/>
            <a:ext cx="238809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dirty="0"/>
              <a:t>📨 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Inbox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51C5AF-7F70-F604-E9DE-FB409B3AB606}"/>
              </a:ext>
            </a:extLst>
          </p:cNvPr>
          <p:cNvSpPr txBox="1"/>
          <p:nvPr/>
        </p:nvSpPr>
        <p:spPr>
          <a:xfrm>
            <a:off x="206409" y="6409189"/>
            <a:ext cx="83356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COMMS</a:t>
            </a:r>
          </a:p>
        </p:txBody>
      </p:sp>
    </p:spTree>
    <p:extLst>
      <p:ext uri="{BB962C8B-B14F-4D97-AF65-F5344CB8AC3E}">
        <p14:creationId xmlns:p14="http://schemas.microsoft.com/office/powerpoint/2010/main" val="313803088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BB65-9770-8016-0C81-9EAEF415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826EAFB-1F72-18C5-53B6-3EDEF382ECC9}"/>
              </a:ext>
            </a:extLst>
          </p:cNvPr>
          <p:cNvGrpSpPr/>
          <p:nvPr/>
        </p:nvGrpSpPr>
        <p:grpSpPr>
          <a:xfrm>
            <a:off x="9463052" y="402867"/>
            <a:ext cx="2334700" cy="1038741"/>
            <a:chOff x="6292867" y="1006813"/>
            <a:chExt cx="1008104" cy="10387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D4E9D5-9505-3BEA-C849-C0673D22CBCF}"/>
                </a:ext>
              </a:extLst>
            </p:cNvPr>
            <p:cNvSpPr/>
            <p:nvPr/>
          </p:nvSpPr>
          <p:spPr>
            <a:xfrm>
              <a:off x="6332053" y="1386857"/>
              <a:ext cx="925133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🔔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Subscriber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36F7CF-05CC-C8C8-1672-7AF38AB7BF83}"/>
                </a:ext>
              </a:extLst>
            </p:cNvPr>
            <p:cNvSpPr/>
            <p:nvPr/>
          </p:nvSpPr>
          <p:spPr>
            <a:xfrm>
              <a:off x="6292867" y="1006813"/>
              <a:ext cx="1008104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1E64C509-5CE0-62A4-C48E-A94259E481EB}"/>
              </a:ext>
            </a:extLst>
          </p:cNvPr>
          <p:cNvSpPr txBox="1">
            <a:spLocks/>
          </p:cNvSpPr>
          <p:nvPr/>
        </p:nvSpPr>
        <p:spPr>
          <a:xfrm>
            <a:off x="3219231" y="533967"/>
            <a:ext cx="274425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 with buffer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97EFCA28-AB35-45F1-9751-905EF15DCA90}"/>
              </a:ext>
            </a:extLst>
          </p:cNvPr>
          <p:cNvSpPr/>
          <p:nvPr/>
        </p:nvSpPr>
        <p:spPr>
          <a:xfrm>
            <a:off x="2849563" y="554022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DF40E98-5F43-DE50-0382-C2D1DC8584B3}"/>
              </a:ext>
            </a:extLst>
          </p:cNvPr>
          <p:cNvGrpSpPr/>
          <p:nvPr/>
        </p:nvGrpSpPr>
        <p:grpSpPr>
          <a:xfrm>
            <a:off x="482548" y="363111"/>
            <a:ext cx="2221184" cy="1137698"/>
            <a:chOff x="7507404" y="1006813"/>
            <a:chExt cx="959089" cy="113769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6E2215-E19A-D9A1-2C11-28CFA48BA7BC}"/>
                </a:ext>
              </a:extLst>
            </p:cNvPr>
            <p:cNvSpPr/>
            <p:nvPr/>
          </p:nvSpPr>
          <p:spPr>
            <a:xfrm>
              <a:off x="7553548" y="1378147"/>
              <a:ext cx="866799" cy="663299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    Streamer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D703E1-50F3-54F8-46EA-6A9B11C06674}"/>
                </a:ext>
              </a:extLst>
            </p:cNvPr>
            <p:cNvSpPr/>
            <p:nvPr/>
          </p:nvSpPr>
          <p:spPr>
            <a:xfrm>
              <a:off x="7507404" y="1006813"/>
              <a:ext cx="959089" cy="113769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A1E54C4-6FE0-B8F2-9FF9-D2208F43C9A1}"/>
              </a:ext>
            </a:extLst>
          </p:cNvPr>
          <p:cNvSpPr/>
          <p:nvPr/>
        </p:nvSpPr>
        <p:spPr>
          <a:xfrm>
            <a:off x="2744446" y="1681401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E9C677-E580-ABCB-5DC1-E88011369E80}"/>
              </a:ext>
            </a:extLst>
          </p:cNvPr>
          <p:cNvSpPr txBox="1"/>
          <p:nvPr/>
        </p:nvSpPr>
        <p:spPr>
          <a:xfrm>
            <a:off x="3099013" y="1648451"/>
            <a:ext cx="12538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events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27AAB1D-E06D-B61C-4E8F-E927A014AB0B}"/>
              </a:ext>
            </a:extLst>
          </p:cNvPr>
          <p:cNvSpPr/>
          <p:nvPr/>
        </p:nvSpPr>
        <p:spPr>
          <a:xfrm>
            <a:off x="2255321" y="1681401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6124BE4-87FB-0B04-CD79-A83FE7DDF956}"/>
              </a:ext>
            </a:extLst>
          </p:cNvPr>
          <p:cNvSpPr/>
          <p:nvPr/>
        </p:nvSpPr>
        <p:spPr>
          <a:xfrm>
            <a:off x="1766196" y="1681401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F1CF69-ADE8-3B20-0A57-E42CE9508F63}"/>
              </a:ext>
            </a:extLst>
          </p:cNvPr>
          <p:cNvGrpSpPr/>
          <p:nvPr/>
        </p:nvGrpSpPr>
        <p:grpSpPr>
          <a:xfrm>
            <a:off x="5402382" y="1547973"/>
            <a:ext cx="1774985" cy="1038741"/>
            <a:chOff x="3316779" y="3444986"/>
            <a:chExt cx="1774985" cy="103874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7ACE8D-9A91-F6EC-E8BF-9D782B530727}"/>
                </a:ext>
              </a:extLst>
            </p:cNvPr>
            <p:cNvSpPr/>
            <p:nvPr/>
          </p:nvSpPr>
          <p:spPr>
            <a:xfrm>
              <a:off x="3405663" y="3837321"/>
              <a:ext cx="160228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670A42-5EC5-EC86-61A9-2EF7B857CF1F}"/>
                </a:ext>
              </a:extLst>
            </p:cNvPr>
            <p:cNvSpPr/>
            <p:nvPr/>
          </p:nvSpPr>
          <p:spPr>
            <a:xfrm>
              <a:off x="3316779" y="3444986"/>
              <a:ext cx="177498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🛠️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Helper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3387DBA3-B976-DA17-C571-0E5A98A9C188}"/>
              </a:ext>
            </a:extLst>
          </p:cNvPr>
          <p:cNvCxnSpPr>
            <a:cxnSpLocks/>
            <a:stCxn id="10" idx="2"/>
            <a:endCxn id="7" idx="1"/>
          </p:cNvCxnSpPr>
          <p:nvPr/>
        </p:nvCxnSpPr>
        <p:spPr>
          <a:xfrm rot="16200000" flipH="1">
            <a:off x="3181908" y="-87959"/>
            <a:ext cx="720591" cy="3898126"/>
          </a:xfrm>
          <a:prstGeom prst="bentConnector2">
            <a:avLst/>
          </a:prstGeom>
          <a:ln>
            <a:solidFill>
              <a:schemeClr val="accent2"/>
            </a:solidFill>
            <a:headEnd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BD795EBF-9E49-CB5F-249D-A4981B742D87}"/>
              </a:ext>
            </a:extLst>
          </p:cNvPr>
          <p:cNvCxnSpPr>
            <a:cxnSpLocks/>
            <a:stCxn id="7" idx="3"/>
            <a:endCxn id="6" idx="2"/>
          </p:cNvCxnSpPr>
          <p:nvPr/>
        </p:nvCxnSpPr>
        <p:spPr>
          <a:xfrm flipV="1">
            <a:off x="7093552" y="1441608"/>
            <a:ext cx="3536850" cy="779792"/>
          </a:xfrm>
          <a:prstGeom prst="bentConnector2">
            <a:avLst/>
          </a:prstGeom>
          <a:ln>
            <a:solidFill>
              <a:schemeClr val="accent2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011422B-3C6F-5365-C210-0C0C26654CF1}"/>
              </a:ext>
            </a:extLst>
          </p:cNvPr>
          <p:cNvSpPr txBox="1"/>
          <p:nvPr/>
        </p:nvSpPr>
        <p:spPr>
          <a:xfrm>
            <a:off x="515341" y="568370"/>
            <a:ext cx="5077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47565-6190-1FFB-8C04-74F1FB9C6B4C}"/>
              </a:ext>
            </a:extLst>
          </p:cNvPr>
          <p:cNvSpPr txBox="1"/>
          <p:nvPr/>
        </p:nvSpPr>
        <p:spPr>
          <a:xfrm>
            <a:off x="147264" y="6233934"/>
            <a:ext cx="209191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STREAMER 1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F13ED49-3DAD-A97C-CFDD-12FBC45E85E9}"/>
              </a:ext>
            </a:extLst>
          </p:cNvPr>
          <p:cNvSpPr/>
          <p:nvPr/>
        </p:nvSpPr>
        <p:spPr>
          <a:xfrm>
            <a:off x="7361891" y="169017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7523306-F899-B7F9-BF6D-9E5735A9D3CE}"/>
              </a:ext>
            </a:extLst>
          </p:cNvPr>
          <p:cNvSpPr txBox="1">
            <a:spLocks/>
          </p:cNvSpPr>
          <p:nvPr/>
        </p:nvSpPr>
        <p:spPr>
          <a:xfrm>
            <a:off x="7720738" y="1661114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deliver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C95B3D97-F07A-B5CB-C884-B6EF2853D2E0}"/>
              </a:ext>
            </a:extLst>
          </p:cNvPr>
          <p:cNvCxnSpPr>
            <a:cxnSpLocks/>
            <a:stCxn id="5" idx="1"/>
            <a:endCxn id="3" idx="3"/>
          </p:cNvCxnSpPr>
          <p:nvPr/>
        </p:nvCxnSpPr>
        <p:spPr>
          <a:xfrm rot="10800000" flipV="1">
            <a:off x="2596862" y="1064003"/>
            <a:ext cx="6956943" cy="2092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prstDash val="dash"/>
            <a:headEnd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61230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E0E9-B8EE-E03E-66A0-02A13268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395276-0BE4-02C3-C5A5-F993FF3ECD44}"/>
              </a:ext>
            </a:extLst>
          </p:cNvPr>
          <p:cNvGrpSpPr/>
          <p:nvPr/>
        </p:nvGrpSpPr>
        <p:grpSpPr>
          <a:xfrm>
            <a:off x="1603187" y="1515806"/>
            <a:ext cx="2312814" cy="1038741"/>
            <a:chOff x="6297159" y="1006813"/>
            <a:chExt cx="998654" cy="10387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63D426-3731-2C08-D3AF-51E26C926D09}"/>
                </a:ext>
              </a:extLst>
            </p:cNvPr>
            <p:cNvSpPr/>
            <p:nvPr/>
          </p:nvSpPr>
          <p:spPr>
            <a:xfrm>
              <a:off x="6332053" y="1386857"/>
              <a:ext cx="92513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Subscriber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978BCF-EA32-310B-9A90-7EC0EC80BCD4}"/>
                </a:ext>
              </a:extLst>
            </p:cNvPr>
            <p:cNvSpPr/>
            <p:nvPr/>
          </p:nvSpPr>
          <p:spPr>
            <a:xfrm>
              <a:off x="6297159" y="1006813"/>
              <a:ext cx="998654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C73D793F-9F5A-A443-7CF5-79131AD0ACDB}"/>
              </a:ext>
            </a:extLst>
          </p:cNvPr>
          <p:cNvCxnSpPr>
            <a:cxnSpLocks/>
            <a:stCxn id="6" idx="0"/>
            <a:endCxn id="10" idx="0"/>
          </p:cNvCxnSpPr>
          <p:nvPr/>
        </p:nvCxnSpPr>
        <p:spPr>
          <a:xfrm rot="5400000" flipH="1" flipV="1">
            <a:off x="5455477" y="-1963205"/>
            <a:ext cx="783129" cy="6174894"/>
          </a:xfrm>
          <a:prstGeom prst="bentConnector3">
            <a:avLst>
              <a:gd name="adj1" fmla="val 129191"/>
            </a:avLst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976055B4-96B7-42E9-FA60-6C23E8743AB0}"/>
              </a:ext>
            </a:extLst>
          </p:cNvPr>
          <p:cNvSpPr txBox="1">
            <a:spLocks/>
          </p:cNvSpPr>
          <p:nvPr/>
        </p:nvSpPr>
        <p:spPr>
          <a:xfrm>
            <a:off x="3289974" y="636163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3BEE2E10-D089-AB6E-5AF8-2446C24A9E60}"/>
              </a:ext>
            </a:extLst>
          </p:cNvPr>
          <p:cNvSpPr/>
          <p:nvPr/>
        </p:nvSpPr>
        <p:spPr>
          <a:xfrm>
            <a:off x="2920306" y="656218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E8859F-760C-667C-7E03-34B64A709B4B}"/>
              </a:ext>
            </a:extLst>
          </p:cNvPr>
          <p:cNvGrpSpPr/>
          <p:nvPr/>
        </p:nvGrpSpPr>
        <p:grpSpPr>
          <a:xfrm>
            <a:off x="7823896" y="732677"/>
            <a:ext cx="2221184" cy="2000898"/>
            <a:chOff x="7507404" y="1006813"/>
            <a:chExt cx="959089" cy="200089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E88B2C9-9009-27BD-6A64-503CE46FA644}"/>
                </a:ext>
              </a:extLst>
            </p:cNvPr>
            <p:cNvSpPr/>
            <p:nvPr/>
          </p:nvSpPr>
          <p:spPr>
            <a:xfrm>
              <a:off x="7553548" y="1378147"/>
              <a:ext cx="866799" cy="663299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    Streamer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EE006A7-FA6D-6B06-A072-0581D4718EEB}"/>
                </a:ext>
              </a:extLst>
            </p:cNvPr>
            <p:cNvSpPr/>
            <p:nvPr/>
          </p:nvSpPr>
          <p:spPr>
            <a:xfrm>
              <a:off x="7507404" y="1006813"/>
              <a:ext cx="959089" cy="200089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9B3F33E-21D3-AF43-AADD-B1FCC076911B}"/>
              </a:ext>
            </a:extLst>
          </p:cNvPr>
          <p:cNvSpPr/>
          <p:nvPr/>
        </p:nvSpPr>
        <p:spPr>
          <a:xfrm>
            <a:off x="9256276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A3E3AC-96A4-20F7-0F2B-5A4351423A2D}"/>
              </a:ext>
            </a:extLst>
          </p:cNvPr>
          <p:cNvSpPr txBox="1"/>
          <p:nvPr/>
        </p:nvSpPr>
        <p:spPr>
          <a:xfrm>
            <a:off x="7832802" y="2258002"/>
            <a:ext cx="2221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events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8823C7A-2D0E-E5AF-AE8A-02B5D7F31FB1}"/>
              </a:ext>
            </a:extLst>
          </p:cNvPr>
          <p:cNvSpPr/>
          <p:nvPr/>
        </p:nvSpPr>
        <p:spPr>
          <a:xfrm>
            <a:off x="8767151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7CA0DBE-0034-5E5E-6591-1EC446D9C999}"/>
              </a:ext>
            </a:extLst>
          </p:cNvPr>
          <p:cNvSpPr/>
          <p:nvPr/>
        </p:nvSpPr>
        <p:spPr>
          <a:xfrm>
            <a:off x="8278026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393EA9A-D8D6-5E51-710D-7C584D34C2B8}"/>
              </a:ext>
            </a:extLst>
          </p:cNvPr>
          <p:cNvGrpSpPr/>
          <p:nvPr/>
        </p:nvGrpSpPr>
        <p:grpSpPr>
          <a:xfrm>
            <a:off x="11078402" y="1511317"/>
            <a:ext cx="701748" cy="1038741"/>
            <a:chOff x="7507403" y="1006813"/>
            <a:chExt cx="303009" cy="1038741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278AC3B-E5F6-FEBF-2BBA-941E5B4DEC80}"/>
                </a:ext>
              </a:extLst>
            </p:cNvPr>
            <p:cNvSpPr/>
            <p:nvPr/>
          </p:nvSpPr>
          <p:spPr>
            <a:xfrm>
              <a:off x="7538137" y="1386857"/>
              <a:ext cx="23492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76A114D-42A8-2F06-368F-1AC811978B16}"/>
                </a:ext>
              </a:extLst>
            </p:cNvPr>
            <p:cNvSpPr/>
            <p:nvPr/>
          </p:nvSpPr>
          <p:spPr>
            <a:xfrm>
              <a:off x="7507403" y="1006813"/>
              <a:ext cx="303009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6CD2F908-409C-2ED9-4D6F-308BD3C2D775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10053986" y="2030688"/>
            <a:ext cx="1024416" cy="0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5731F8A5-F9AB-8337-78FA-5359C8327E2D}"/>
              </a:ext>
            </a:extLst>
          </p:cNvPr>
          <p:cNvSpPr/>
          <p:nvPr/>
        </p:nvSpPr>
        <p:spPr>
          <a:xfrm>
            <a:off x="9078737" y="3081954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630B42DA-166D-638A-E81D-C072C1393C6B}"/>
              </a:ext>
            </a:extLst>
          </p:cNvPr>
          <p:cNvSpPr txBox="1">
            <a:spLocks/>
          </p:cNvSpPr>
          <p:nvPr/>
        </p:nvSpPr>
        <p:spPr>
          <a:xfrm>
            <a:off x="9437584" y="3052891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push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29AA6DC3-B361-988F-4E10-752AE28410BB}"/>
              </a:ext>
            </a:extLst>
          </p:cNvPr>
          <p:cNvSpPr/>
          <p:nvPr/>
        </p:nvSpPr>
        <p:spPr>
          <a:xfrm>
            <a:off x="10176921" y="219231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F3E3D9-77C5-7CCF-351B-FFD6E402A379}"/>
              </a:ext>
            </a:extLst>
          </p:cNvPr>
          <p:cNvGrpSpPr/>
          <p:nvPr/>
        </p:nvGrpSpPr>
        <p:grpSpPr>
          <a:xfrm>
            <a:off x="5114148" y="2909629"/>
            <a:ext cx="1774985" cy="1038741"/>
            <a:chOff x="3316779" y="3444986"/>
            <a:chExt cx="1774985" cy="103874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DF6C88E-4A9B-C747-693E-40C559AA307A}"/>
                </a:ext>
              </a:extLst>
            </p:cNvPr>
            <p:cNvSpPr/>
            <p:nvPr/>
          </p:nvSpPr>
          <p:spPr>
            <a:xfrm>
              <a:off x="3405663" y="3837321"/>
              <a:ext cx="160228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5C79CA5-7008-7C08-F445-DFD5A59F7E9B}"/>
                </a:ext>
              </a:extLst>
            </p:cNvPr>
            <p:cNvSpPr/>
            <p:nvPr/>
          </p:nvSpPr>
          <p:spPr>
            <a:xfrm>
              <a:off x="3316779" y="3444986"/>
              <a:ext cx="177498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🛠️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Helper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2D805568-1737-DFA2-4378-DBD7C3294CD4}"/>
              </a:ext>
            </a:extLst>
          </p:cNvPr>
          <p:cNvCxnSpPr>
            <a:cxnSpLocks/>
            <a:stCxn id="10" idx="2"/>
            <a:endCxn id="12" idx="3"/>
          </p:cNvCxnSpPr>
          <p:nvPr/>
        </p:nvCxnSpPr>
        <p:spPr>
          <a:xfrm rot="5400000">
            <a:off x="7564099" y="2058610"/>
            <a:ext cx="695425" cy="2045355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C79FB634-673A-3D27-928F-A6590BAC4CC8}"/>
              </a:ext>
            </a:extLst>
          </p:cNvPr>
          <p:cNvCxnSpPr>
            <a:cxnSpLocks/>
            <a:stCxn id="12" idx="1"/>
            <a:endCxn id="6" idx="2"/>
          </p:cNvCxnSpPr>
          <p:nvPr/>
        </p:nvCxnSpPr>
        <p:spPr>
          <a:xfrm rot="10800000">
            <a:off x="2759594" y="2554548"/>
            <a:ext cx="2354554" cy="874453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76634AD-CD18-9114-8023-421A239857B4}"/>
              </a:ext>
            </a:extLst>
          </p:cNvPr>
          <p:cNvSpPr txBox="1">
            <a:spLocks/>
          </p:cNvSpPr>
          <p:nvPr/>
        </p:nvSpPr>
        <p:spPr>
          <a:xfrm>
            <a:off x="10117999" y="2544727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push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480601-8200-983F-60F1-ED380AD29355}"/>
              </a:ext>
            </a:extLst>
          </p:cNvPr>
          <p:cNvSpPr txBox="1"/>
          <p:nvPr/>
        </p:nvSpPr>
        <p:spPr>
          <a:xfrm>
            <a:off x="7856689" y="937936"/>
            <a:ext cx="5077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C8CDF7-DE54-9ED1-B875-011CD1AD27F0}"/>
              </a:ext>
            </a:extLst>
          </p:cNvPr>
          <p:cNvSpPr txBox="1"/>
          <p:nvPr/>
        </p:nvSpPr>
        <p:spPr>
          <a:xfrm>
            <a:off x="147264" y="6233934"/>
            <a:ext cx="209191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STREAMER 1</a:t>
            </a:r>
          </a:p>
        </p:txBody>
      </p:sp>
    </p:spTree>
    <p:extLst>
      <p:ext uri="{BB962C8B-B14F-4D97-AF65-F5344CB8AC3E}">
        <p14:creationId xmlns:p14="http://schemas.microsoft.com/office/powerpoint/2010/main" val="198356345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31157-1EC0-4340-BCB0-A4B05A40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6A0C392-2B58-ACF1-1797-5D7C562C2A29}"/>
              </a:ext>
            </a:extLst>
          </p:cNvPr>
          <p:cNvGrpSpPr/>
          <p:nvPr/>
        </p:nvGrpSpPr>
        <p:grpSpPr>
          <a:xfrm>
            <a:off x="4406040" y="1515806"/>
            <a:ext cx="1601270" cy="1038741"/>
            <a:chOff x="7507403" y="1006813"/>
            <a:chExt cx="691415" cy="10387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8C9189A-029F-7D8C-CE15-91675DBF900D}"/>
                </a:ext>
              </a:extLst>
            </p:cNvPr>
            <p:cNvSpPr/>
            <p:nvPr/>
          </p:nvSpPr>
          <p:spPr>
            <a:xfrm>
              <a:off x="7542298" y="1386857"/>
              <a:ext cx="624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8A2907-89B6-0C30-D404-43BA5CD2B555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8" name="Straight Arrow Connector 12">
            <a:extLst>
              <a:ext uri="{FF2B5EF4-FFF2-40B4-BE49-F238E27FC236}">
                <a16:creationId xmlns:a16="http://schemas.microsoft.com/office/drawing/2014/main" id="{D281BFEC-9703-28F5-A98B-65E867811736}"/>
              </a:ext>
            </a:extLst>
          </p:cNvPr>
          <p:cNvCxnSpPr>
            <a:cxnSpLocks/>
            <a:stCxn id="6" idx="1"/>
            <a:endCxn id="145" idx="3"/>
          </p:cNvCxnSpPr>
          <p:nvPr/>
        </p:nvCxnSpPr>
        <p:spPr>
          <a:xfrm flipH="1" flipV="1">
            <a:off x="2201813" y="2030689"/>
            <a:ext cx="2204227" cy="4488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E1EBD794-DB4F-4603-AE72-711597BA9C81}"/>
              </a:ext>
            </a:extLst>
          </p:cNvPr>
          <p:cNvCxnSpPr>
            <a:cxnSpLocks/>
            <a:stCxn id="6" idx="0"/>
            <a:endCxn id="10" idx="0"/>
          </p:cNvCxnSpPr>
          <p:nvPr/>
        </p:nvCxnSpPr>
        <p:spPr>
          <a:xfrm rot="5400000" flipH="1" flipV="1">
            <a:off x="6679017" y="-739664"/>
            <a:ext cx="783129" cy="3727813"/>
          </a:xfrm>
          <a:prstGeom prst="bentConnector3">
            <a:avLst>
              <a:gd name="adj1" fmla="val 151314"/>
            </a:avLst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CDE619CB-5491-1337-AB06-0EBD565689CB}"/>
              </a:ext>
            </a:extLst>
          </p:cNvPr>
          <p:cNvSpPr txBox="1">
            <a:spLocks/>
          </p:cNvSpPr>
          <p:nvPr/>
        </p:nvSpPr>
        <p:spPr>
          <a:xfrm>
            <a:off x="2797525" y="1230789"/>
            <a:ext cx="1370111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discover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schema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95FA9413-BE15-4FBA-A090-CF1D089C5E58}"/>
              </a:ext>
            </a:extLst>
          </p:cNvPr>
          <p:cNvSpPr/>
          <p:nvPr/>
        </p:nvSpPr>
        <p:spPr>
          <a:xfrm>
            <a:off x="2406116" y="1495613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F293311A-62C0-F5B8-892B-F4792E417273}"/>
              </a:ext>
            </a:extLst>
          </p:cNvPr>
          <p:cNvSpPr txBox="1">
            <a:spLocks/>
          </p:cNvSpPr>
          <p:nvPr/>
        </p:nvSpPr>
        <p:spPr>
          <a:xfrm>
            <a:off x="5747205" y="460920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ACA10948-71FF-3D13-BFA4-5E4B49B39336}"/>
              </a:ext>
            </a:extLst>
          </p:cNvPr>
          <p:cNvSpPr/>
          <p:nvPr/>
        </p:nvSpPr>
        <p:spPr>
          <a:xfrm>
            <a:off x="5377537" y="48097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F93F1C2-C7C2-2CCA-74F2-43C214E96037}"/>
              </a:ext>
            </a:extLst>
          </p:cNvPr>
          <p:cNvGrpSpPr/>
          <p:nvPr/>
        </p:nvGrpSpPr>
        <p:grpSpPr>
          <a:xfrm>
            <a:off x="440416" y="1511318"/>
            <a:ext cx="1761397" cy="1038741"/>
            <a:chOff x="7507403" y="1006813"/>
            <a:chExt cx="691415" cy="1038741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654F68B-0CAF-CC35-B495-9184AB35018D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178A16EE-9735-AE6F-F50E-BC682890EBFB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04BCD4-F8C5-7757-60C3-623186ABA56D}"/>
              </a:ext>
            </a:extLst>
          </p:cNvPr>
          <p:cNvGrpSpPr/>
          <p:nvPr/>
        </p:nvGrpSpPr>
        <p:grpSpPr>
          <a:xfrm>
            <a:off x="7823896" y="732677"/>
            <a:ext cx="2221184" cy="2000898"/>
            <a:chOff x="7507404" y="1006813"/>
            <a:chExt cx="959089" cy="200089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7442572-DED8-A277-1377-3DBFD39B1240}"/>
                </a:ext>
              </a:extLst>
            </p:cNvPr>
            <p:cNvSpPr/>
            <p:nvPr/>
          </p:nvSpPr>
          <p:spPr>
            <a:xfrm>
              <a:off x="7553548" y="1378147"/>
              <a:ext cx="866799" cy="663299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    Streamer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447DC89-7BF6-5948-4496-8065A9BABC7A}"/>
                </a:ext>
              </a:extLst>
            </p:cNvPr>
            <p:cNvSpPr/>
            <p:nvPr/>
          </p:nvSpPr>
          <p:spPr>
            <a:xfrm>
              <a:off x="7507404" y="1006813"/>
              <a:ext cx="959089" cy="200089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🪢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Integrator</a:t>
              </a:r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FF6AFD1-B789-5E90-BA68-DB0795539890}"/>
              </a:ext>
            </a:extLst>
          </p:cNvPr>
          <p:cNvSpPr/>
          <p:nvPr/>
        </p:nvSpPr>
        <p:spPr>
          <a:xfrm>
            <a:off x="9256276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FFC22D-A723-1DAF-9FAC-8AFD81BB2304}"/>
              </a:ext>
            </a:extLst>
          </p:cNvPr>
          <p:cNvSpPr txBox="1"/>
          <p:nvPr/>
        </p:nvSpPr>
        <p:spPr>
          <a:xfrm>
            <a:off x="7832802" y="2258002"/>
            <a:ext cx="2221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events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B9EFA17-09FE-974A-DFC7-AF7A7501EA9F}"/>
              </a:ext>
            </a:extLst>
          </p:cNvPr>
          <p:cNvSpPr/>
          <p:nvPr/>
        </p:nvSpPr>
        <p:spPr>
          <a:xfrm>
            <a:off x="8767151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1DAD242-9795-376A-DFF9-4E0B4A6A1C72}"/>
              </a:ext>
            </a:extLst>
          </p:cNvPr>
          <p:cNvSpPr/>
          <p:nvPr/>
        </p:nvSpPr>
        <p:spPr>
          <a:xfrm>
            <a:off x="8278026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9D7B9CE-0C7A-B170-18A8-068AD2957D50}"/>
              </a:ext>
            </a:extLst>
          </p:cNvPr>
          <p:cNvGrpSpPr/>
          <p:nvPr/>
        </p:nvGrpSpPr>
        <p:grpSpPr>
          <a:xfrm>
            <a:off x="11078402" y="1511317"/>
            <a:ext cx="701748" cy="1038741"/>
            <a:chOff x="7507403" y="1006813"/>
            <a:chExt cx="303009" cy="1038741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87D6090-FC80-80B9-35A5-53B9AB7AED0D}"/>
                </a:ext>
              </a:extLst>
            </p:cNvPr>
            <p:cNvSpPr/>
            <p:nvPr/>
          </p:nvSpPr>
          <p:spPr>
            <a:xfrm>
              <a:off x="7538137" y="1386857"/>
              <a:ext cx="23492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C9BB400-18AE-ADCC-742A-656B4E946879}"/>
                </a:ext>
              </a:extLst>
            </p:cNvPr>
            <p:cNvSpPr/>
            <p:nvPr/>
          </p:nvSpPr>
          <p:spPr>
            <a:xfrm>
              <a:off x="7507403" y="1006813"/>
              <a:ext cx="303009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39EB9274-1D44-89AC-364B-FC432F98289B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10053986" y="2030688"/>
            <a:ext cx="1024416" cy="0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F3960163-3E7A-4E5F-66CE-EAE1B64D3657}"/>
              </a:ext>
            </a:extLst>
          </p:cNvPr>
          <p:cNvSpPr/>
          <p:nvPr/>
        </p:nvSpPr>
        <p:spPr>
          <a:xfrm>
            <a:off x="9078737" y="3081954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C343242A-8B41-8928-5B0F-E94DEAE5AC79}"/>
              </a:ext>
            </a:extLst>
          </p:cNvPr>
          <p:cNvSpPr txBox="1">
            <a:spLocks/>
          </p:cNvSpPr>
          <p:nvPr/>
        </p:nvSpPr>
        <p:spPr>
          <a:xfrm>
            <a:off x="9437584" y="3052891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push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2757AB9B-2E42-8263-FDEC-2BD21D4A7F59}"/>
              </a:ext>
            </a:extLst>
          </p:cNvPr>
          <p:cNvSpPr/>
          <p:nvPr/>
        </p:nvSpPr>
        <p:spPr>
          <a:xfrm>
            <a:off x="10176921" y="219231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C12215-A010-6CAE-4880-6C37623566AC}"/>
              </a:ext>
            </a:extLst>
          </p:cNvPr>
          <p:cNvGrpSpPr/>
          <p:nvPr/>
        </p:nvGrpSpPr>
        <p:grpSpPr>
          <a:xfrm>
            <a:off x="5571348" y="2909629"/>
            <a:ext cx="1774985" cy="1038741"/>
            <a:chOff x="3316779" y="3444986"/>
            <a:chExt cx="1774985" cy="103874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61E7D53-5EA7-ECEF-BA94-06C39AA21544}"/>
                </a:ext>
              </a:extLst>
            </p:cNvPr>
            <p:cNvSpPr/>
            <p:nvPr/>
          </p:nvSpPr>
          <p:spPr>
            <a:xfrm>
              <a:off x="3405663" y="3837321"/>
              <a:ext cx="160228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272F9F-E42A-0474-9DEB-853D11A17B82}"/>
                </a:ext>
              </a:extLst>
            </p:cNvPr>
            <p:cNvSpPr/>
            <p:nvPr/>
          </p:nvSpPr>
          <p:spPr>
            <a:xfrm>
              <a:off x="3316779" y="3444986"/>
              <a:ext cx="177498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host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bound</a:t>
              </a:r>
            </a:p>
          </p:txBody>
        </p:sp>
      </p:grp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1680E00E-74C3-0D60-023C-11CE80C166AF}"/>
              </a:ext>
            </a:extLst>
          </p:cNvPr>
          <p:cNvCxnSpPr>
            <a:cxnSpLocks/>
            <a:stCxn id="10" idx="2"/>
            <a:endCxn id="12" idx="3"/>
          </p:cNvCxnSpPr>
          <p:nvPr/>
        </p:nvCxnSpPr>
        <p:spPr>
          <a:xfrm rot="5400000">
            <a:off x="7792699" y="2287210"/>
            <a:ext cx="695425" cy="1588155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8BDCA589-1282-AF41-9EC0-4BF0E95EBF03}"/>
              </a:ext>
            </a:extLst>
          </p:cNvPr>
          <p:cNvCxnSpPr>
            <a:cxnSpLocks/>
            <a:stCxn id="12" idx="1"/>
            <a:endCxn id="6" idx="2"/>
          </p:cNvCxnSpPr>
          <p:nvPr/>
        </p:nvCxnSpPr>
        <p:spPr>
          <a:xfrm rot="10800000">
            <a:off x="5206676" y="2554548"/>
            <a:ext cx="364673" cy="874453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63817E1-81B2-2A0A-AF84-AA730881886B}"/>
              </a:ext>
            </a:extLst>
          </p:cNvPr>
          <p:cNvSpPr txBox="1">
            <a:spLocks/>
          </p:cNvSpPr>
          <p:nvPr/>
        </p:nvSpPr>
        <p:spPr>
          <a:xfrm>
            <a:off x="10117999" y="2544727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push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6A3B47-8016-95FC-674A-82B86652B9EC}"/>
              </a:ext>
            </a:extLst>
          </p:cNvPr>
          <p:cNvSpPr txBox="1"/>
          <p:nvPr/>
        </p:nvSpPr>
        <p:spPr>
          <a:xfrm>
            <a:off x="7856689" y="937936"/>
            <a:ext cx="5077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E8637-FB67-AEEE-67F1-2F5B6AD0290D}"/>
              </a:ext>
            </a:extLst>
          </p:cNvPr>
          <p:cNvSpPr txBox="1"/>
          <p:nvPr/>
        </p:nvSpPr>
        <p:spPr>
          <a:xfrm>
            <a:off x="147264" y="6233934"/>
            <a:ext cx="209191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STREAMER 2</a:t>
            </a:r>
          </a:p>
        </p:txBody>
      </p:sp>
    </p:spTree>
    <p:extLst>
      <p:ext uri="{BB962C8B-B14F-4D97-AF65-F5344CB8AC3E}">
        <p14:creationId xmlns:p14="http://schemas.microsoft.com/office/powerpoint/2010/main" val="90750689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5AA76E2-5387-0591-6806-A600C2228479}"/>
              </a:ext>
            </a:extLst>
          </p:cNvPr>
          <p:cNvGrpSpPr/>
          <p:nvPr/>
        </p:nvGrpSpPr>
        <p:grpSpPr>
          <a:xfrm>
            <a:off x="4703629" y="590463"/>
            <a:ext cx="1776583" cy="2043408"/>
            <a:chOff x="7507403" y="1006814"/>
            <a:chExt cx="697376" cy="20434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2D6AC1D-344D-AA77-6B95-6D3A7A4D98F1}"/>
                </a:ext>
              </a:extLst>
            </p:cNvPr>
            <p:cNvSpPr/>
            <p:nvPr/>
          </p:nvSpPr>
          <p:spPr>
            <a:xfrm>
              <a:off x="7507403" y="1006814"/>
              <a:ext cx="697376" cy="204340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8DEEFA4-E202-86D3-C618-FA86C0AAF42E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</p:grp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39001D68-FEB3-0A3F-7BAE-4A1CD6E666D8}"/>
              </a:ext>
            </a:extLst>
          </p:cNvPr>
          <p:cNvCxnSpPr>
            <a:cxnSpLocks/>
            <a:endCxn id="33" idx="3"/>
          </p:cNvCxnSpPr>
          <p:nvPr/>
        </p:nvCxnSpPr>
        <p:spPr>
          <a:xfrm rot="16200000" flipH="1">
            <a:off x="4610324" y="1796030"/>
            <a:ext cx="700823" cy="19513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E4AA81-C48C-E0CB-5C31-21CBFCA1FB81}"/>
              </a:ext>
            </a:extLst>
          </p:cNvPr>
          <p:cNvGrpSpPr/>
          <p:nvPr/>
        </p:nvGrpSpPr>
        <p:grpSpPr>
          <a:xfrm>
            <a:off x="200986" y="587245"/>
            <a:ext cx="2131291" cy="1038741"/>
            <a:chOff x="7507403" y="1006813"/>
            <a:chExt cx="691415" cy="103874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193745-5696-4667-3566-77573308F3D0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   Streamer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A1D6169-8A1F-9DBE-16A5-A43E0AD247E9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D5E814C-7135-51A2-FEAF-C06A2BCCEB00}"/>
              </a:ext>
            </a:extLst>
          </p:cNvPr>
          <p:cNvSpPr txBox="1"/>
          <p:nvPr/>
        </p:nvSpPr>
        <p:spPr>
          <a:xfrm>
            <a:off x="218268" y="830863"/>
            <a:ext cx="8922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400" dirty="0"/>
          </a:p>
        </p:txBody>
      </p: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FC545FDC-D3A3-6D5C-C249-0CF8BA67BF55}"/>
              </a:ext>
            </a:extLst>
          </p:cNvPr>
          <p:cNvCxnSpPr>
            <a:cxnSpLocks/>
            <a:stCxn id="20" idx="3"/>
            <a:endCxn id="17" idx="1"/>
          </p:cNvCxnSpPr>
          <p:nvPr/>
        </p:nvCxnSpPr>
        <p:spPr>
          <a:xfrm>
            <a:off x="2234491" y="1248381"/>
            <a:ext cx="2547434" cy="3217"/>
          </a:xfrm>
          <a:prstGeom prst="straightConnector1">
            <a:avLst/>
          </a:prstGeom>
          <a:ln>
            <a:solidFill>
              <a:schemeClr val="accent2"/>
            </a:solidFill>
            <a:headEnd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505F773-645F-BDD8-1193-33EF43BE5788}"/>
              </a:ext>
            </a:extLst>
          </p:cNvPr>
          <p:cNvSpPr/>
          <p:nvPr/>
        </p:nvSpPr>
        <p:spPr>
          <a:xfrm>
            <a:off x="6612069" y="138326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A3682A-6963-1A73-AD3D-DF5335D03A42}"/>
              </a:ext>
            </a:extLst>
          </p:cNvPr>
          <p:cNvSpPr txBox="1">
            <a:spLocks/>
          </p:cNvSpPr>
          <p:nvPr/>
        </p:nvSpPr>
        <p:spPr>
          <a:xfrm>
            <a:off x="6970916" y="1354197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wake up!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27E69D1-A6AC-AFEB-E5FC-22652C513132}"/>
              </a:ext>
            </a:extLst>
          </p:cNvPr>
          <p:cNvGrpSpPr/>
          <p:nvPr/>
        </p:nvGrpSpPr>
        <p:grpSpPr>
          <a:xfrm>
            <a:off x="5058304" y="2001369"/>
            <a:ext cx="1126524" cy="485284"/>
            <a:chOff x="6815360" y="4134487"/>
            <a:chExt cx="1126524" cy="645912"/>
          </a:xfrm>
        </p:grpSpPr>
        <p:sp>
          <p:nvSpPr>
            <p:cNvPr id="33" name="Can 32">
              <a:extLst>
                <a:ext uri="{FF2B5EF4-FFF2-40B4-BE49-F238E27FC236}">
                  <a16:creationId xmlns:a16="http://schemas.microsoft.com/office/drawing/2014/main" id="{3CC379A6-8627-54A5-0D6A-6D73DE5EB486}"/>
                </a:ext>
              </a:extLst>
            </p:cNvPr>
            <p:cNvSpPr/>
            <p:nvPr/>
          </p:nvSpPr>
          <p:spPr>
            <a:xfrm rot="5400000">
              <a:off x="7055666" y="3894181"/>
              <a:ext cx="645912" cy="1126524"/>
            </a:xfrm>
            <a:prstGeom prst="ca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2B4EEDC-7498-9162-8649-24052650119E}"/>
                </a:ext>
              </a:extLst>
            </p:cNvPr>
            <p:cNvSpPr txBox="1"/>
            <p:nvPr/>
          </p:nvSpPr>
          <p:spPr>
            <a:xfrm>
              <a:off x="6891891" y="4255059"/>
              <a:ext cx="869994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2000" i="1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queue</a:t>
              </a:r>
            </a:p>
          </p:txBody>
        </p:sp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3BA9FFC8-F9BE-DA30-29E4-5D66D26B0039}"/>
              </a:ext>
            </a:extLst>
          </p:cNvPr>
          <p:cNvSpPr/>
          <p:nvPr/>
        </p:nvSpPr>
        <p:spPr>
          <a:xfrm>
            <a:off x="2483416" y="140073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49" name="Straight Arrow Connector 12">
            <a:extLst>
              <a:ext uri="{FF2B5EF4-FFF2-40B4-BE49-F238E27FC236}">
                <a16:creationId xmlns:a16="http://schemas.microsoft.com/office/drawing/2014/main" id="{317DBD05-EA5B-4123-7DC4-EE72584832C2}"/>
              </a:ext>
            </a:extLst>
          </p:cNvPr>
          <p:cNvCxnSpPr>
            <a:cxnSpLocks/>
            <a:stCxn id="58" idx="2"/>
            <a:endCxn id="33" idx="1"/>
          </p:cNvCxnSpPr>
          <p:nvPr/>
        </p:nvCxnSpPr>
        <p:spPr>
          <a:xfrm rot="5400000">
            <a:off x="7655341" y="72676"/>
            <a:ext cx="700823" cy="3641847"/>
          </a:xfrm>
          <a:prstGeom prst="bentConnector2">
            <a:avLst/>
          </a:prstGeom>
          <a:ln>
            <a:solidFill>
              <a:schemeClr val="accent2"/>
            </a:solidFill>
            <a:headEnd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ECA2BA75-A390-059A-4597-B848FBFB94F4}"/>
              </a:ext>
            </a:extLst>
          </p:cNvPr>
          <p:cNvSpPr/>
          <p:nvPr/>
        </p:nvSpPr>
        <p:spPr>
          <a:xfrm>
            <a:off x="6619137" y="237085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D19FE98E-4E57-5434-FF94-BD0C192BA1B2}"/>
              </a:ext>
            </a:extLst>
          </p:cNvPr>
          <p:cNvSpPr txBox="1">
            <a:spLocks/>
          </p:cNvSpPr>
          <p:nvPr/>
        </p:nvSpPr>
        <p:spPr>
          <a:xfrm>
            <a:off x="6977984" y="2341796"/>
            <a:ext cx="200866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consume, sleep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0D6076-AC6B-0C06-0F99-A2AA3BDE7199}"/>
              </a:ext>
            </a:extLst>
          </p:cNvPr>
          <p:cNvGrpSpPr/>
          <p:nvPr/>
        </p:nvGrpSpPr>
        <p:grpSpPr>
          <a:xfrm>
            <a:off x="8658947" y="591734"/>
            <a:ext cx="3304846" cy="1038741"/>
            <a:chOff x="9314925" y="591734"/>
            <a:chExt cx="3304846" cy="103874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5005D1-53E0-02E8-3D2D-02CF5CA99102}"/>
                </a:ext>
              </a:extLst>
            </p:cNvPr>
            <p:cNvSpPr/>
            <p:nvPr/>
          </p:nvSpPr>
          <p:spPr>
            <a:xfrm>
              <a:off x="9314925" y="591734"/>
              <a:ext cx="3304846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FACFB15-F1E7-E7D6-9EB6-6B39C56A1588}"/>
                </a:ext>
              </a:extLst>
            </p:cNvPr>
            <p:cNvSpPr/>
            <p:nvPr/>
          </p:nvSpPr>
          <p:spPr>
            <a:xfrm>
              <a:off x="9405365" y="981005"/>
              <a:ext cx="2154576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🔔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Subscriber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5B5F7AA-D24D-A22C-832E-3D9856B81966}"/>
              </a:ext>
            </a:extLst>
          </p:cNvPr>
          <p:cNvGrpSpPr/>
          <p:nvPr/>
        </p:nvGrpSpPr>
        <p:grpSpPr>
          <a:xfrm>
            <a:off x="2917665" y="1355196"/>
            <a:ext cx="1445156" cy="1076322"/>
            <a:chOff x="2548607" y="4207312"/>
            <a:chExt cx="1445156" cy="107632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410C8F0-E5B1-EEB2-0834-C2A825707D13}"/>
                </a:ext>
              </a:extLst>
            </p:cNvPr>
            <p:cNvSpPr txBox="1"/>
            <p:nvPr/>
          </p:nvSpPr>
          <p:spPr>
            <a:xfrm>
              <a:off x="2548607" y="4207312"/>
              <a:ext cx="142828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public key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encrypted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events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0D09618-129E-A3D7-19C1-A71F3A107798}"/>
                </a:ext>
              </a:extLst>
            </p:cNvPr>
            <p:cNvSpPr txBox="1"/>
            <p:nvPr/>
          </p:nvSpPr>
          <p:spPr>
            <a:xfrm>
              <a:off x="3400316" y="4914302"/>
              <a:ext cx="593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🔐</a:t>
              </a:r>
              <a:endParaRPr lang="en-US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8EF3445-4CD6-EF4E-0D74-BECFF21CAF09}"/>
              </a:ext>
            </a:extLst>
          </p:cNvPr>
          <p:cNvGrpSpPr/>
          <p:nvPr/>
        </p:nvGrpSpPr>
        <p:grpSpPr>
          <a:xfrm>
            <a:off x="9919584" y="1715434"/>
            <a:ext cx="1821692" cy="753046"/>
            <a:chOff x="2548607" y="4207312"/>
            <a:chExt cx="1821692" cy="753046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4E2918D-F08F-E548-0A77-45BBFCD102C2}"/>
                </a:ext>
              </a:extLst>
            </p:cNvPr>
            <p:cNvSpPr txBox="1"/>
            <p:nvPr/>
          </p:nvSpPr>
          <p:spPr>
            <a:xfrm>
              <a:off x="2548607" y="4207312"/>
              <a:ext cx="170218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decrypt with private key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AF6258E-1015-EE87-93AA-600DBD05F11A}"/>
                </a:ext>
              </a:extLst>
            </p:cNvPr>
            <p:cNvSpPr txBox="1"/>
            <p:nvPr/>
          </p:nvSpPr>
          <p:spPr>
            <a:xfrm>
              <a:off x="3855178" y="4591026"/>
              <a:ext cx="51512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🔑</a:t>
              </a:r>
              <a:endParaRPr lang="en-US" dirty="0"/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099AD5C0-81BD-6C6D-9428-51B66C29487C}"/>
              </a:ext>
            </a:extLst>
          </p:cNvPr>
          <p:cNvSpPr/>
          <p:nvPr/>
        </p:nvSpPr>
        <p:spPr>
          <a:xfrm>
            <a:off x="10994403" y="981005"/>
            <a:ext cx="892797" cy="56218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DNS</a:t>
            </a:r>
          </a:p>
        </p:txBody>
      </p: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83EAF23A-0632-1D7A-653B-AC729C1DB186}"/>
              </a:ext>
            </a:extLst>
          </p:cNvPr>
          <p:cNvCxnSpPr>
            <a:cxnSpLocks/>
            <a:stCxn id="21" idx="0"/>
            <a:endCxn id="87" idx="0"/>
          </p:cNvCxnSpPr>
          <p:nvPr/>
        </p:nvCxnSpPr>
        <p:spPr>
          <a:xfrm rot="16200000" flipH="1">
            <a:off x="6156837" y="-4302960"/>
            <a:ext cx="393760" cy="10174170"/>
          </a:xfrm>
          <a:prstGeom prst="bentConnector3">
            <a:avLst>
              <a:gd name="adj1" fmla="val -100967"/>
            </a:avLst>
          </a:prstGeom>
          <a:ln>
            <a:solidFill>
              <a:schemeClr val="accent4"/>
            </a:solidFill>
            <a:prstDash val="dash"/>
            <a:headEnd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6F7A60B2-9A0F-76BB-526C-8343038E26B7}"/>
              </a:ext>
            </a:extLst>
          </p:cNvPr>
          <p:cNvSpPr/>
          <p:nvPr/>
        </p:nvSpPr>
        <p:spPr>
          <a:xfrm>
            <a:off x="2477483" y="338626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7B1B513-E201-061A-AD21-E93BB706B797}"/>
              </a:ext>
            </a:extLst>
          </p:cNvPr>
          <p:cNvGrpSpPr/>
          <p:nvPr/>
        </p:nvGrpSpPr>
        <p:grpSpPr>
          <a:xfrm>
            <a:off x="2843416" y="290280"/>
            <a:ext cx="1796388" cy="782457"/>
            <a:chOff x="1389777" y="1966013"/>
            <a:chExt cx="1796388" cy="782457"/>
          </a:xfrm>
        </p:grpSpPr>
        <p:sp>
          <p:nvSpPr>
            <p:cNvPr id="89" name="Content Placeholder 2">
              <a:extLst>
                <a:ext uri="{FF2B5EF4-FFF2-40B4-BE49-F238E27FC236}">
                  <a16:creationId xmlns:a16="http://schemas.microsoft.com/office/drawing/2014/main" id="{29667772-5B94-342F-A665-85A9C14F4EEB}"/>
                </a:ext>
              </a:extLst>
            </p:cNvPr>
            <p:cNvSpPr txBox="1">
              <a:spLocks/>
            </p:cNvSpPr>
            <p:nvPr/>
          </p:nvSpPr>
          <p:spPr>
            <a:xfrm>
              <a:off x="1389777" y="1966013"/>
              <a:ext cx="153489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subscriber’s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public key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EBF6F8F-D2DE-8217-E7F7-12470CD37ED5}"/>
                </a:ext>
              </a:extLst>
            </p:cNvPr>
            <p:cNvSpPr txBox="1"/>
            <p:nvPr/>
          </p:nvSpPr>
          <p:spPr>
            <a:xfrm>
              <a:off x="2592718" y="2379138"/>
              <a:ext cx="593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🔑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D2A1AAF-476E-5F41-FE04-629944005D56}"/>
              </a:ext>
            </a:extLst>
          </p:cNvPr>
          <p:cNvSpPr txBox="1"/>
          <p:nvPr/>
        </p:nvSpPr>
        <p:spPr>
          <a:xfrm>
            <a:off x="147264" y="6233934"/>
            <a:ext cx="3313408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BUFFER: Daily usage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59BCF5A2-D11C-B575-A78D-570453732D40}"/>
              </a:ext>
            </a:extLst>
          </p:cNvPr>
          <p:cNvCxnSpPr>
            <a:cxnSpLocks/>
            <a:stCxn id="17" idx="3"/>
            <a:endCxn id="58" idx="1"/>
          </p:cNvCxnSpPr>
          <p:nvPr/>
        </p:nvCxnSpPr>
        <p:spPr>
          <a:xfrm>
            <a:off x="6384211" y="1251598"/>
            <a:ext cx="2365176" cy="10499"/>
          </a:xfrm>
          <a:prstGeom prst="straightConnector1">
            <a:avLst/>
          </a:prstGeom>
          <a:ln>
            <a:solidFill>
              <a:schemeClr val="accent2"/>
            </a:solidFill>
            <a:headEnd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14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76A-1A4E-40F6-E189-652DEFDB1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041B108-4C90-B237-B73F-E583AD0A92A0}"/>
              </a:ext>
            </a:extLst>
          </p:cNvPr>
          <p:cNvGrpSpPr/>
          <p:nvPr/>
        </p:nvGrpSpPr>
        <p:grpSpPr>
          <a:xfrm>
            <a:off x="4932227" y="590462"/>
            <a:ext cx="1776583" cy="3090512"/>
            <a:chOff x="7507403" y="1006813"/>
            <a:chExt cx="697376" cy="309051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C5B74FE-12F6-3A16-648A-B7A3D0EA562F}"/>
                </a:ext>
              </a:extLst>
            </p:cNvPr>
            <p:cNvSpPr/>
            <p:nvPr/>
          </p:nvSpPr>
          <p:spPr>
            <a:xfrm>
              <a:off x="7507403" y="1006813"/>
              <a:ext cx="697376" cy="3090512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E4BE306-4A9D-0722-B820-DA21FE7DB4A2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</p:grp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9B27EBD1-084F-7F0A-7A64-D0B7795A39D8}"/>
              </a:ext>
            </a:extLst>
          </p:cNvPr>
          <p:cNvCxnSpPr>
            <a:cxnSpLocks/>
            <a:endCxn id="33" idx="3"/>
          </p:cNvCxnSpPr>
          <p:nvPr/>
        </p:nvCxnSpPr>
        <p:spPr>
          <a:xfrm rot="16200000" flipH="1">
            <a:off x="4838922" y="1796030"/>
            <a:ext cx="700823" cy="19513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02FF93-0D29-0642-4AA9-317C11134104}"/>
              </a:ext>
            </a:extLst>
          </p:cNvPr>
          <p:cNvGrpSpPr/>
          <p:nvPr/>
        </p:nvGrpSpPr>
        <p:grpSpPr>
          <a:xfrm>
            <a:off x="230801" y="587245"/>
            <a:ext cx="2131291" cy="1038741"/>
            <a:chOff x="7507403" y="1006813"/>
            <a:chExt cx="691415" cy="103874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0877B9-D30E-4027-BACB-71953A9D0E1C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   Streamer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71F5AE-0BDA-92D2-306F-8878D4221C5A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9740FA9-72D9-E9E4-00B4-ECB2C981C519}"/>
              </a:ext>
            </a:extLst>
          </p:cNvPr>
          <p:cNvSpPr txBox="1"/>
          <p:nvPr/>
        </p:nvSpPr>
        <p:spPr>
          <a:xfrm>
            <a:off x="248083" y="830863"/>
            <a:ext cx="8922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400" dirty="0"/>
          </a:p>
        </p:txBody>
      </p: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5E405064-3A1A-692F-0C03-4C74A059508F}"/>
              </a:ext>
            </a:extLst>
          </p:cNvPr>
          <p:cNvCxnSpPr>
            <a:cxnSpLocks/>
            <a:stCxn id="20" idx="3"/>
            <a:endCxn id="17" idx="1"/>
          </p:cNvCxnSpPr>
          <p:nvPr/>
        </p:nvCxnSpPr>
        <p:spPr>
          <a:xfrm>
            <a:off x="2264306" y="1248381"/>
            <a:ext cx="2746217" cy="321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A369114-CE58-285D-845E-4ED1052F5AB6}"/>
              </a:ext>
            </a:extLst>
          </p:cNvPr>
          <p:cNvSpPr/>
          <p:nvPr/>
        </p:nvSpPr>
        <p:spPr>
          <a:xfrm>
            <a:off x="6840667" y="138326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31E9648B-85E0-CE1D-C11B-ED2D0F09552D}"/>
              </a:ext>
            </a:extLst>
          </p:cNvPr>
          <p:cNvSpPr txBox="1">
            <a:spLocks/>
          </p:cNvSpPr>
          <p:nvPr/>
        </p:nvSpPr>
        <p:spPr>
          <a:xfrm>
            <a:off x="7199514" y="1354197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wake up!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911B7E1-53B9-C970-2F26-A5C56C8F7D47}"/>
              </a:ext>
            </a:extLst>
          </p:cNvPr>
          <p:cNvGrpSpPr/>
          <p:nvPr/>
        </p:nvGrpSpPr>
        <p:grpSpPr>
          <a:xfrm>
            <a:off x="5286902" y="2001369"/>
            <a:ext cx="1126524" cy="485284"/>
            <a:chOff x="6815360" y="4134487"/>
            <a:chExt cx="1126524" cy="645912"/>
          </a:xfrm>
        </p:grpSpPr>
        <p:sp>
          <p:nvSpPr>
            <p:cNvPr id="33" name="Can 32">
              <a:extLst>
                <a:ext uri="{FF2B5EF4-FFF2-40B4-BE49-F238E27FC236}">
                  <a16:creationId xmlns:a16="http://schemas.microsoft.com/office/drawing/2014/main" id="{77FBEF89-6F0B-9E59-4DB7-0B053FB94EE7}"/>
                </a:ext>
              </a:extLst>
            </p:cNvPr>
            <p:cNvSpPr/>
            <p:nvPr/>
          </p:nvSpPr>
          <p:spPr>
            <a:xfrm rot="5400000">
              <a:off x="7055666" y="3894181"/>
              <a:ext cx="645912" cy="1126524"/>
            </a:xfrm>
            <a:prstGeom prst="ca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3B84BF4-2503-25D6-F32C-4685514C488F}"/>
                </a:ext>
              </a:extLst>
            </p:cNvPr>
            <p:cNvSpPr txBox="1"/>
            <p:nvPr/>
          </p:nvSpPr>
          <p:spPr>
            <a:xfrm>
              <a:off x="6891891" y="4255059"/>
              <a:ext cx="869994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2000" i="1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queue</a:t>
              </a:r>
            </a:p>
          </p:txBody>
        </p:sp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4D25DDB-1A29-D193-EF43-B77DFB91F797}"/>
              </a:ext>
            </a:extLst>
          </p:cNvPr>
          <p:cNvSpPr/>
          <p:nvPr/>
        </p:nvSpPr>
        <p:spPr>
          <a:xfrm>
            <a:off x="3650505" y="1400739"/>
            <a:ext cx="360000" cy="360000"/>
          </a:xfrm>
          <a:prstGeom prst="roundRect">
            <a:avLst/>
          </a:prstGeom>
          <a:solidFill>
            <a:srgbClr val="702F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3649DB2-6BBB-A9A7-3E35-2A9A5219E45C}"/>
              </a:ext>
            </a:extLst>
          </p:cNvPr>
          <p:cNvSpPr/>
          <p:nvPr/>
        </p:nvSpPr>
        <p:spPr>
          <a:xfrm>
            <a:off x="3161380" y="1400739"/>
            <a:ext cx="360000" cy="360000"/>
          </a:xfrm>
          <a:prstGeom prst="roundRect">
            <a:avLst/>
          </a:prstGeom>
          <a:solidFill>
            <a:srgbClr val="702F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77EEBB8-67A2-2DD3-DAB7-D2DCDACE0DA1}"/>
              </a:ext>
            </a:extLst>
          </p:cNvPr>
          <p:cNvSpPr/>
          <p:nvPr/>
        </p:nvSpPr>
        <p:spPr>
          <a:xfrm>
            <a:off x="2672255" y="140073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49" name="Straight Arrow Connector 12">
            <a:extLst>
              <a:ext uri="{FF2B5EF4-FFF2-40B4-BE49-F238E27FC236}">
                <a16:creationId xmlns:a16="http://schemas.microsoft.com/office/drawing/2014/main" id="{7C291205-3817-14E8-FFA6-EE9861A6ECA6}"/>
              </a:ext>
            </a:extLst>
          </p:cNvPr>
          <p:cNvCxnSpPr>
            <a:cxnSpLocks/>
            <a:stCxn id="14" idx="2"/>
            <a:endCxn id="33" idx="1"/>
          </p:cNvCxnSpPr>
          <p:nvPr/>
        </p:nvCxnSpPr>
        <p:spPr>
          <a:xfrm rot="5400000">
            <a:off x="8309806" y="-265905"/>
            <a:ext cx="613536" cy="440629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58E2ACD-F760-28CA-FA37-34172B0BD347}"/>
              </a:ext>
            </a:extLst>
          </p:cNvPr>
          <p:cNvSpPr/>
          <p:nvPr/>
        </p:nvSpPr>
        <p:spPr>
          <a:xfrm>
            <a:off x="6847735" y="237085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270F9113-57C0-3230-F8B7-AC20219FC1D4}"/>
              </a:ext>
            </a:extLst>
          </p:cNvPr>
          <p:cNvSpPr txBox="1">
            <a:spLocks/>
          </p:cNvSpPr>
          <p:nvPr/>
        </p:nvSpPr>
        <p:spPr>
          <a:xfrm>
            <a:off x="7206582" y="2341796"/>
            <a:ext cx="200866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consume [2]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1838173-A865-A1AF-AEBD-1DC4B81D5FA5}"/>
              </a:ext>
            </a:extLst>
          </p:cNvPr>
          <p:cNvSpPr/>
          <p:nvPr/>
        </p:nvSpPr>
        <p:spPr>
          <a:xfrm>
            <a:off x="6840667" y="2860461"/>
            <a:ext cx="360000" cy="360000"/>
          </a:xfrm>
          <a:prstGeom prst="roundRect">
            <a:avLst/>
          </a:prstGeom>
          <a:solidFill>
            <a:srgbClr val="702F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E959F8E8-54DA-AEF2-D66C-5757F3FB520B}"/>
              </a:ext>
            </a:extLst>
          </p:cNvPr>
          <p:cNvSpPr txBox="1">
            <a:spLocks/>
          </p:cNvSpPr>
          <p:nvPr/>
        </p:nvSpPr>
        <p:spPr>
          <a:xfrm>
            <a:off x="7199514" y="2831398"/>
            <a:ext cx="200866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consume [5, 6]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B951B6-1B60-2E15-24A0-1E2633F068FF}"/>
              </a:ext>
            </a:extLst>
          </p:cNvPr>
          <p:cNvGrpSpPr/>
          <p:nvPr/>
        </p:nvGrpSpPr>
        <p:grpSpPr>
          <a:xfrm>
            <a:off x="9652854" y="591734"/>
            <a:ext cx="2333736" cy="1038741"/>
            <a:chOff x="9314925" y="591734"/>
            <a:chExt cx="2333736" cy="103874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B154FB-4BAB-A16D-3BFC-8820DE815C1B}"/>
                </a:ext>
              </a:extLst>
            </p:cNvPr>
            <p:cNvSpPr/>
            <p:nvPr/>
          </p:nvSpPr>
          <p:spPr>
            <a:xfrm>
              <a:off x="9314925" y="591734"/>
              <a:ext cx="2333736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64EEA0D-97BA-A60F-3AE7-47E719F1CE83}"/>
                </a:ext>
              </a:extLst>
            </p:cNvPr>
            <p:cNvSpPr/>
            <p:nvPr/>
          </p:nvSpPr>
          <p:spPr>
            <a:xfrm>
              <a:off x="9405365" y="981005"/>
              <a:ext cx="2154576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🔔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Subscriber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8392807-1F42-BAE3-58C7-027CAD57837A}"/>
              </a:ext>
            </a:extLst>
          </p:cNvPr>
          <p:cNvGrpSpPr/>
          <p:nvPr/>
        </p:nvGrpSpPr>
        <p:grpSpPr>
          <a:xfrm>
            <a:off x="2633235" y="1852146"/>
            <a:ext cx="1761397" cy="425101"/>
            <a:chOff x="2215492" y="4207312"/>
            <a:chExt cx="1761397" cy="425101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1906202-9CAB-0E39-66ED-52345FB51FE9}"/>
                </a:ext>
              </a:extLst>
            </p:cNvPr>
            <p:cNvSpPr txBox="1"/>
            <p:nvPr/>
          </p:nvSpPr>
          <p:spPr>
            <a:xfrm>
              <a:off x="2548607" y="4207312"/>
              <a:ext cx="14282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events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FB0CD0D-2D23-63BD-AC78-8445215E7E7C}"/>
                </a:ext>
              </a:extLst>
            </p:cNvPr>
            <p:cNvSpPr txBox="1"/>
            <p:nvPr/>
          </p:nvSpPr>
          <p:spPr>
            <a:xfrm>
              <a:off x="2215492" y="4263081"/>
              <a:ext cx="593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🔐</a:t>
              </a:r>
              <a:endParaRPr lang="en-US" dirty="0"/>
            </a:p>
          </p:txBody>
        </p:sp>
      </p:grpSp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36B66A95-2460-9EE6-BAAE-AB9B03E0A728}"/>
              </a:ext>
            </a:extLst>
          </p:cNvPr>
          <p:cNvCxnSpPr>
            <a:cxnSpLocks/>
            <a:stCxn id="14" idx="0"/>
            <a:endCxn id="18" idx="0"/>
          </p:cNvCxnSpPr>
          <p:nvPr/>
        </p:nvCxnSpPr>
        <p:spPr>
          <a:xfrm rot="16200000" flipV="1">
            <a:off x="8319485" y="-1908504"/>
            <a:ext cx="1272" cy="4999203"/>
          </a:xfrm>
          <a:prstGeom prst="bentConnector3">
            <a:avLst>
              <a:gd name="adj1" fmla="val 33699292"/>
            </a:avLst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81F26CA0-3B7F-BFB3-AA36-3D47F7AAEDDD}"/>
              </a:ext>
            </a:extLst>
          </p:cNvPr>
          <p:cNvSpPr/>
          <p:nvPr/>
        </p:nvSpPr>
        <p:spPr>
          <a:xfrm>
            <a:off x="7563721" y="31849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A0369678-9588-3470-06B5-CFDF818CB024}"/>
              </a:ext>
            </a:extLst>
          </p:cNvPr>
          <p:cNvSpPr txBox="1">
            <a:spLocks/>
          </p:cNvSpPr>
          <p:nvPr/>
        </p:nvSpPr>
        <p:spPr>
          <a:xfrm>
            <a:off x="7922568" y="289428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51741C1-9F5F-A306-24D6-9527D98DEEFC}"/>
              </a:ext>
            </a:extLst>
          </p:cNvPr>
          <p:cNvGrpSpPr/>
          <p:nvPr/>
        </p:nvGrpSpPr>
        <p:grpSpPr>
          <a:xfrm>
            <a:off x="5534070" y="2634120"/>
            <a:ext cx="879356" cy="485284"/>
            <a:chOff x="6815359" y="4134487"/>
            <a:chExt cx="879356" cy="645912"/>
          </a:xfrm>
        </p:grpSpPr>
        <p:sp>
          <p:nvSpPr>
            <p:cNvPr id="120" name="Can 119">
              <a:extLst>
                <a:ext uri="{FF2B5EF4-FFF2-40B4-BE49-F238E27FC236}">
                  <a16:creationId xmlns:a16="http://schemas.microsoft.com/office/drawing/2014/main" id="{EA09ECAB-9276-0D91-0A3B-C9C04C642067}"/>
                </a:ext>
              </a:extLst>
            </p:cNvPr>
            <p:cNvSpPr/>
            <p:nvPr/>
          </p:nvSpPr>
          <p:spPr>
            <a:xfrm rot="5400000">
              <a:off x="6932081" y="4017765"/>
              <a:ext cx="645912" cy="879355"/>
            </a:xfrm>
            <a:prstGeom prst="ca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3D17F3D-C666-8740-886C-7520B658F2DB}"/>
                </a:ext>
              </a:extLst>
            </p:cNvPr>
            <p:cNvSpPr txBox="1"/>
            <p:nvPr/>
          </p:nvSpPr>
          <p:spPr>
            <a:xfrm>
              <a:off x="6891891" y="4188843"/>
              <a:ext cx="802824" cy="532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2000" i="1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DLQ</a:t>
              </a:r>
            </a:p>
          </p:txBody>
        </p:sp>
      </p:grpSp>
      <p:cxnSp>
        <p:nvCxnSpPr>
          <p:cNvPr id="122" name="Straight Arrow Connector 12">
            <a:extLst>
              <a:ext uri="{FF2B5EF4-FFF2-40B4-BE49-F238E27FC236}">
                <a16:creationId xmlns:a16="http://schemas.microsoft.com/office/drawing/2014/main" id="{F7D4A312-BD4D-73DF-CAA0-0995D947FAE0}"/>
              </a:ext>
            </a:extLst>
          </p:cNvPr>
          <p:cNvCxnSpPr>
            <a:cxnSpLocks/>
            <a:endCxn id="120" idx="3"/>
          </p:cNvCxnSpPr>
          <p:nvPr/>
        </p:nvCxnSpPr>
        <p:spPr>
          <a:xfrm rot="16200000" flipH="1">
            <a:off x="5256225" y="2598916"/>
            <a:ext cx="392194" cy="16349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76A815E-5203-625A-A84C-E420303EC818}"/>
              </a:ext>
            </a:extLst>
          </p:cNvPr>
          <p:cNvSpPr txBox="1"/>
          <p:nvPr/>
        </p:nvSpPr>
        <p:spPr>
          <a:xfrm>
            <a:off x="147264" y="6233934"/>
            <a:ext cx="409567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SUBSCRIBER: Daily usage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E8796C0E-BA14-F92F-C717-A2FF49ABE900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612809" y="1251598"/>
            <a:ext cx="2782931" cy="1049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132D2E9-84C7-19C7-1818-6B5B387BA1E8}"/>
              </a:ext>
            </a:extLst>
          </p:cNvPr>
          <p:cNvSpPr/>
          <p:nvPr/>
        </p:nvSpPr>
        <p:spPr>
          <a:xfrm>
            <a:off x="6843982" y="3320974"/>
            <a:ext cx="360000" cy="360000"/>
          </a:xfrm>
          <a:prstGeom prst="roundRect">
            <a:avLst/>
          </a:prstGeom>
          <a:solidFill>
            <a:srgbClr val="4112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DAE59F-6F63-C814-31E3-4AD1CBB5CB4D}"/>
              </a:ext>
            </a:extLst>
          </p:cNvPr>
          <p:cNvSpPr txBox="1">
            <a:spLocks/>
          </p:cNvSpPr>
          <p:nvPr/>
        </p:nvSpPr>
        <p:spPr>
          <a:xfrm>
            <a:off x="7202829" y="3291911"/>
            <a:ext cx="238843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consume [ ], sleep</a:t>
            </a:r>
          </a:p>
        </p:txBody>
      </p:sp>
    </p:spTree>
    <p:extLst>
      <p:ext uri="{BB962C8B-B14F-4D97-AF65-F5344CB8AC3E}">
        <p14:creationId xmlns:p14="http://schemas.microsoft.com/office/powerpoint/2010/main" val="394347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7904E-CECB-1AB7-1390-6EFF64891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43C5F2-8A99-8C6D-CB0D-274B44DCB6E7}"/>
              </a:ext>
            </a:extLst>
          </p:cNvPr>
          <p:cNvSpPr/>
          <p:nvPr/>
        </p:nvSpPr>
        <p:spPr>
          <a:xfrm>
            <a:off x="2183382" y="2657463"/>
            <a:ext cx="21019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 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320212-F2DF-3A50-F033-C90E973BAE54}"/>
              </a:ext>
            </a:extLst>
          </p:cNvPr>
          <p:cNvSpPr/>
          <p:nvPr/>
        </p:nvSpPr>
        <p:spPr>
          <a:xfrm>
            <a:off x="8392729" y="2657463"/>
            <a:ext cx="21019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 C</a:t>
            </a:r>
          </a:p>
        </p:txBody>
      </p: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5DD5A8FE-22E6-CDB6-2120-CF726FC505A4}"/>
              </a:ext>
            </a:extLst>
          </p:cNvPr>
          <p:cNvCxnSpPr>
            <a:cxnSpLocks/>
            <a:stCxn id="7" idx="0"/>
            <a:endCxn id="10" idx="1"/>
          </p:cNvCxnSpPr>
          <p:nvPr/>
        </p:nvCxnSpPr>
        <p:spPr>
          <a:xfrm rot="5400000" flipH="1" flipV="1">
            <a:off x="3764294" y="607588"/>
            <a:ext cx="1519925" cy="2579826"/>
          </a:xfrm>
          <a:prstGeom prst="bent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FAAEAAE-2B6D-5E2F-FBF3-0553D7080013}"/>
              </a:ext>
            </a:extLst>
          </p:cNvPr>
          <p:cNvSpPr txBox="1">
            <a:spLocks/>
          </p:cNvSpPr>
          <p:nvPr/>
        </p:nvSpPr>
        <p:spPr>
          <a:xfrm>
            <a:off x="1527448" y="1850448"/>
            <a:ext cx="238809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🔐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DKIM </a:t>
            </a:r>
            <a:b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    public key</a:t>
            </a:r>
          </a:p>
        </p:txBody>
      </p: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27C5EF32-67C2-43AA-57F8-76BB4CB332E4}"/>
              </a:ext>
            </a:extLst>
          </p:cNvPr>
          <p:cNvCxnSpPr>
            <a:cxnSpLocks/>
            <a:stCxn id="7" idx="2"/>
            <a:endCxn id="35" idx="1"/>
          </p:cNvCxnSpPr>
          <p:nvPr/>
        </p:nvCxnSpPr>
        <p:spPr>
          <a:xfrm rot="16200000" flipH="1">
            <a:off x="3843843" y="2610146"/>
            <a:ext cx="895156" cy="211415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41D3E3A0-8739-12AD-E2CD-428E3E1B2A9B}"/>
              </a:ext>
            </a:extLst>
          </p:cNvPr>
          <p:cNvCxnSpPr>
            <a:cxnSpLocks/>
            <a:stCxn id="35" idx="3"/>
            <a:endCxn id="14" idx="2"/>
          </p:cNvCxnSpPr>
          <p:nvPr/>
        </p:nvCxnSpPr>
        <p:spPr>
          <a:xfrm flipV="1">
            <a:off x="7391400" y="3219646"/>
            <a:ext cx="2052290" cy="89515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AC20FB4B-6E37-5DA9-8EBB-FC416B2ADE1C}"/>
              </a:ext>
            </a:extLst>
          </p:cNvPr>
          <p:cNvCxnSpPr>
            <a:cxnSpLocks/>
            <a:stCxn id="10" idx="3"/>
            <a:endCxn id="14" idx="0"/>
          </p:cNvCxnSpPr>
          <p:nvPr/>
        </p:nvCxnSpPr>
        <p:spPr>
          <a:xfrm>
            <a:off x="7973049" y="1137538"/>
            <a:ext cx="1470641" cy="1519925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811FD070-2A4D-B513-09F8-C93A117CD384}"/>
              </a:ext>
            </a:extLst>
          </p:cNvPr>
          <p:cNvSpPr txBox="1">
            <a:spLocks/>
          </p:cNvSpPr>
          <p:nvPr/>
        </p:nvSpPr>
        <p:spPr>
          <a:xfrm>
            <a:off x="9529688" y="1601213"/>
            <a:ext cx="1929923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hash really signed by domain A? </a:t>
            </a:r>
            <a:r>
              <a:rPr lang="en-GB" sz="2000" dirty="0"/>
              <a:t>🤔</a:t>
            </a:r>
            <a:endParaRPr lang="en-GB" sz="1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BBA6CF5-D6D5-1E0D-7642-71D7D00E49F2}"/>
              </a:ext>
            </a:extLst>
          </p:cNvPr>
          <p:cNvSpPr/>
          <p:nvPr/>
        </p:nvSpPr>
        <p:spPr>
          <a:xfrm>
            <a:off x="3417812" y="215691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BFDC8-2A93-CA21-4842-DEDEB8086544}"/>
              </a:ext>
            </a:extLst>
          </p:cNvPr>
          <p:cNvSpPr/>
          <p:nvPr/>
        </p:nvSpPr>
        <p:spPr>
          <a:xfrm>
            <a:off x="2721493" y="4238277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6168E4-1177-BC4B-687B-94D9F584E257}"/>
              </a:ext>
            </a:extLst>
          </p:cNvPr>
          <p:cNvSpPr/>
          <p:nvPr/>
        </p:nvSpPr>
        <p:spPr>
          <a:xfrm>
            <a:off x="8955368" y="215691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28392A-6572-047A-ECAF-5D5C31485723}"/>
              </a:ext>
            </a:extLst>
          </p:cNvPr>
          <p:cNvGrpSpPr/>
          <p:nvPr/>
        </p:nvGrpSpPr>
        <p:grpSpPr>
          <a:xfrm>
            <a:off x="5814169" y="630173"/>
            <a:ext cx="2158880" cy="1014729"/>
            <a:chOff x="712971" y="2543574"/>
            <a:chExt cx="2158880" cy="10147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A01548E-0AAD-B976-26D7-1F3B9CDC9807}"/>
                </a:ext>
              </a:extLst>
            </p:cNvPr>
            <p:cNvSpPr/>
            <p:nvPr/>
          </p:nvSpPr>
          <p:spPr>
            <a:xfrm>
              <a:off x="797539" y="2928855"/>
              <a:ext cx="19983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74BF44-CA1B-F95F-E9D0-231DEF3C726F}"/>
                </a:ext>
              </a:extLst>
            </p:cNvPr>
            <p:cNvSpPr/>
            <p:nvPr/>
          </p:nvSpPr>
          <p:spPr>
            <a:xfrm>
              <a:off x="712971" y="2543574"/>
              <a:ext cx="2158880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Listeners</a:t>
              </a:r>
            </a:p>
          </p:txBody>
        </p:sp>
      </p:grp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606BEB85-E4EB-DBA7-5EA1-E9464155CC65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3736503" y="835899"/>
            <a:ext cx="1319404" cy="2323725"/>
          </a:xfrm>
          <a:prstGeom prst="bent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A1900DD7-21CF-8889-FFAF-8107DC5F360A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3722407" y="1073707"/>
            <a:ext cx="1095693" cy="2071821"/>
          </a:xfrm>
          <a:prstGeom prst="bent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B99DEE1-51B6-DA67-E966-47227D1D1EDA}"/>
              </a:ext>
            </a:extLst>
          </p:cNvPr>
          <p:cNvSpPr txBox="1">
            <a:spLocks/>
          </p:cNvSpPr>
          <p:nvPr/>
        </p:nvSpPr>
        <p:spPr>
          <a:xfrm>
            <a:off x="3174177" y="688330"/>
            <a:ext cx="2388090" cy="4206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key rotations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B363E8-C0C1-2F98-867D-314E3AA8B1B7}"/>
              </a:ext>
            </a:extLst>
          </p:cNvPr>
          <p:cNvSpPr txBox="1"/>
          <p:nvPr/>
        </p:nvSpPr>
        <p:spPr>
          <a:xfrm>
            <a:off x="3115307" y="4227816"/>
            <a:ext cx="252304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dirty="0"/>
              <a:t>📄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file signed 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dirty="0"/>
              <a:t>🔏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by domain A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🔐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with private key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6EB826-BEE9-8FE1-1DD6-1112E2C0169D}"/>
              </a:ext>
            </a:extLst>
          </p:cNvPr>
          <p:cNvSpPr txBox="1"/>
          <p:nvPr/>
        </p:nvSpPr>
        <p:spPr>
          <a:xfrm>
            <a:off x="7973049" y="4238277"/>
            <a:ext cx="215069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dirty="0"/>
              <a:t>📄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file signed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dirty="0"/>
              <a:t>🔏</a:t>
            </a:r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by domain A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32A7C9F-B772-EED5-E0FB-DB1FA6022D56}"/>
              </a:ext>
            </a:extLst>
          </p:cNvPr>
          <p:cNvSpPr/>
          <p:nvPr/>
        </p:nvSpPr>
        <p:spPr>
          <a:xfrm>
            <a:off x="7530555" y="423827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C419A0A-38F4-646C-2D63-3B62EBFE7D35}"/>
              </a:ext>
            </a:extLst>
          </p:cNvPr>
          <p:cNvGrpSpPr/>
          <p:nvPr/>
        </p:nvGrpSpPr>
        <p:grpSpPr>
          <a:xfrm>
            <a:off x="5348499" y="3488266"/>
            <a:ext cx="2042901" cy="1253072"/>
            <a:chOff x="5348499" y="3149596"/>
            <a:chExt cx="2042901" cy="1253072"/>
          </a:xfrm>
        </p:grpSpPr>
        <p:sp>
          <p:nvSpPr>
            <p:cNvPr id="26" name="Can 25">
              <a:extLst>
                <a:ext uri="{FF2B5EF4-FFF2-40B4-BE49-F238E27FC236}">
                  <a16:creationId xmlns:a16="http://schemas.microsoft.com/office/drawing/2014/main" id="{54B5F9C8-DD82-C432-9EBD-647060A7161C}"/>
                </a:ext>
              </a:extLst>
            </p:cNvPr>
            <p:cNvSpPr/>
            <p:nvPr/>
          </p:nvSpPr>
          <p:spPr>
            <a:xfrm>
              <a:off x="5544364" y="3651737"/>
              <a:ext cx="1662093" cy="597205"/>
            </a:xfrm>
            <a:prstGeom prst="can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i="1" dirty="0">
                  <a:solidFill>
                    <a:schemeClr val="bg2"/>
                  </a:solidFill>
                </a:rPr>
                <a:t>any storage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10A407C-599F-474F-0CE5-1D490A390C5E}"/>
                </a:ext>
              </a:extLst>
            </p:cNvPr>
            <p:cNvSpPr/>
            <p:nvPr/>
          </p:nvSpPr>
          <p:spPr>
            <a:xfrm>
              <a:off x="5348499" y="3149596"/>
              <a:ext cx="2042901" cy="1253072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Domain B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169456A-7DAF-11E2-0B43-FF9622F0D471}"/>
              </a:ext>
            </a:extLst>
          </p:cNvPr>
          <p:cNvSpPr txBox="1"/>
          <p:nvPr/>
        </p:nvSpPr>
        <p:spPr>
          <a:xfrm>
            <a:off x="8057616" y="401072"/>
            <a:ext cx="2300887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🔐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public key of domain A at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49874-7738-3D40-8610-36BB6F093953}"/>
              </a:ext>
            </a:extLst>
          </p:cNvPr>
          <p:cNvSpPr txBox="1"/>
          <p:nvPr/>
        </p:nvSpPr>
        <p:spPr>
          <a:xfrm>
            <a:off x="206409" y="6409189"/>
            <a:ext cx="219451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DOMAIN SIGNATURE</a:t>
            </a:r>
          </a:p>
        </p:txBody>
      </p:sp>
    </p:spTree>
    <p:extLst>
      <p:ext uri="{BB962C8B-B14F-4D97-AF65-F5344CB8AC3E}">
        <p14:creationId xmlns:p14="http://schemas.microsoft.com/office/powerpoint/2010/main" val="200267162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49145</TotalTime>
  <Words>301</Words>
  <Application>Microsoft Macintosh PowerPoint</Application>
  <PresentationFormat>Widescreen</PresentationFormat>
  <Paragraphs>147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Amazon Ember Display</vt:lpstr>
      <vt:lpstr>Amazon Ember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156</cp:revision>
  <dcterms:created xsi:type="dcterms:W3CDTF">2022-10-07T16:14:37Z</dcterms:created>
  <dcterms:modified xsi:type="dcterms:W3CDTF">2025-09-08T21:14:36Z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2025-04-22T20:23:49Z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2279434c-2844-442c-aab4-b2cb19003bc0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