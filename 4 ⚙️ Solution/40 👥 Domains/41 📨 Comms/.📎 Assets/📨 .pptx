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1833" r:id="rId2"/>
    <p:sldId id="1690" r:id="rId3"/>
    <p:sldId id="1720" r:id="rId4"/>
    <p:sldId id="1763" r:id="rId5"/>
    <p:sldId id="1711" r:id="rId6"/>
  </p:sldIdLst>
  <p:sldSz cx="12192000" cy="6858000"/>
  <p:notesSz cx="6858000" cy="9144000"/>
  <p:embeddedFontLst>
    <p:embeddedFont>
      <p:font typeface="Amazon Ember" panose="020B0603020204020204" pitchFamily="34" charset="0"/>
      <p:regular r:id="rId9"/>
      <p:bold r:id="rId10"/>
      <p:italic r:id="rId11"/>
      <p:boldItalic r:id="rId12"/>
    </p:embeddedFont>
    <p:embeddedFont>
      <p:font typeface="Amazon Ember Display" panose="020F0603020204020204" pitchFamily="34" charset="0"/>
      <p:regular r:id="rId13"/>
      <p:bold r:id="rId14"/>
      <p:italic r:id="rId15"/>
      <p:boldItalic r:id="rId16"/>
    </p:embeddedFont>
    <p:embeddedFont>
      <p:font typeface="Segoe UI" panose="020B0502040204020203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📨 Domain Comms" id="{99CFD94D-794F-7A4C-8500-8C4EA52CB0E6}">
          <p14:sldIdLst>
            <p14:sldId id="1833"/>
            <p14:sldId id="1690"/>
            <p14:sldId id="1720"/>
            <p14:sldId id="1763"/>
            <p14:sldId id="1711"/>
          </p14:sldIdLst>
        </p14:section>
        <p14:section name="Default Section" id="{3347790E-766C-144A-829B-7966F370A95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96" autoAdjust="0"/>
    <p:restoredTop sz="96966" autoAdjust="0"/>
  </p:normalViewPr>
  <p:slideViewPr>
    <p:cSldViewPr snapToGrid="0">
      <p:cViewPr varScale="1">
        <p:scale>
          <a:sx n="128" d="100"/>
          <a:sy n="128" d="100"/>
        </p:scale>
        <p:origin x="24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5B13E-3C68-1138-BBD9-9B7E66C79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37BC9-8FAF-59D9-4AA9-C66E1CD7C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385D-8951-8D2E-D666-EE1251B4B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160FAF3-6B3F-6505-310F-5436117D7AF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D4BF2-43A4-BFCD-0957-15D50B1E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CA68EFE-32AD-74B1-6F74-ACE606CBE53A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12:20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9A01D-71DE-3962-A612-17CF548B4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03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0FDE-053D-9513-E820-7D7AEBE53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8C25F-D42C-D22B-B62B-003B6CC5F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CC552-5DD6-388B-0CA4-E12FCA03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6AE6C5D-B674-A70F-1009-573B6625518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D96F0-40CB-0EEC-5009-EE3FE117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5B4C053-5896-15E0-9967-E5A40AFB10E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12:20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C2E75-415E-9310-EC8B-8B81BC4897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077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F5B9-973A-A05A-3498-1C1939F9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B8276-58F7-FE00-D8D1-0E7C1E53F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9ED89-0032-CBCF-02A2-F26023B0C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8202E20-3B6D-C99E-11FC-F047FA2EB5A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1B423-A9E7-16CE-1027-6EE52AA70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0F86E-8F4A-63E6-C269-49DF274CD4FB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12:20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734FD-E1A1-EA58-C498-51A30FDA41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409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62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76A42-0866-EEEA-6A69-995269F45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66BDC0-948B-EECE-0DAE-75DC571EF25E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📨 Domain Comms</a:t>
            </a:r>
          </a:p>
        </p:txBody>
      </p:sp>
    </p:spTree>
    <p:extLst>
      <p:ext uri="{BB962C8B-B14F-4D97-AF65-F5344CB8AC3E}">
        <p14:creationId xmlns:p14="http://schemas.microsoft.com/office/powerpoint/2010/main" val="673244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FF12A-5204-A32C-9F74-9ABA374B3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21E93C2-26E4-577E-1041-47EF141B8E4A}"/>
              </a:ext>
            </a:extLst>
          </p:cNvPr>
          <p:cNvSpPr/>
          <p:nvPr/>
        </p:nvSpPr>
        <p:spPr>
          <a:xfrm>
            <a:off x="1836248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B74DE-1967-654B-76E0-411CDB3BF965}"/>
              </a:ext>
            </a:extLst>
          </p:cNvPr>
          <p:cNvSpPr/>
          <p:nvPr/>
        </p:nvSpPr>
        <p:spPr>
          <a:xfrm>
            <a:off x="8045595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B280AE-AE57-9BA2-7AA9-BA6AF31E9F5E}"/>
              </a:ext>
            </a:extLst>
          </p:cNvPr>
          <p:cNvSpPr/>
          <p:nvPr/>
        </p:nvSpPr>
        <p:spPr>
          <a:xfrm>
            <a:off x="4093884" y="1936077"/>
            <a:ext cx="158281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DNS A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C0A136AA-549C-B803-7EA9-99ED2325ED9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5400000" flipH="1" flipV="1">
            <a:off x="3075664" y="2028715"/>
            <a:ext cx="829765" cy="120667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E5928354-B998-E393-61B6-0CEA4AF70A73}"/>
              </a:ext>
            </a:extLst>
          </p:cNvPr>
          <p:cNvSpPr txBox="1">
            <a:spLocks/>
          </p:cNvSpPr>
          <p:nvPr/>
        </p:nvSpPr>
        <p:spPr>
          <a:xfrm>
            <a:off x="1180314" y="2239919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36717DF1-8CFC-4BFA-F503-F08AD28FDBD8}"/>
              </a:ext>
            </a:extLst>
          </p:cNvPr>
          <p:cNvCxnSpPr>
            <a:cxnSpLocks/>
            <a:stCxn id="7" idx="2"/>
            <a:endCxn id="42" idx="1"/>
          </p:cNvCxnSpPr>
          <p:nvPr/>
        </p:nvCxnSpPr>
        <p:spPr>
          <a:xfrm rot="16200000" flipH="1">
            <a:off x="3422734" y="3073592"/>
            <a:ext cx="927030" cy="199808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6993B9-65A3-5AF4-BED1-AE1E2905726B}"/>
              </a:ext>
            </a:extLst>
          </p:cNvPr>
          <p:cNvSpPr txBox="1"/>
          <p:nvPr/>
        </p:nvSpPr>
        <p:spPr>
          <a:xfrm>
            <a:off x="4885289" y="4182204"/>
            <a:ext cx="252304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✉️🔏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message signed with private key</a:t>
            </a:r>
          </a:p>
        </p:txBody>
      </p: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E83E8E90-B42F-0084-5CC0-CC65E6CB0298}"/>
              </a:ext>
            </a:extLst>
          </p:cNvPr>
          <p:cNvCxnSpPr>
            <a:cxnSpLocks/>
            <a:stCxn id="42" idx="3"/>
            <a:endCxn id="14" idx="2"/>
          </p:cNvCxnSpPr>
          <p:nvPr/>
        </p:nvCxnSpPr>
        <p:spPr>
          <a:xfrm flipV="1">
            <a:off x="7408332" y="3609117"/>
            <a:ext cx="1688224" cy="92703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8CC18773-72D0-64CC-CAA1-54BE2B675D57}"/>
              </a:ext>
            </a:extLst>
          </p:cNvPr>
          <p:cNvCxnSpPr>
            <a:cxnSpLocks/>
            <a:stCxn id="14" idx="0"/>
            <a:endCxn id="18" idx="3"/>
          </p:cNvCxnSpPr>
          <p:nvPr/>
        </p:nvCxnSpPr>
        <p:spPr>
          <a:xfrm rot="16200000" flipV="1">
            <a:off x="6971744" y="922122"/>
            <a:ext cx="829765" cy="3419860"/>
          </a:xfrm>
          <a:prstGeom prst="bentConnector2">
            <a:avLst/>
          </a:prstGeom>
          <a:ln w="19050" cap="rnd">
            <a:solidFill>
              <a:schemeClr val="accent2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03F5200-1990-2D34-3634-3770A2F324E1}"/>
              </a:ext>
            </a:extLst>
          </p:cNvPr>
          <p:cNvSpPr txBox="1">
            <a:spLocks/>
          </p:cNvSpPr>
          <p:nvPr/>
        </p:nvSpPr>
        <p:spPr>
          <a:xfrm>
            <a:off x="9199911" y="2299030"/>
            <a:ext cx="1400598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signed by sender?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4E0CE-AF21-EE56-7F2E-763E032E3231}"/>
              </a:ext>
            </a:extLst>
          </p:cNvPr>
          <p:cNvSpPr txBox="1">
            <a:spLocks/>
          </p:cNvSpPr>
          <p:nvPr/>
        </p:nvSpPr>
        <p:spPr>
          <a:xfrm>
            <a:off x="5891266" y="1716784"/>
            <a:ext cx="208050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is it DNSSEC?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EE8804-1B1B-27EC-2389-E917259EAE5C}"/>
              </a:ext>
            </a:extLst>
          </p:cNvPr>
          <p:cNvSpPr txBox="1"/>
          <p:nvPr/>
        </p:nvSpPr>
        <p:spPr>
          <a:xfrm>
            <a:off x="2992089" y="2631784"/>
            <a:ext cx="5639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1️⃣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2E88B7-02B8-D6B3-7F32-86720BE6FA35}"/>
              </a:ext>
            </a:extLst>
          </p:cNvPr>
          <p:cNvSpPr txBox="1"/>
          <p:nvPr/>
        </p:nvSpPr>
        <p:spPr>
          <a:xfrm>
            <a:off x="2992089" y="3782094"/>
            <a:ext cx="8771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2️⃣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C100D6-A23D-625E-7034-088AF8301382}"/>
              </a:ext>
            </a:extLst>
          </p:cNvPr>
          <p:cNvSpPr txBox="1"/>
          <p:nvPr/>
        </p:nvSpPr>
        <p:spPr>
          <a:xfrm>
            <a:off x="8590311" y="2664301"/>
            <a:ext cx="825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3️⃣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E02EF77A-B898-8E57-28BB-C47B36BBE9E3}"/>
              </a:ext>
            </a:extLst>
          </p:cNvPr>
          <p:cNvSpPr txBox="1">
            <a:spLocks/>
          </p:cNvSpPr>
          <p:nvPr/>
        </p:nvSpPr>
        <p:spPr>
          <a:xfrm>
            <a:off x="9199911" y="3718688"/>
            <a:ext cx="238809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GB" sz="2000" dirty="0"/>
              <a:t>📨 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Inbox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51C5AF-7F70-F604-E9DE-FB409B3AB606}"/>
              </a:ext>
            </a:extLst>
          </p:cNvPr>
          <p:cNvSpPr txBox="1"/>
          <p:nvPr/>
        </p:nvSpPr>
        <p:spPr>
          <a:xfrm>
            <a:off x="206409" y="6409189"/>
            <a:ext cx="83356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COMMS</a:t>
            </a:r>
          </a:p>
        </p:txBody>
      </p:sp>
    </p:spTree>
    <p:extLst>
      <p:ext uri="{BB962C8B-B14F-4D97-AF65-F5344CB8AC3E}">
        <p14:creationId xmlns:p14="http://schemas.microsoft.com/office/powerpoint/2010/main" val="313803088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BB65-9770-8016-0C81-9EAEF415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826EAFB-1F72-18C5-53B6-3EDEF382ECC9}"/>
              </a:ext>
            </a:extLst>
          </p:cNvPr>
          <p:cNvGrpSpPr/>
          <p:nvPr/>
        </p:nvGrpSpPr>
        <p:grpSpPr>
          <a:xfrm>
            <a:off x="4406040" y="1515806"/>
            <a:ext cx="1601270" cy="1038741"/>
            <a:chOff x="7507403" y="1006813"/>
            <a:chExt cx="691415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D4E9D5-9505-3BEA-C849-C0673D22CBCF}"/>
                </a:ext>
              </a:extLst>
            </p:cNvPr>
            <p:cNvSpPr/>
            <p:nvPr/>
          </p:nvSpPr>
          <p:spPr>
            <a:xfrm>
              <a:off x="7542298" y="1386857"/>
              <a:ext cx="62479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6F7CF-05CC-C8C8-1672-7AF38AB7BF83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8" name="Straight Arrow Connector 12">
            <a:extLst>
              <a:ext uri="{FF2B5EF4-FFF2-40B4-BE49-F238E27FC236}">
                <a16:creationId xmlns:a16="http://schemas.microsoft.com/office/drawing/2014/main" id="{03CE3937-B459-1653-62E2-3F735AA0114B}"/>
              </a:ext>
            </a:extLst>
          </p:cNvPr>
          <p:cNvCxnSpPr>
            <a:cxnSpLocks/>
            <a:stCxn id="6" idx="1"/>
            <a:endCxn id="145" idx="3"/>
          </p:cNvCxnSpPr>
          <p:nvPr/>
        </p:nvCxnSpPr>
        <p:spPr>
          <a:xfrm flipH="1" flipV="1">
            <a:off x="2201813" y="2030689"/>
            <a:ext cx="2204227" cy="4488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C95B3D97-F07A-B5CB-C884-B6EF2853D2E0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6679017" y="-739664"/>
            <a:ext cx="783129" cy="3727813"/>
          </a:xfrm>
          <a:prstGeom prst="bentConnector3">
            <a:avLst>
              <a:gd name="adj1" fmla="val 151314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14345143-860C-55B6-B377-8A97CC1B0A82}"/>
              </a:ext>
            </a:extLst>
          </p:cNvPr>
          <p:cNvSpPr txBox="1">
            <a:spLocks/>
          </p:cNvSpPr>
          <p:nvPr/>
        </p:nvSpPr>
        <p:spPr>
          <a:xfrm>
            <a:off x="2797525" y="1230789"/>
            <a:ext cx="13701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discover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D8865648-A527-87A1-800B-F1B79AE54C77}"/>
              </a:ext>
            </a:extLst>
          </p:cNvPr>
          <p:cNvSpPr/>
          <p:nvPr/>
        </p:nvSpPr>
        <p:spPr>
          <a:xfrm>
            <a:off x="2406116" y="1495613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1E64C509-5CE0-62A4-C48E-A94259E481EB}"/>
              </a:ext>
            </a:extLst>
          </p:cNvPr>
          <p:cNvSpPr txBox="1">
            <a:spLocks/>
          </p:cNvSpPr>
          <p:nvPr/>
        </p:nvSpPr>
        <p:spPr>
          <a:xfrm>
            <a:off x="5747205" y="460920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97EFCA28-AB35-45F1-9751-905EF15DCA90}"/>
              </a:ext>
            </a:extLst>
          </p:cNvPr>
          <p:cNvSpPr/>
          <p:nvPr/>
        </p:nvSpPr>
        <p:spPr>
          <a:xfrm>
            <a:off x="5377537" y="48097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D1A5CB2F-6C4A-6FAF-768C-6BAC635FF4BD}"/>
              </a:ext>
            </a:extLst>
          </p:cNvPr>
          <p:cNvGrpSpPr/>
          <p:nvPr/>
        </p:nvGrpSpPr>
        <p:grpSpPr>
          <a:xfrm>
            <a:off x="440416" y="1511318"/>
            <a:ext cx="1761397" cy="1038741"/>
            <a:chOff x="7507403" y="1006813"/>
            <a:chExt cx="691415" cy="1038741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874E82C7-FD67-1890-F297-D171DF65C85B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8C1F6F3B-C7C1-73A8-D4FD-2A5C28C8AC71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DF40E98-5F43-DE50-0382-C2D1DC8584B3}"/>
              </a:ext>
            </a:extLst>
          </p:cNvPr>
          <p:cNvGrpSpPr/>
          <p:nvPr/>
        </p:nvGrpSpPr>
        <p:grpSpPr>
          <a:xfrm>
            <a:off x="7823896" y="732677"/>
            <a:ext cx="2221184" cy="2000898"/>
            <a:chOff x="7507404" y="1006813"/>
            <a:chExt cx="959089" cy="20008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26E2215-E19A-D9A1-2C11-28CFA48BA7BC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D703E1-50F3-54F8-46EA-6A9B11C06674}"/>
                </a:ext>
              </a:extLst>
            </p:cNvPr>
            <p:cNvSpPr/>
            <p:nvPr/>
          </p:nvSpPr>
          <p:spPr>
            <a:xfrm>
              <a:off x="7507404" y="1006813"/>
              <a:ext cx="959089" cy="20008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🪢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Integrator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A1E54C4-6FE0-B8F2-9FF9-D2208F43C9A1}"/>
              </a:ext>
            </a:extLst>
          </p:cNvPr>
          <p:cNvSpPr/>
          <p:nvPr/>
        </p:nvSpPr>
        <p:spPr>
          <a:xfrm>
            <a:off x="925627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E9C677-E580-ABCB-5DC1-E88011369E80}"/>
              </a:ext>
            </a:extLst>
          </p:cNvPr>
          <p:cNvSpPr txBox="1"/>
          <p:nvPr/>
        </p:nvSpPr>
        <p:spPr>
          <a:xfrm>
            <a:off x="7832802" y="2258002"/>
            <a:ext cx="222118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27AAB1D-E06D-B61C-4E8F-E927A014AB0B}"/>
              </a:ext>
            </a:extLst>
          </p:cNvPr>
          <p:cNvSpPr/>
          <p:nvPr/>
        </p:nvSpPr>
        <p:spPr>
          <a:xfrm>
            <a:off x="8767151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6124BE4-87FB-0B04-CD79-A83FE7DDF956}"/>
              </a:ext>
            </a:extLst>
          </p:cNvPr>
          <p:cNvSpPr/>
          <p:nvPr/>
        </p:nvSpPr>
        <p:spPr>
          <a:xfrm>
            <a:off x="827802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246CAAB-2CF0-78F1-F963-265A16A4FC82}"/>
              </a:ext>
            </a:extLst>
          </p:cNvPr>
          <p:cNvGrpSpPr/>
          <p:nvPr/>
        </p:nvGrpSpPr>
        <p:grpSpPr>
          <a:xfrm>
            <a:off x="11078402" y="1511317"/>
            <a:ext cx="701748" cy="1038741"/>
            <a:chOff x="7507403" y="1006813"/>
            <a:chExt cx="303009" cy="1038741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7C7CC8B-6377-7897-7976-D6B3A2805F0B}"/>
                </a:ext>
              </a:extLst>
            </p:cNvPr>
            <p:cNvSpPr/>
            <p:nvPr/>
          </p:nvSpPr>
          <p:spPr>
            <a:xfrm>
              <a:off x="7538137" y="1386857"/>
              <a:ext cx="23492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5FF2A587-9DDD-430B-AEC0-26C15C801D4E}"/>
                </a:ext>
              </a:extLst>
            </p:cNvPr>
            <p:cNvSpPr/>
            <p:nvPr/>
          </p:nvSpPr>
          <p:spPr>
            <a:xfrm>
              <a:off x="7507403" y="1006813"/>
              <a:ext cx="30300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B5B09670-42AC-2008-DC1A-C2CA880BC7A9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10053986" y="2030688"/>
            <a:ext cx="1024416" cy="0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FEE5B55-E62E-E830-3C3D-FBEE7F74A109}"/>
              </a:ext>
            </a:extLst>
          </p:cNvPr>
          <p:cNvSpPr/>
          <p:nvPr/>
        </p:nvSpPr>
        <p:spPr>
          <a:xfrm>
            <a:off x="9078737" y="3081954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31D1B9AB-C5E7-F231-FC9F-3C20531F0043}"/>
              </a:ext>
            </a:extLst>
          </p:cNvPr>
          <p:cNvSpPr txBox="1">
            <a:spLocks/>
          </p:cNvSpPr>
          <p:nvPr/>
        </p:nvSpPr>
        <p:spPr>
          <a:xfrm>
            <a:off x="9437584" y="30528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3CA5C657-14B8-BC4F-765E-B9FC80FD27AD}"/>
              </a:ext>
            </a:extLst>
          </p:cNvPr>
          <p:cNvSpPr/>
          <p:nvPr/>
        </p:nvSpPr>
        <p:spPr>
          <a:xfrm>
            <a:off x="10176921" y="219231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F1CF69-ADE8-3B20-0A57-E42CE9508F63}"/>
              </a:ext>
            </a:extLst>
          </p:cNvPr>
          <p:cNvGrpSpPr/>
          <p:nvPr/>
        </p:nvGrpSpPr>
        <p:grpSpPr>
          <a:xfrm>
            <a:off x="5571348" y="2909629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7ACE8D-9A91-F6EC-E8BF-9D782B530727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70A42-5EC5-EC86-61A9-2EF7B857CF1F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host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bound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387DBA3-B976-DA17-C571-0E5A98A9C188}"/>
              </a:ext>
            </a:extLst>
          </p:cNvPr>
          <p:cNvCxnSpPr>
            <a:cxnSpLocks/>
            <a:stCxn id="10" idx="2"/>
            <a:endCxn id="12" idx="3"/>
          </p:cNvCxnSpPr>
          <p:nvPr/>
        </p:nvCxnSpPr>
        <p:spPr>
          <a:xfrm rot="5400000">
            <a:off x="7792699" y="2287210"/>
            <a:ext cx="695425" cy="1588155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BD795EBF-9E49-CB5F-249D-A4981B742D87}"/>
              </a:ext>
            </a:extLst>
          </p:cNvPr>
          <p:cNvCxnSpPr>
            <a:cxnSpLocks/>
            <a:stCxn id="12" idx="1"/>
            <a:endCxn id="6" idx="2"/>
          </p:cNvCxnSpPr>
          <p:nvPr/>
        </p:nvCxnSpPr>
        <p:spPr>
          <a:xfrm rot="10800000">
            <a:off x="5206676" y="2554548"/>
            <a:ext cx="364673" cy="87445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775665D-C017-2480-980F-2C5C387B712A}"/>
              </a:ext>
            </a:extLst>
          </p:cNvPr>
          <p:cNvSpPr txBox="1">
            <a:spLocks/>
          </p:cNvSpPr>
          <p:nvPr/>
        </p:nvSpPr>
        <p:spPr>
          <a:xfrm>
            <a:off x="10117999" y="254472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1422B-3C6F-5365-C210-0C0C26654CF1}"/>
              </a:ext>
            </a:extLst>
          </p:cNvPr>
          <p:cNvSpPr txBox="1"/>
          <p:nvPr/>
        </p:nvSpPr>
        <p:spPr>
          <a:xfrm>
            <a:off x="7856689" y="937936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47565-6190-1FFB-8C04-74F1FB9C6B4C}"/>
              </a:ext>
            </a:extLst>
          </p:cNvPr>
          <p:cNvSpPr txBox="1"/>
          <p:nvPr/>
        </p:nvSpPr>
        <p:spPr>
          <a:xfrm>
            <a:off x="147264" y="6233934"/>
            <a:ext cx="178734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</a:t>
            </a:r>
          </a:p>
        </p:txBody>
      </p:sp>
    </p:spTree>
    <p:extLst>
      <p:ext uri="{BB962C8B-B14F-4D97-AF65-F5344CB8AC3E}">
        <p14:creationId xmlns:p14="http://schemas.microsoft.com/office/powerpoint/2010/main" val="408661230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5AA76E2-5387-0591-6806-A600C2228479}"/>
              </a:ext>
            </a:extLst>
          </p:cNvPr>
          <p:cNvGrpSpPr/>
          <p:nvPr/>
        </p:nvGrpSpPr>
        <p:grpSpPr>
          <a:xfrm>
            <a:off x="4932227" y="590462"/>
            <a:ext cx="1776583" cy="2711002"/>
            <a:chOff x="7507403" y="1006813"/>
            <a:chExt cx="697376" cy="271100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2D6AC1D-344D-AA77-6B95-6D3A7A4D98F1}"/>
                </a:ext>
              </a:extLst>
            </p:cNvPr>
            <p:cNvSpPr/>
            <p:nvPr/>
          </p:nvSpPr>
          <p:spPr>
            <a:xfrm>
              <a:off x="7507403" y="1006813"/>
              <a:ext cx="697376" cy="2711002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8DEEFA4-E202-86D3-C618-FA86C0AAF42E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</p:grpSp>
      <p:cxnSp>
        <p:nvCxnSpPr>
          <p:cNvPr id="82" name="Straight Arrow Connector 12">
            <a:extLst>
              <a:ext uri="{FF2B5EF4-FFF2-40B4-BE49-F238E27FC236}">
                <a16:creationId xmlns:a16="http://schemas.microsoft.com/office/drawing/2014/main" id="{39001D68-FEB3-0A3F-7BAE-4A1CD6E666D8}"/>
              </a:ext>
            </a:extLst>
          </p:cNvPr>
          <p:cNvCxnSpPr>
            <a:cxnSpLocks/>
            <a:endCxn id="33" idx="3"/>
          </p:cNvCxnSpPr>
          <p:nvPr/>
        </p:nvCxnSpPr>
        <p:spPr>
          <a:xfrm rot="16200000" flipH="1">
            <a:off x="4838922" y="1796030"/>
            <a:ext cx="700823" cy="19513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E4AA81-C48C-E0CB-5C31-21CBFCA1FB81}"/>
              </a:ext>
            </a:extLst>
          </p:cNvPr>
          <p:cNvGrpSpPr/>
          <p:nvPr/>
        </p:nvGrpSpPr>
        <p:grpSpPr>
          <a:xfrm>
            <a:off x="688001" y="587245"/>
            <a:ext cx="2131291" cy="1038741"/>
            <a:chOff x="7507403" y="1006813"/>
            <a:chExt cx="691415" cy="10387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5193745-5696-4667-3566-77573308F3D0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Streamer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A1D6169-8A1F-9DBE-16A5-A43E0AD247E9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D5E814C-7135-51A2-FEAF-C06A2BCCEB00}"/>
              </a:ext>
            </a:extLst>
          </p:cNvPr>
          <p:cNvSpPr txBox="1"/>
          <p:nvPr/>
        </p:nvSpPr>
        <p:spPr>
          <a:xfrm>
            <a:off x="705283" y="830863"/>
            <a:ext cx="89220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400" dirty="0"/>
          </a:p>
        </p:txBody>
      </p: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FC545FDC-D3A3-6D5C-C249-0CF8BA67BF55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>
            <a:off x="2721506" y="1248381"/>
            <a:ext cx="2289017" cy="3217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59BCF5A2-D11C-B575-A78D-570453732D40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612809" y="1251598"/>
            <a:ext cx="2782931" cy="1049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505F773-645F-BDD8-1193-33EF43BE5788}"/>
              </a:ext>
            </a:extLst>
          </p:cNvPr>
          <p:cNvSpPr/>
          <p:nvPr/>
        </p:nvSpPr>
        <p:spPr>
          <a:xfrm>
            <a:off x="6840667" y="1383260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0A3682A-6963-1A73-AD3D-DF5335D03A42}"/>
              </a:ext>
            </a:extLst>
          </p:cNvPr>
          <p:cNvSpPr txBox="1">
            <a:spLocks/>
          </p:cNvSpPr>
          <p:nvPr/>
        </p:nvSpPr>
        <p:spPr>
          <a:xfrm>
            <a:off x="7199514" y="135419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wake up!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27E69D1-A6AC-AFEB-E5FC-22652C513132}"/>
              </a:ext>
            </a:extLst>
          </p:cNvPr>
          <p:cNvGrpSpPr/>
          <p:nvPr/>
        </p:nvGrpSpPr>
        <p:grpSpPr>
          <a:xfrm>
            <a:off x="5286902" y="2001369"/>
            <a:ext cx="1126524" cy="485284"/>
            <a:chOff x="6815360" y="4134487"/>
            <a:chExt cx="1126524" cy="645912"/>
          </a:xfrm>
        </p:grpSpPr>
        <p:sp>
          <p:nvSpPr>
            <p:cNvPr id="33" name="Can 32">
              <a:extLst>
                <a:ext uri="{FF2B5EF4-FFF2-40B4-BE49-F238E27FC236}">
                  <a16:creationId xmlns:a16="http://schemas.microsoft.com/office/drawing/2014/main" id="{3CC379A6-8627-54A5-0D6A-6D73DE5EB486}"/>
                </a:ext>
              </a:extLst>
            </p:cNvPr>
            <p:cNvSpPr/>
            <p:nvPr/>
          </p:nvSpPr>
          <p:spPr>
            <a:xfrm rot="5400000">
              <a:off x="7055666" y="3894181"/>
              <a:ext cx="645912" cy="1126524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2B4EEDC-7498-9162-8649-24052650119E}"/>
                </a:ext>
              </a:extLst>
            </p:cNvPr>
            <p:cNvSpPr txBox="1"/>
            <p:nvPr/>
          </p:nvSpPr>
          <p:spPr>
            <a:xfrm>
              <a:off x="6891891" y="4255059"/>
              <a:ext cx="869994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queue</a:t>
              </a:r>
            </a:p>
          </p:txBody>
        </p:sp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0AEAB1A-2D18-B765-8A3E-85AA7B169BD5}"/>
              </a:ext>
            </a:extLst>
          </p:cNvPr>
          <p:cNvSpPr/>
          <p:nvPr/>
        </p:nvSpPr>
        <p:spPr>
          <a:xfrm>
            <a:off x="4107705" y="1400739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927CAD9D-DE47-579C-DE15-1EC0C4390D4F}"/>
              </a:ext>
            </a:extLst>
          </p:cNvPr>
          <p:cNvSpPr/>
          <p:nvPr/>
        </p:nvSpPr>
        <p:spPr>
          <a:xfrm>
            <a:off x="3618580" y="1400739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3BA9FFC8-F9BE-DA30-29E4-5D66D26B0039}"/>
              </a:ext>
            </a:extLst>
          </p:cNvPr>
          <p:cNvSpPr/>
          <p:nvPr/>
        </p:nvSpPr>
        <p:spPr>
          <a:xfrm>
            <a:off x="3129455" y="140073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317DBD05-EA5B-4123-7DC4-EE72584832C2}"/>
              </a:ext>
            </a:extLst>
          </p:cNvPr>
          <p:cNvCxnSpPr>
            <a:cxnSpLocks/>
            <a:stCxn id="14" idx="2"/>
            <a:endCxn id="33" idx="1"/>
          </p:cNvCxnSpPr>
          <p:nvPr/>
        </p:nvCxnSpPr>
        <p:spPr>
          <a:xfrm rot="5400000">
            <a:off x="8118662" y="-74760"/>
            <a:ext cx="613536" cy="4024007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ECA2BA75-A390-059A-4597-B848FBFB94F4}"/>
              </a:ext>
            </a:extLst>
          </p:cNvPr>
          <p:cNvSpPr/>
          <p:nvPr/>
        </p:nvSpPr>
        <p:spPr>
          <a:xfrm>
            <a:off x="6847735" y="237085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D19FE98E-4E57-5434-FF94-BD0C192BA1B2}"/>
              </a:ext>
            </a:extLst>
          </p:cNvPr>
          <p:cNvSpPr txBox="1">
            <a:spLocks/>
          </p:cNvSpPr>
          <p:nvPr/>
        </p:nvSpPr>
        <p:spPr>
          <a:xfrm>
            <a:off x="7206582" y="2341796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8495CD06-B885-3179-222E-958EF372E7B1}"/>
              </a:ext>
            </a:extLst>
          </p:cNvPr>
          <p:cNvSpPr/>
          <p:nvPr/>
        </p:nvSpPr>
        <p:spPr>
          <a:xfrm>
            <a:off x="6840667" y="2860461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63BDB761-E23A-92AC-2000-86BF81AB8BA9}"/>
              </a:ext>
            </a:extLst>
          </p:cNvPr>
          <p:cNvSpPr txBox="1">
            <a:spLocks/>
          </p:cNvSpPr>
          <p:nvPr/>
        </p:nvSpPr>
        <p:spPr>
          <a:xfrm>
            <a:off x="7199514" y="2831398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consume, sleep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0D6076-AC6B-0C06-0F99-A2AA3BDE7199}"/>
              </a:ext>
            </a:extLst>
          </p:cNvPr>
          <p:cNvGrpSpPr/>
          <p:nvPr/>
        </p:nvGrpSpPr>
        <p:grpSpPr>
          <a:xfrm>
            <a:off x="9314925" y="591734"/>
            <a:ext cx="2245016" cy="1038741"/>
            <a:chOff x="9314925" y="591734"/>
            <a:chExt cx="2245016" cy="103874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5005D1-53E0-02E8-3D2D-02CF5CA99102}"/>
                </a:ext>
              </a:extLst>
            </p:cNvPr>
            <p:cNvSpPr/>
            <p:nvPr/>
          </p:nvSpPr>
          <p:spPr>
            <a:xfrm>
              <a:off x="9314925" y="591734"/>
              <a:ext cx="224501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FACFB15-F1E7-E7D6-9EB6-6B39C56A1588}"/>
                </a:ext>
              </a:extLst>
            </p:cNvPr>
            <p:cNvSpPr/>
            <p:nvPr/>
          </p:nvSpPr>
          <p:spPr>
            <a:xfrm>
              <a:off x="9405365" y="981005"/>
              <a:ext cx="206796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💼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Consumer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5B5F7AA-D24D-A22C-832E-3D9856B81966}"/>
              </a:ext>
            </a:extLst>
          </p:cNvPr>
          <p:cNvGrpSpPr/>
          <p:nvPr/>
        </p:nvGrpSpPr>
        <p:grpSpPr>
          <a:xfrm>
            <a:off x="3090435" y="1852146"/>
            <a:ext cx="1761397" cy="1015663"/>
            <a:chOff x="2215492" y="4207312"/>
            <a:chExt cx="1761397" cy="1015663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410C8F0-E5B1-EEB2-0834-C2A825707D13}"/>
                </a:ext>
              </a:extLst>
            </p:cNvPr>
            <p:cNvSpPr txBox="1"/>
            <p:nvPr/>
          </p:nvSpPr>
          <p:spPr>
            <a:xfrm>
              <a:off x="2548607" y="4207312"/>
              <a:ext cx="142828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encrypted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events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0D09618-129E-A3D7-19C1-A71F3A107798}"/>
                </a:ext>
              </a:extLst>
            </p:cNvPr>
            <p:cNvSpPr txBox="1"/>
            <p:nvPr/>
          </p:nvSpPr>
          <p:spPr>
            <a:xfrm>
              <a:off x="2215492" y="4263081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EF3445-4CD6-EF4E-0D74-BECFF21CAF09}"/>
              </a:ext>
            </a:extLst>
          </p:cNvPr>
          <p:cNvGrpSpPr/>
          <p:nvPr/>
        </p:nvGrpSpPr>
        <p:grpSpPr>
          <a:xfrm>
            <a:off x="9424619" y="2323567"/>
            <a:ext cx="2025627" cy="707886"/>
            <a:chOff x="2225160" y="4207312"/>
            <a:chExt cx="2025627" cy="707886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4E2918D-F08F-E548-0A77-45BBFCD102C2}"/>
                </a:ext>
              </a:extLst>
            </p:cNvPr>
            <p:cNvSpPr txBox="1"/>
            <p:nvPr/>
          </p:nvSpPr>
          <p:spPr>
            <a:xfrm>
              <a:off x="2548607" y="4207312"/>
              <a:ext cx="17021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decrypt with private key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AF6258E-1015-EE87-93AA-600DBD05F11A}"/>
                </a:ext>
              </a:extLst>
            </p:cNvPr>
            <p:cNvSpPr txBox="1"/>
            <p:nvPr/>
          </p:nvSpPr>
          <p:spPr>
            <a:xfrm>
              <a:off x="2225160" y="4268078"/>
              <a:ext cx="184636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  <a:endParaRPr lang="en-US" dirty="0"/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099AD5C0-81BD-6C6D-9428-51B66C29487C}"/>
              </a:ext>
            </a:extLst>
          </p:cNvPr>
          <p:cNvSpPr/>
          <p:nvPr/>
        </p:nvSpPr>
        <p:spPr>
          <a:xfrm>
            <a:off x="1133972" y="2016035"/>
            <a:ext cx="1240513" cy="48653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44000" bIns="144000" anchor="t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DNS</a:t>
            </a:r>
          </a:p>
        </p:txBody>
      </p: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83EAF23A-0632-1D7A-653B-AC729C1DB186}"/>
              </a:ext>
            </a:extLst>
          </p:cNvPr>
          <p:cNvCxnSpPr>
            <a:cxnSpLocks/>
            <a:stCxn id="21" idx="2"/>
            <a:endCxn id="87" idx="0"/>
          </p:cNvCxnSpPr>
          <p:nvPr/>
        </p:nvCxnSpPr>
        <p:spPr>
          <a:xfrm>
            <a:off x="1753647" y="1625986"/>
            <a:ext cx="582" cy="39004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6F7A60B2-9A0F-76BB-526C-8343038E26B7}"/>
              </a:ext>
            </a:extLst>
          </p:cNvPr>
          <p:cNvSpPr/>
          <p:nvPr/>
        </p:nvSpPr>
        <p:spPr>
          <a:xfrm>
            <a:off x="617302" y="2069001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7B1B513-E201-061A-AD21-E93BB706B797}"/>
              </a:ext>
            </a:extLst>
          </p:cNvPr>
          <p:cNvGrpSpPr/>
          <p:nvPr/>
        </p:nvGrpSpPr>
        <p:grpSpPr>
          <a:xfrm>
            <a:off x="1041187" y="2604030"/>
            <a:ext cx="1860492" cy="707886"/>
            <a:chOff x="1021937" y="2401900"/>
            <a:chExt cx="1860492" cy="707886"/>
          </a:xfrm>
        </p:grpSpPr>
        <p:sp>
          <p:nvSpPr>
            <p:cNvPr id="89" name="Content Placeholder 2">
              <a:extLst>
                <a:ext uri="{FF2B5EF4-FFF2-40B4-BE49-F238E27FC236}">
                  <a16:creationId xmlns:a16="http://schemas.microsoft.com/office/drawing/2014/main" id="{29667772-5B94-342F-A665-85A9C14F4EEB}"/>
                </a:ext>
              </a:extLst>
            </p:cNvPr>
            <p:cNvSpPr txBox="1">
              <a:spLocks/>
            </p:cNvSpPr>
            <p:nvPr/>
          </p:nvSpPr>
          <p:spPr>
            <a:xfrm>
              <a:off x="1347536" y="2401900"/>
              <a:ext cx="153489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consumer’s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EBF6F8F-D2DE-8217-E7F7-12470CD37ED5}"/>
                </a:ext>
              </a:extLst>
            </p:cNvPr>
            <p:cNvSpPr txBox="1"/>
            <p:nvPr/>
          </p:nvSpPr>
          <p:spPr>
            <a:xfrm>
              <a:off x="1021937" y="2457695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</a:p>
          </p:txBody>
        </p:sp>
      </p:grpSp>
      <p:cxnSp>
        <p:nvCxnSpPr>
          <p:cNvPr id="114" name="Straight Arrow Connector 12">
            <a:extLst>
              <a:ext uri="{FF2B5EF4-FFF2-40B4-BE49-F238E27FC236}">
                <a16:creationId xmlns:a16="http://schemas.microsoft.com/office/drawing/2014/main" id="{A5D73FCA-B642-0761-97D9-F98AE39E3211}"/>
              </a:ext>
            </a:extLst>
          </p:cNvPr>
          <p:cNvCxnSpPr>
            <a:cxnSpLocks/>
            <a:stCxn id="14" idx="0"/>
            <a:endCxn id="18" idx="0"/>
          </p:cNvCxnSpPr>
          <p:nvPr/>
        </p:nvCxnSpPr>
        <p:spPr>
          <a:xfrm rot="16200000" flipV="1">
            <a:off x="8128340" y="-1717359"/>
            <a:ext cx="1272" cy="4616914"/>
          </a:xfrm>
          <a:prstGeom prst="bentConnector3">
            <a:avLst>
              <a:gd name="adj1" fmla="val 18071698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758E833-BEDC-DEF7-6FD4-E455A55A53F8}"/>
              </a:ext>
            </a:extLst>
          </p:cNvPr>
          <p:cNvSpPr/>
          <p:nvPr/>
        </p:nvSpPr>
        <p:spPr>
          <a:xfrm>
            <a:off x="6848104" y="48745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8" name="Content Placeholder 2">
            <a:extLst>
              <a:ext uri="{FF2B5EF4-FFF2-40B4-BE49-F238E27FC236}">
                <a16:creationId xmlns:a16="http://schemas.microsoft.com/office/drawing/2014/main" id="{66482743-F5D6-0E22-2F6E-4CB6768B4AB4}"/>
              </a:ext>
            </a:extLst>
          </p:cNvPr>
          <p:cNvSpPr txBox="1">
            <a:spLocks/>
          </p:cNvSpPr>
          <p:nvPr/>
        </p:nvSpPr>
        <p:spPr>
          <a:xfrm>
            <a:off x="7206951" y="458392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bind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7250F7E-736D-A352-FDED-1DA78495308F}"/>
              </a:ext>
            </a:extLst>
          </p:cNvPr>
          <p:cNvGrpSpPr/>
          <p:nvPr/>
        </p:nvGrpSpPr>
        <p:grpSpPr>
          <a:xfrm>
            <a:off x="5534070" y="2634120"/>
            <a:ext cx="879356" cy="485284"/>
            <a:chOff x="6815359" y="4134487"/>
            <a:chExt cx="879356" cy="645912"/>
          </a:xfrm>
        </p:grpSpPr>
        <p:sp>
          <p:nvSpPr>
            <p:cNvPr id="120" name="Can 119">
              <a:extLst>
                <a:ext uri="{FF2B5EF4-FFF2-40B4-BE49-F238E27FC236}">
                  <a16:creationId xmlns:a16="http://schemas.microsoft.com/office/drawing/2014/main" id="{AA10F8E4-D22E-07B9-659D-0AD6B65B5ED5}"/>
                </a:ext>
              </a:extLst>
            </p:cNvPr>
            <p:cNvSpPr/>
            <p:nvPr/>
          </p:nvSpPr>
          <p:spPr>
            <a:xfrm rot="5400000">
              <a:off x="6932081" y="4017765"/>
              <a:ext cx="645912" cy="879355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635D9AB9-381F-DB23-6018-00BE89C99E37}"/>
                </a:ext>
              </a:extLst>
            </p:cNvPr>
            <p:cNvSpPr txBox="1"/>
            <p:nvPr/>
          </p:nvSpPr>
          <p:spPr>
            <a:xfrm>
              <a:off x="6891891" y="4188843"/>
              <a:ext cx="802824" cy="53254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DLQ</a:t>
              </a:r>
            </a:p>
          </p:txBody>
        </p:sp>
      </p:grpSp>
      <p:cxnSp>
        <p:nvCxnSpPr>
          <p:cNvPr id="122" name="Straight Arrow Connector 12">
            <a:extLst>
              <a:ext uri="{FF2B5EF4-FFF2-40B4-BE49-F238E27FC236}">
                <a16:creationId xmlns:a16="http://schemas.microsoft.com/office/drawing/2014/main" id="{39E6500F-3AB7-91AE-6C99-A2383D2C5574}"/>
              </a:ext>
            </a:extLst>
          </p:cNvPr>
          <p:cNvCxnSpPr>
            <a:cxnSpLocks/>
            <a:endCxn id="120" idx="3"/>
          </p:cNvCxnSpPr>
          <p:nvPr/>
        </p:nvCxnSpPr>
        <p:spPr>
          <a:xfrm rot="16200000" flipH="1">
            <a:off x="5256225" y="2598916"/>
            <a:ext cx="392194" cy="1634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D2A1AAF-476E-5F41-FE04-629944005D56}"/>
              </a:ext>
            </a:extLst>
          </p:cNvPr>
          <p:cNvSpPr txBox="1"/>
          <p:nvPr/>
        </p:nvSpPr>
        <p:spPr>
          <a:xfrm>
            <a:off x="147264" y="6233934"/>
            <a:ext cx="3313408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BUFFER: Daily usage</a:t>
            </a:r>
          </a:p>
        </p:txBody>
      </p:sp>
    </p:spTree>
    <p:extLst>
      <p:ext uri="{BB962C8B-B14F-4D97-AF65-F5344CB8AC3E}">
        <p14:creationId xmlns:p14="http://schemas.microsoft.com/office/powerpoint/2010/main" val="2076144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904E-CECB-1AB7-1390-6EFF6489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43C5F2-8A99-8C6D-CB0D-274B44DCB6E7}"/>
              </a:ext>
            </a:extLst>
          </p:cNvPr>
          <p:cNvSpPr/>
          <p:nvPr/>
        </p:nvSpPr>
        <p:spPr>
          <a:xfrm>
            <a:off x="2183382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320212-F2DF-3A50-F033-C90E973BAE54}"/>
              </a:ext>
            </a:extLst>
          </p:cNvPr>
          <p:cNvSpPr/>
          <p:nvPr/>
        </p:nvSpPr>
        <p:spPr>
          <a:xfrm>
            <a:off x="8392729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C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5DD5A8FE-22E6-CDB6-2120-CF726FC505A4}"/>
              </a:ext>
            </a:extLst>
          </p:cNvPr>
          <p:cNvCxnSpPr>
            <a:cxnSpLocks/>
            <a:stCxn id="7" idx="0"/>
            <a:endCxn id="10" idx="1"/>
          </p:cNvCxnSpPr>
          <p:nvPr/>
        </p:nvCxnSpPr>
        <p:spPr>
          <a:xfrm rot="5400000" flipH="1" flipV="1">
            <a:off x="3764294" y="607588"/>
            <a:ext cx="1519925" cy="2579826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FAAEAAE-2B6D-5E2F-FBF3-0553D7080013}"/>
              </a:ext>
            </a:extLst>
          </p:cNvPr>
          <p:cNvSpPr txBox="1">
            <a:spLocks/>
          </p:cNvSpPr>
          <p:nvPr/>
        </p:nvSpPr>
        <p:spPr>
          <a:xfrm>
            <a:off x="1527448" y="1850448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27C5EF32-67C2-43AA-57F8-76BB4CB332E4}"/>
              </a:ext>
            </a:extLst>
          </p:cNvPr>
          <p:cNvCxnSpPr>
            <a:cxnSpLocks/>
            <a:stCxn id="7" idx="2"/>
            <a:endCxn id="35" idx="1"/>
          </p:cNvCxnSpPr>
          <p:nvPr/>
        </p:nvCxnSpPr>
        <p:spPr>
          <a:xfrm rot="16200000" flipH="1">
            <a:off x="3843843" y="2610146"/>
            <a:ext cx="895156" cy="2114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41D3E3A0-8739-12AD-E2CD-428E3E1B2A9B}"/>
              </a:ext>
            </a:extLst>
          </p:cNvPr>
          <p:cNvCxnSpPr>
            <a:cxnSpLocks/>
            <a:stCxn id="35" idx="3"/>
            <a:endCxn id="14" idx="2"/>
          </p:cNvCxnSpPr>
          <p:nvPr/>
        </p:nvCxnSpPr>
        <p:spPr>
          <a:xfrm flipV="1">
            <a:off x="7391400" y="3219646"/>
            <a:ext cx="2052290" cy="895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AC20FB4B-6E37-5DA9-8EBB-FC416B2ADE1C}"/>
              </a:ext>
            </a:extLst>
          </p:cNvPr>
          <p:cNvCxnSpPr>
            <a:cxnSpLocks/>
            <a:stCxn id="10" idx="3"/>
            <a:endCxn id="14" idx="0"/>
          </p:cNvCxnSpPr>
          <p:nvPr/>
        </p:nvCxnSpPr>
        <p:spPr>
          <a:xfrm>
            <a:off x="7973049" y="1137538"/>
            <a:ext cx="1470641" cy="1519925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811FD070-2A4D-B513-09F8-C93A117CD384}"/>
              </a:ext>
            </a:extLst>
          </p:cNvPr>
          <p:cNvSpPr txBox="1">
            <a:spLocks/>
          </p:cNvSpPr>
          <p:nvPr/>
        </p:nvSpPr>
        <p:spPr>
          <a:xfrm>
            <a:off x="9529688" y="1601213"/>
            <a:ext cx="1929923" cy="101566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hash really signed by domain A?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BBA6CF5-D6D5-1E0D-7642-71D7D00E49F2}"/>
              </a:ext>
            </a:extLst>
          </p:cNvPr>
          <p:cNvSpPr/>
          <p:nvPr/>
        </p:nvSpPr>
        <p:spPr>
          <a:xfrm>
            <a:off x="3417812" y="215691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6CBFDC8-2A93-CA21-4842-DEDEB8086544}"/>
              </a:ext>
            </a:extLst>
          </p:cNvPr>
          <p:cNvSpPr/>
          <p:nvPr/>
        </p:nvSpPr>
        <p:spPr>
          <a:xfrm>
            <a:off x="2721493" y="4238277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6168E4-1177-BC4B-687B-94D9F584E257}"/>
              </a:ext>
            </a:extLst>
          </p:cNvPr>
          <p:cNvSpPr/>
          <p:nvPr/>
        </p:nvSpPr>
        <p:spPr>
          <a:xfrm>
            <a:off x="8955368" y="215691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E28392A-6572-047A-ECAF-5D5C31485723}"/>
              </a:ext>
            </a:extLst>
          </p:cNvPr>
          <p:cNvGrpSpPr/>
          <p:nvPr/>
        </p:nvGrpSpPr>
        <p:grpSpPr>
          <a:xfrm>
            <a:off x="5814169" y="630173"/>
            <a:ext cx="2158880" cy="1014729"/>
            <a:chOff x="712971" y="2543574"/>
            <a:chExt cx="2158880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01548E-0AAD-B976-26D7-1F3B9CDC9807}"/>
                </a:ext>
              </a:extLst>
            </p:cNvPr>
            <p:cNvSpPr/>
            <p:nvPr/>
          </p:nvSpPr>
          <p:spPr>
            <a:xfrm>
              <a:off x="797539" y="2928855"/>
              <a:ext cx="199830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🕸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Graph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4BF44-CA1B-F95F-E9D0-231DEF3C726F}"/>
                </a:ext>
              </a:extLst>
            </p:cNvPr>
            <p:cNvSpPr/>
            <p:nvPr/>
          </p:nvSpPr>
          <p:spPr>
            <a:xfrm>
              <a:off x="712971" y="2543574"/>
              <a:ext cx="2158880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👂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Listeners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606BEB85-E4EB-DBA7-5EA1-E9464155CC65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36503" y="835899"/>
            <a:ext cx="1319404" cy="232372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A1900DD7-21CF-8889-FFAF-8107DC5F360A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22407" y="1073707"/>
            <a:ext cx="1095693" cy="2071821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B99DEE1-51B6-DA67-E966-47227D1D1EDA}"/>
              </a:ext>
            </a:extLst>
          </p:cNvPr>
          <p:cNvSpPr txBox="1">
            <a:spLocks/>
          </p:cNvSpPr>
          <p:nvPr/>
        </p:nvSpPr>
        <p:spPr>
          <a:xfrm>
            <a:off x="3174177" y="688330"/>
            <a:ext cx="2388090" cy="42062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363E8-C0C1-2F98-867D-314E3AA8B1B7}"/>
              </a:ext>
            </a:extLst>
          </p:cNvPr>
          <p:cNvSpPr txBox="1"/>
          <p:nvPr/>
        </p:nvSpPr>
        <p:spPr>
          <a:xfrm>
            <a:off x="3115307" y="4227816"/>
            <a:ext cx="2523043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 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with private key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6EB826-BEE9-8FE1-1DD6-1112E2C0169D}"/>
              </a:ext>
            </a:extLst>
          </p:cNvPr>
          <p:cNvSpPr txBox="1"/>
          <p:nvPr/>
        </p:nvSpPr>
        <p:spPr>
          <a:xfrm>
            <a:off x="7973049" y="4238277"/>
            <a:ext cx="2150698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</a:t>
            </a: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32A7C9F-B772-EED5-E0FB-DB1FA6022D56}"/>
              </a:ext>
            </a:extLst>
          </p:cNvPr>
          <p:cNvSpPr/>
          <p:nvPr/>
        </p:nvSpPr>
        <p:spPr>
          <a:xfrm>
            <a:off x="7530555" y="423827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C419A0A-38F4-646C-2D63-3B62EBFE7D35}"/>
              </a:ext>
            </a:extLst>
          </p:cNvPr>
          <p:cNvGrpSpPr/>
          <p:nvPr/>
        </p:nvGrpSpPr>
        <p:grpSpPr>
          <a:xfrm>
            <a:off x="5348499" y="3488266"/>
            <a:ext cx="2042901" cy="1253072"/>
            <a:chOff x="5348499" y="3149596"/>
            <a:chExt cx="2042901" cy="1253072"/>
          </a:xfrm>
        </p:grpSpPr>
        <p:sp>
          <p:nvSpPr>
            <p:cNvPr id="26" name="Can 25">
              <a:extLst>
                <a:ext uri="{FF2B5EF4-FFF2-40B4-BE49-F238E27FC236}">
                  <a16:creationId xmlns:a16="http://schemas.microsoft.com/office/drawing/2014/main" id="{54B5F9C8-DD82-C432-9EBD-647060A7161C}"/>
                </a:ext>
              </a:extLst>
            </p:cNvPr>
            <p:cNvSpPr/>
            <p:nvPr/>
          </p:nvSpPr>
          <p:spPr>
            <a:xfrm>
              <a:off x="5544364" y="3651737"/>
              <a:ext cx="1662093" cy="597205"/>
            </a:xfrm>
            <a:prstGeom prst="ca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i="1" dirty="0">
                  <a:solidFill>
                    <a:schemeClr val="bg2"/>
                  </a:solidFill>
                </a:rPr>
                <a:t>any storage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10A407C-599F-474F-0CE5-1D490A390C5E}"/>
                </a:ext>
              </a:extLst>
            </p:cNvPr>
            <p:cNvSpPr/>
            <p:nvPr/>
          </p:nvSpPr>
          <p:spPr>
            <a:xfrm>
              <a:off x="5348499" y="3149596"/>
              <a:ext cx="2042901" cy="1253072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Domain B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169456A-7DAF-11E2-0B43-FF9622F0D471}"/>
              </a:ext>
            </a:extLst>
          </p:cNvPr>
          <p:cNvSpPr txBox="1"/>
          <p:nvPr/>
        </p:nvSpPr>
        <p:spPr>
          <a:xfrm>
            <a:off x="8057616" y="401072"/>
            <a:ext cx="2300887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public key of domain A at date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49874-7738-3D40-8610-36BB6F093953}"/>
              </a:ext>
            </a:extLst>
          </p:cNvPr>
          <p:cNvSpPr txBox="1"/>
          <p:nvPr/>
        </p:nvSpPr>
        <p:spPr>
          <a:xfrm>
            <a:off x="206409" y="6409189"/>
            <a:ext cx="219451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DOMAIN SIGNATURE</a:t>
            </a:r>
          </a:p>
        </p:txBody>
      </p:sp>
    </p:spTree>
    <p:extLst>
      <p:ext uri="{BB962C8B-B14F-4D97-AF65-F5344CB8AC3E}">
        <p14:creationId xmlns:p14="http://schemas.microsoft.com/office/powerpoint/2010/main" val="200267162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47352</TotalTime>
  <Words>203</Words>
  <Application>Microsoft Macintosh PowerPoint</Application>
  <PresentationFormat>Widescreen</PresentationFormat>
  <Paragraphs>89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155</cp:revision>
  <dcterms:created xsi:type="dcterms:W3CDTF">2022-10-07T16:14:37Z</dcterms:created>
  <dcterms:modified xsi:type="dcterms:W3CDTF">2025-09-07T15:20:40Z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2025-04-22T20:23:49Z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2279434c-2844-442c-aab4-b2cb19003bc0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