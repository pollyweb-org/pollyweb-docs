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835" r:id="rId2"/>
    <p:sldId id="1723" r:id="rId3"/>
    <p:sldId id="1694" r:id="rId4"/>
  </p:sldIdLst>
  <p:sldSz cx="12192000" cy="6858000"/>
  <p:notesSz cx="6858000" cy="9144000"/>
  <p:embeddedFontLst>
    <p:embeddedFont>
      <p:font typeface="Amazon Ember" panose="020B0603020204020204" pitchFamily="34" charset="0"/>
      <p:regular r:id="rId7"/>
      <p:bold r:id="rId8"/>
      <p:italic r:id="rId9"/>
      <p:boldItalic r:id="rId10"/>
    </p:embeddedFont>
    <p:embeddedFont>
      <p:font typeface="Amazon Ember Display" panose="020F0603020204020204" pitchFamily="34" charset="0"/>
      <p:regular r:id="rId11"/>
      <p:bold r:id="rId12"/>
      <p:italic r:id="rId13"/>
      <p:boldItalic r:id="rId14"/>
    </p:embeddedFont>
    <p:embeddedFont>
      <p:font typeface="Segoe UI" panose="020B05020402040202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📜 Domain Manifest" id="{F06F95BB-D49F-7447-97EC-5C05B9195A06}">
          <p14:sldIdLst>
            <p14:sldId id="1835"/>
            <p14:sldId id="1723"/>
            <p14:sldId id="169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8" d="100"/>
          <a:sy n="128" d="100"/>
        </p:scale>
        <p:origin x="46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9.fntdata"/><Relationship Id="rId23" Type="http://schemas.openxmlformats.org/officeDocument/2006/relationships/tableStyles" Target="tableStyles.xml"/><Relationship Id="rId10" Type="http://schemas.openxmlformats.org/officeDocument/2006/relationships/font" Target="fonts/font4.fntdata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53AD4-D53B-81FE-0713-A8EF6D01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C6FFA-A699-206C-A41B-D95B27154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F42638-2327-45B3-E3F7-756512BBA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36BA1290-52C4-021C-193E-E6321093F3C8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5F8B8-AAEE-5B70-145B-EEA51A23E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FAD3AC-A001-2041-B548-17037E097DFB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10/15/25 12:39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72364C-73F0-81AD-CEE6-7A85A77D1AB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488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19354-65AE-3646-59B8-02A63FF6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719DD-705C-23AB-AC92-85BD76BC6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38150" y="457200"/>
            <a:ext cx="5981700" cy="33639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5579F-68C2-2FD0-1408-7B8B02D0E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1B1BBE7-3CB5-620D-4FC5-B42981F68D5A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F2E34-D627-FA32-958E-AB94B918C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endParaRPr lang="en-US" sz="40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ea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F46100-1863-D5D4-8E52-BE5D2352CBF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542F96DF-134D-4F6A-BFA6-E032E504EEEB}" type="datetime8">
              <a:rPr lang="en-US" smtClean="0"/>
              <a:t>10/15/25 12:39 AM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2B13FC-6F84-7879-EE90-CEEED07347B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00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74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2DD51-350F-6313-E126-26614FD6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37E806-8663-67AD-2556-02ED185D401B}"/>
              </a:ext>
            </a:extLst>
          </p:cNvPr>
          <p:cNvSpPr txBox="1"/>
          <p:nvPr/>
        </p:nvSpPr>
        <p:spPr>
          <a:xfrm>
            <a:off x="1521508" y="1613118"/>
            <a:ext cx="9148983" cy="1862048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📜 Backbone</a:t>
            </a:r>
          </a:p>
        </p:txBody>
      </p:sp>
    </p:spTree>
    <p:extLst>
      <p:ext uri="{BB962C8B-B14F-4D97-AF65-F5344CB8AC3E}">
        <p14:creationId xmlns:p14="http://schemas.microsoft.com/office/powerpoint/2010/main" val="3244206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FCDFC-826E-F46A-2BCA-B52190C4D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Rectangle 97">
            <a:extLst>
              <a:ext uri="{FF2B5EF4-FFF2-40B4-BE49-F238E27FC236}">
                <a16:creationId xmlns:a16="http://schemas.microsoft.com/office/drawing/2014/main" id="{977089E0-5576-190D-F034-73303B1DAB36}"/>
              </a:ext>
            </a:extLst>
          </p:cNvPr>
          <p:cNvSpPr/>
          <p:nvPr/>
        </p:nvSpPr>
        <p:spPr>
          <a:xfrm>
            <a:off x="1474504" y="2293990"/>
            <a:ext cx="9359150" cy="2689307"/>
          </a:xfrm>
          <a:prstGeom prst="rect">
            <a:avLst/>
          </a:prstGeom>
          <a:solidFill>
            <a:schemeClr val="tx1">
              <a:alpha val="15430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000" i="1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6C2FA3F1-0D2A-3B8F-29BE-8FA669D00ACA}"/>
              </a:ext>
            </a:extLst>
          </p:cNvPr>
          <p:cNvGrpSpPr/>
          <p:nvPr/>
        </p:nvGrpSpPr>
        <p:grpSpPr>
          <a:xfrm>
            <a:off x="1149789" y="5602041"/>
            <a:ext cx="1720160" cy="1006989"/>
            <a:chOff x="6052974" y="1012716"/>
            <a:chExt cx="3735679" cy="1006989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43C12777-C513-A0D0-1A18-79D45D6C4242}"/>
                </a:ext>
              </a:extLst>
            </p:cNvPr>
            <p:cNvSpPr/>
            <p:nvPr/>
          </p:nvSpPr>
          <p:spPr>
            <a:xfrm>
              <a:off x="6236556" y="1375596"/>
              <a:ext cx="3418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425B0E56-F5B8-1D3E-2743-6A61CC5B9ADB}"/>
                </a:ext>
              </a:extLst>
            </p:cNvPr>
            <p:cNvSpPr/>
            <p:nvPr/>
          </p:nvSpPr>
          <p:spPr>
            <a:xfrm>
              <a:off x="6052974" y="1012716"/>
              <a:ext cx="3735679" cy="1006989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DABA7DE8-553F-0F33-392E-21933647D40F}"/>
              </a:ext>
            </a:extLst>
          </p:cNvPr>
          <p:cNvCxnSpPr>
            <a:cxnSpLocks/>
          </p:cNvCxnSpPr>
          <p:nvPr/>
        </p:nvCxnSpPr>
        <p:spPr>
          <a:xfrm flipH="1">
            <a:off x="5469153" y="842874"/>
            <a:ext cx="3" cy="942763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DA078BD4-FB8F-2E59-CF3D-03B1A5518D7D}"/>
              </a:ext>
            </a:extLst>
          </p:cNvPr>
          <p:cNvCxnSpPr>
            <a:cxnSpLocks/>
          </p:cNvCxnSpPr>
          <p:nvPr/>
        </p:nvCxnSpPr>
        <p:spPr>
          <a:xfrm flipH="1">
            <a:off x="3384337" y="784372"/>
            <a:ext cx="9542" cy="1011831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12">
            <a:extLst>
              <a:ext uri="{FF2B5EF4-FFF2-40B4-BE49-F238E27FC236}">
                <a16:creationId xmlns:a16="http://schemas.microsoft.com/office/drawing/2014/main" id="{C804A9A5-3250-C382-0B7C-17D57A966081}"/>
              </a:ext>
            </a:extLst>
          </p:cNvPr>
          <p:cNvCxnSpPr>
            <a:cxnSpLocks/>
            <a:stCxn id="14" idx="2"/>
            <a:endCxn id="135" idx="0"/>
          </p:cNvCxnSpPr>
          <p:nvPr/>
        </p:nvCxnSpPr>
        <p:spPr>
          <a:xfrm rot="5400000">
            <a:off x="2985225" y="1530367"/>
            <a:ext cx="658718" cy="2577909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4BF08F2D-CA5C-D12B-59BD-D5852B25A2FB}"/>
              </a:ext>
            </a:extLst>
          </p:cNvPr>
          <p:cNvSpPr txBox="1"/>
          <p:nvPr/>
        </p:nvSpPr>
        <p:spPr>
          <a:xfrm>
            <a:off x="1923895" y="4796507"/>
            <a:ext cx="1366955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endParaRPr lang="en-GB" sz="2000" i="1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7FEA71-F2C6-E3AD-9C0B-461EBC4D94EE}"/>
              </a:ext>
            </a:extLst>
          </p:cNvPr>
          <p:cNvGrpSpPr/>
          <p:nvPr/>
        </p:nvGrpSpPr>
        <p:grpSpPr>
          <a:xfrm>
            <a:off x="3103276" y="1796203"/>
            <a:ext cx="5825944" cy="683556"/>
            <a:chOff x="4455758" y="3216390"/>
            <a:chExt cx="2989631" cy="683556"/>
          </a:xfrm>
        </p:grpSpPr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14EEFDD3-78C0-EB94-B47D-E68A863324E9}"/>
                </a:ext>
              </a:extLst>
            </p:cNvPr>
            <p:cNvSpPr/>
            <p:nvPr/>
          </p:nvSpPr>
          <p:spPr>
            <a:xfrm>
              <a:off x="4455758" y="3216390"/>
              <a:ext cx="2989631" cy="6835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C8E00B5-B125-14BC-1155-944E830EE298}"/>
                </a:ext>
              </a:extLst>
            </p:cNvPr>
            <p:cNvSpPr/>
            <p:nvPr/>
          </p:nvSpPr>
          <p:spPr>
            <a:xfrm>
              <a:off x="4494342" y="3273509"/>
              <a:ext cx="2918844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 algn="ctr"/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listeners.nlweb.org</a:t>
              </a: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30575F4D-D584-9445-F1C9-392D179F5F55}"/>
              </a:ext>
            </a:extLst>
          </p:cNvPr>
          <p:cNvSpPr txBox="1"/>
          <p:nvPr/>
        </p:nvSpPr>
        <p:spPr>
          <a:xfrm>
            <a:off x="5731581" y="429750"/>
            <a:ext cx="210600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8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📜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</a:t>
            </a:r>
            <a:endParaRPr lang="en-GB" sz="2800" baseline="-17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4366AC3-9072-2625-BF8F-B1EF029D5347}"/>
              </a:ext>
            </a:extLst>
          </p:cNvPr>
          <p:cNvGrpSpPr/>
          <p:nvPr/>
        </p:nvGrpSpPr>
        <p:grpSpPr>
          <a:xfrm>
            <a:off x="1065968" y="3148680"/>
            <a:ext cx="1919322" cy="988753"/>
            <a:chOff x="6139541" y="1010602"/>
            <a:chExt cx="3444792" cy="988753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88C93DD-234D-3969-DD60-BD61417EE5D1}"/>
                </a:ext>
              </a:extLst>
            </p:cNvPr>
            <p:cNvSpPr/>
            <p:nvPr/>
          </p:nvSpPr>
          <p:spPr>
            <a:xfrm>
              <a:off x="6139541" y="1010602"/>
              <a:ext cx="3444792" cy="9887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58643CED-AD84-B60C-9CBE-CD4C62109424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Listener</a:t>
              </a: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C027C19F-A527-7726-D9BE-038B28243031}"/>
              </a:ext>
            </a:extLst>
          </p:cNvPr>
          <p:cNvSpPr/>
          <p:nvPr/>
        </p:nvSpPr>
        <p:spPr>
          <a:xfrm>
            <a:off x="5168697" y="332767"/>
            <a:ext cx="55491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922080-B4F0-A175-9E4C-A890E1DECA65}"/>
              </a:ext>
            </a:extLst>
          </p:cNvPr>
          <p:cNvSpPr/>
          <p:nvPr/>
        </p:nvSpPr>
        <p:spPr>
          <a:xfrm>
            <a:off x="3050746" y="331502"/>
            <a:ext cx="1759127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 Domain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B3998B-BAE9-7D16-5073-0EA9040F2F8F}"/>
              </a:ext>
            </a:extLst>
          </p:cNvPr>
          <p:cNvSpPr txBox="1"/>
          <p:nvPr/>
        </p:nvSpPr>
        <p:spPr>
          <a:xfrm flipH="1">
            <a:off x="4494714" y="1796203"/>
            <a:ext cx="217649" cy="693759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84F5BA-FB0E-5402-FEBD-42C85C393ECD}"/>
              </a:ext>
            </a:extLst>
          </p:cNvPr>
          <p:cNvSpPr txBox="1"/>
          <p:nvPr/>
        </p:nvSpPr>
        <p:spPr>
          <a:xfrm>
            <a:off x="5984288" y="1106692"/>
            <a:ext cx="155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updated</a:t>
            </a:r>
            <a:r>
              <a:rPr lang="en-GB" sz="20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 </a:t>
            </a:r>
          </a:p>
        </p:txBody>
      </p:sp>
      <p:cxnSp>
        <p:nvCxnSpPr>
          <p:cNvPr id="31" name="Straight Arrow Connector 12">
            <a:extLst>
              <a:ext uri="{FF2B5EF4-FFF2-40B4-BE49-F238E27FC236}">
                <a16:creationId xmlns:a16="http://schemas.microsoft.com/office/drawing/2014/main" id="{98DAFFC2-2446-52A6-06A9-3A99772F34B2}"/>
              </a:ext>
            </a:extLst>
          </p:cNvPr>
          <p:cNvCxnSpPr>
            <a:cxnSpLocks/>
            <a:stCxn id="32" idx="1"/>
            <a:endCxn id="55" idx="0"/>
          </p:cNvCxnSpPr>
          <p:nvPr/>
        </p:nvCxnSpPr>
        <p:spPr>
          <a:xfrm rot="10800000" flipV="1">
            <a:off x="8518714" y="650671"/>
            <a:ext cx="1839798" cy="1149709"/>
          </a:xfrm>
          <a:prstGeom prst="bentConnector2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6C35D0D1-8DE7-A453-14B9-D44A25CEF8A6}"/>
              </a:ext>
            </a:extLst>
          </p:cNvPr>
          <p:cNvSpPr/>
          <p:nvPr/>
        </p:nvSpPr>
        <p:spPr>
          <a:xfrm>
            <a:off x="10358512" y="369580"/>
            <a:ext cx="554913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👥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3D74FB-1C9D-A544-69B4-B77DA15AD630}"/>
              </a:ext>
            </a:extLst>
          </p:cNvPr>
          <p:cNvSpPr txBox="1"/>
          <p:nvPr/>
        </p:nvSpPr>
        <p:spPr>
          <a:xfrm>
            <a:off x="3401036" y="1057502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8228EC1-E3D6-ACCE-2B82-A67688C0B505}"/>
              </a:ext>
            </a:extLst>
          </p:cNvPr>
          <p:cNvSpPr txBox="1"/>
          <p:nvPr/>
        </p:nvSpPr>
        <p:spPr>
          <a:xfrm>
            <a:off x="8510743" y="1012492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CE0D8F6-2DFB-B3EE-479E-0E6FFCB97DE2}"/>
              </a:ext>
            </a:extLst>
          </p:cNvPr>
          <p:cNvGrpSpPr/>
          <p:nvPr/>
        </p:nvGrpSpPr>
        <p:grpSpPr>
          <a:xfrm>
            <a:off x="5970642" y="3883333"/>
            <a:ext cx="734400" cy="993617"/>
            <a:chOff x="5780568" y="1038192"/>
            <a:chExt cx="4136743" cy="993617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3F9511C-6DA6-48F3-3F67-CD627FFF01BB}"/>
                </a:ext>
              </a:extLst>
            </p:cNvPr>
            <p:cNvSpPr/>
            <p:nvPr/>
          </p:nvSpPr>
          <p:spPr>
            <a:xfrm>
              <a:off x="5780568" y="1038192"/>
              <a:ext cx="4136743" cy="993617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BC24231-1D6A-726D-D913-81F3410232D6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4DD649F-DF64-52B1-EEA7-FAFF9DDCFF86}"/>
              </a:ext>
            </a:extLst>
          </p:cNvPr>
          <p:cNvGrpSpPr/>
          <p:nvPr/>
        </p:nvGrpSpPr>
        <p:grpSpPr>
          <a:xfrm>
            <a:off x="9821174" y="3148680"/>
            <a:ext cx="685549" cy="988753"/>
            <a:chOff x="6139541" y="1010602"/>
            <a:chExt cx="1016877" cy="988753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1CE37080-8792-78FB-9F20-276DFC20F750}"/>
                </a:ext>
              </a:extLst>
            </p:cNvPr>
            <p:cNvSpPr/>
            <p:nvPr/>
          </p:nvSpPr>
          <p:spPr>
            <a:xfrm>
              <a:off x="6139541" y="1010602"/>
              <a:ext cx="1016877" cy="988753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8457377-60FB-C85F-73D3-C7C0221E5B53}"/>
                </a:ext>
              </a:extLst>
            </p:cNvPr>
            <p:cNvSpPr/>
            <p:nvPr/>
          </p:nvSpPr>
          <p:spPr>
            <a:xfrm>
              <a:off x="6236556" y="1375596"/>
              <a:ext cx="821281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👂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24272CB2-105D-69EA-BDDF-7F2EEE4EE211}"/>
              </a:ext>
            </a:extLst>
          </p:cNvPr>
          <p:cNvSpPr txBox="1"/>
          <p:nvPr/>
        </p:nvSpPr>
        <p:spPr>
          <a:xfrm flipH="1">
            <a:off x="8409890" y="1800381"/>
            <a:ext cx="217649" cy="693759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cxnSp>
        <p:nvCxnSpPr>
          <p:cNvPr id="56" name="Straight Arrow Connector 12">
            <a:extLst>
              <a:ext uri="{FF2B5EF4-FFF2-40B4-BE49-F238E27FC236}">
                <a16:creationId xmlns:a16="http://schemas.microsoft.com/office/drawing/2014/main" id="{8C2E78F3-3219-47FF-C7C9-27FEEAA0A454}"/>
              </a:ext>
            </a:extLst>
          </p:cNvPr>
          <p:cNvCxnSpPr>
            <a:cxnSpLocks/>
            <a:stCxn id="55" idx="2"/>
            <a:endCxn id="51" idx="0"/>
          </p:cNvCxnSpPr>
          <p:nvPr/>
        </p:nvCxnSpPr>
        <p:spPr>
          <a:xfrm rot="16200000" flipH="1">
            <a:off x="9014061" y="1998792"/>
            <a:ext cx="654540" cy="1645235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44E8011E-641B-A786-7BAF-A0C4C9FB5954}"/>
              </a:ext>
            </a:extLst>
          </p:cNvPr>
          <p:cNvSpPr txBox="1"/>
          <p:nvPr/>
        </p:nvSpPr>
        <p:spPr>
          <a:xfrm flipH="1">
            <a:off x="6058364" y="4491790"/>
            <a:ext cx="111688" cy="388785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E4E099-D23D-5E27-028F-CE0974FA4874}"/>
              </a:ext>
            </a:extLst>
          </p:cNvPr>
          <p:cNvSpPr txBox="1"/>
          <p:nvPr/>
        </p:nvSpPr>
        <p:spPr>
          <a:xfrm flipH="1">
            <a:off x="6478650" y="4491790"/>
            <a:ext cx="239414" cy="388786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cxnSp>
        <p:nvCxnSpPr>
          <p:cNvPr id="68" name="Straight Arrow Connector 12">
            <a:extLst>
              <a:ext uri="{FF2B5EF4-FFF2-40B4-BE49-F238E27FC236}">
                <a16:creationId xmlns:a16="http://schemas.microsoft.com/office/drawing/2014/main" id="{1CC97E5D-F451-70F0-061F-823DB6187153}"/>
              </a:ext>
            </a:extLst>
          </p:cNvPr>
          <p:cNvCxnSpPr>
            <a:cxnSpLocks/>
            <a:stCxn id="62" idx="3"/>
            <a:endCxn id="73" idx="2"/>
          </p:cNvCxnSpPr>
          <p:nvPr/>
        </p:nvCxnSpPr>
        <p:spPr>
          <a:xfrm rot="10800000">
            <a:off x="2714706" y="4120217"/>
            <a:ext cx="3343658" cy="565967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F15729D-0F45-D497-6BAD-9BB39B81A11F}"/>
              </a:ext>
            </a:extLst>
          </p:cNvPr>
          <p:cNvSpPr txBox="1"/>
          <p:nvPr/>
        </p:nvSpPr>
        <p:spPr>
          <a:xfrm flipH="1">
            <a:off x="2260117" y="3156328"/>
            <a:ext cx="909178" cy="963888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B714D6C-76F4-43A2-65B8-A3A7849F298B}"/>
              </a:ext>
            </a:extLst>
          </p:cNvPr>
          <p:cNvSpPr txBox="1"/>
          <p:nvPr/>
        </p:nvSpPr>
        <p:spPr>
          <a:xfrm flipH="1">
            <a:off x="9570220" y="3151983"/>
            <a:ext cx="909178" cy="963888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 dirty="0"/>
              <a:t>    </a:t>
            </a:r>
          </a:p>
        </p:txBody>
      </p:sp>
      <p:cxnSp>
        <p:nvCxnSpPr>
          <p:cNvPr id="76" name="Straight Arrow Connector 12">
            <a:extLst>
              <a:ext uri="{FF2B5EF4-FFF2-40B4-BE49-F238E27FC236}">
                <a16:creationId xmlns:a16="http://schemas.microsoft.com/office/drawing/2014/main" id="{31F33671-9DBE-F8F6-2F4E-99B864A2C0A8}"/>
              </a:ext>
            </a:extLst>
          </p:cNvPr>
          <p:cNvCxnSpPr>
            <a:cxnSpLocks/>
            <a:stCxn id="64" idx="1"/>
            <a:endCxn id="75" idx="2"/>
          </p:cNvCxnSpPr>
          <p:nvPr/>
        </p:nvCxnSpPr>
        <p:spPr>
          <a:xfrm flipV="1">
            <a:off x="6718064" y="4115871"/>
            <a:ext cx="3306745" cy="570312"/>
          </a:xfrm>
          <a:prstGeom prst="bentConnector2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4B2BEDC3-F1AE-B9CC-A958-2B7077B68937}"/>
              </a:ext>
            </a:extLst>
          </p:cNvPr>
          <p:cNvSpPr txBox="1"/>
          <p:nvPr/>
        </p:nvSpPr>
        <p:spPr>
          <a:xfrm flipH="1">
            <a:off x="6579530" y="1750801"/>
            <a:ext cx="217649" cy="693759"/>
          </a:xfrm>
          <a:prstGeom prst="rect">
            <a:avLst/>
          </a:prstGeom>
          <a:noFill/>
        </p:spPr>
        <p:txBody>
          <a:bodyPr wrap="square" lIns="0" rIns="0" rtlCol="0">
            <a:noAutofit/>
          </a:bodyPr>
          <a:lstStyle/>
          <a:p>
            <a:pPr algn="l"/>
            <a:r>
              <a:rPr lang="en-GB"/>
              <a:t>    </a:t>
            </a:r>
          </a:p>
        </p:txBody>
      </p:sp>
      <p:cxnSp>
        <p:nvCxnSpPr>
          <p:cNvPr id="84" name="Straight Arrow Connector 12">
            <a:extLst>
              <a:ext uri="{FF2B5EF4-FFF2-40B4-BE49-F238E27FC236}">
                <a16:creationId xmlns:a16="http://schemas.microsoft.com/office/drawing/2014/main" id="{F3C207CB-C2C4-F310-C122-289FF7DE0D69}"/>
              </a:ext>
            </a:extLst>
          </p:cNvPr>
          <p:cNvCxnSpPr>
            <a:cxnSpLocks/>
          </p:cNvCxnSpPr>
          <p:nvPr/>
        </p:nvCxnSpPr>
        <p:spPr>
          <a:xfrm flipH="1">
            <a:off x="2985290" y="3638272"/>
            <a:ext cx="6796749" cy="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9" name="Group 98">
            <a:extLst>
              <a:ext uri="{FF2B5EF4-FFF2-40B4-BE49-F238E27FC236}">
                <a16:creationId xmlns:a16="http://schemas.microsoft.com/office/drawing/2014/main" id="{953F001B-09F1-BD66-D604-CDAF981A664E}"/>
              </a:ext>
            </a:extLst>
          </p:cNvPr>
          <p:cNvGrpSpPr/>
          <p:nvPr/>
        </p:nvGrpSpPr>
        <p:grpSpPr>
          <a:xfrm>
            <a:off x="9838532" y="5610750"/>
            <a:ext cx="701642" cy="998280"/>
            <a:chOff x="5762276" y="1021425"/>
            <a:chExt cx="4347468" cy="998280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31C65F65-A410-0C21-8DBF-37960AC22A61}"/>
                </a:ext>
              </a:extLst>
            </p:cNvPr>
            <p:cNvSpPr/>
            <p:nvPr/>
          </p:nvSpPr>
          <p:spPr>
            <a:xfrm>
              <a:off x="6236556" y="1375596"/>
              <a:ext cx="3418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endPara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C0A45397-53F3-AE54-9B6E-F68177B8DA84}"/>
                </a:ext>
              </a:extLst>
            </p:cNvPr>
            <p:cNvSpPr/>
            <p:nvPr/>
          </p:nvSpPr>
          <p:spPr>
            <a:xfrm>
              <a:off x="5762276" y="1021425"/>
              <a:ext cx="4347468" cy="998280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cxnSp>
        <p:nvCxnSpPr>
          <p:cNvPr id="102" name="Straight Arrow Connector 12">
            <a:extLst>
              <a:ext uri="{FF2B5EF4-FFF2-40B4-BE49-F238E27FC236}">
                <a16:creationId xmlns:a16="http://schemas.microsoft.com/office/drawing/2014/main" id="{6673ADF7-BDDA-D815-C1DB-C99818E37BC8}"/>
              </a:ext>
            </a:extLst>
          </p:cNvPr>
          <p:cNvCxnSpPr>
            <a:cxnSpLocks/>
            <a:stCxn id="134" idx="2"/>
            <a:endCxn id="144" idx="0"/>
          </p:cNvCxnSpPr>
          <p:nvPr/>
        </p:nvCxnSpPr>
        <p:spPr>
          <a:xfrm flipH="1">
            <a:off x="2009869" y="4075857"/>
            <a:ext cx="17263" cy="1526184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2">
            <a:extLst>
              <a:ext uri="{FF2B5EF4-FFF2-40B4-BE49-F238E27FC236}">
                <a16:creationId xmlns:a16="http://schemas.microsoft.com/office/drawing/2014/main" id="{C4BF1B39-D286-0E0C-D4C2-0046DA68A181}"/>
              </a:ext>
            </a:extLst>
          </p:cNvPr>
          <p:cNvCxnSpPr>
            <a:cxnSpLocks/>
            <a:stCxn id="51" idx="2"/>
            <a:endCxn id="101" idx="0"/>
          </p:cNvCxnSpPr>
          <p:nvPr/>
        </p:nvCxnSpPr>
        <p:spPr>
          <a:xfrm>
            <a:off x="10163949" y="4137433"/>
            <a:ext cx="25404" cy="1473317"/>
          </a:xfrm>
          <a:prstGeom prst="straightConnector1">
            <a:avLst/>
          </a:prstGeom>
          <a:ln w="19050" cap="rnd">
            <a:solidFill>
              <a:schemeClr val="accent4"/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2">
            <a:extLst>
              <a:ext uri="{FF2B5EF4-FFF2-40B4-BE49-F238E27FC236}">
                <a16:creationId xmlns:a16="http://schemas.microsoft.com/office/drawing/2014/main" id="{B88C8899-C2D3-2A6A-E1B5-2ACF5ADB02B0}"/>
              </a:ext>
            </a:extLst>
          </p:cNvPr>
          <p:cNvCxnSpPr>
            <a:cxnSpLocks/>
            <a:stCxn id="46" idx="2"/>
            <a:endCxn id="100" idx="1"/>
          </p:cNvCxnSpPr>
          <p:nvPr/>
        </p:nvCxnSpPr>
        <p:spPr>
          <a:xfrm rot="16200000" flipH="1">
            <a:off x="7441928" y="3772863"/>
            <a:ext cx="1369063" cy="3577235"/>
          </a:xfrm>
          <a:prstGeom prst="bentConnector2">
            <a:avLst/>
          </a:prstGeom>
          <a:ln w="19050" cap="rnd">
            <a:solidFill>
              <a:schemeClr val="accent1"/>
            </a:solidFill>
            <a:prstDash val="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5040332B-F235-7263-0972-6584D07C49CB}"/>
              </a:ext>
            </a:extLst>
          </p:cNvPr>
          <p:cNvSpPr txBox="1"/>
          <p:nvPr/>
        </p:nvSpPr>
        <p:spPr>
          <a:xfrm>
            <a:off x="6259894" y="4927665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0D3D8AA2-9114-EDCF-B56F-714AAD3C59D9}"/>
              </a:ext>
            </a:extLst>
          </p:cNvPr>
          <p:cNvSpPr txBox="1"/>
          <p:nvPr/>
        </p:nvSpPr>
        <p:spPr>
          <a:xfrm>
            <a:off x="10098687" y="4923675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1CEDF8D-E393-CD4A-8B04-B6B574BB233A}"/>
              </a:ext>
            </a:extLst>
          </p:cNvPr>
          <p:cNvSpPr txBox="1"/>
          <p:nvPr/>
        </p:nvSpPr>
        <p:spPr>
          <a:xfrm>
            <a:off x="2619357" y="4241792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E13101E5-39C4-78BD-8820-6153DD2A7F83}"/>
              </a:ext>
            </a:extLst>
          </p:cNvPr>
          <p:cNvSpPr txBox="1"/>
          <p:nvPr/>
        </p:nvSpPr>
        <p:spPr>
          <a:xfrm>
            <a:off x="6621411" y="4184160"/>
            <a:ext cx="505696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44514B0-0AFB-260F-A916-69486D8093FC}"/>
              </a:ext>
            </a:extLst>
          </p:cNvPr>
          <p:cNvSpPr txBox="1"/>
          <p:nvPr/>
        </p:nvSpPr>
        <p:spPr>
          <a:xfrm>
            <a:off x="2905389" y="3174434"/>
            <a:ext cx="136695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stream</a:t>
            </a:r>
          </a:p>
        </p:txBody>
      </p:sp>
      <p:cxnSp>
        <p:nvCxnSpPr>
          <p:cNvPr id="154" name="Straight Arrow Connector 12">
            <a:extLst>
              <a:ext uri="{FF2B5EF4-FFF2-40B4-BE49-F238E27FC236}">
                <a16:creationId xmlns:a16="http://schemas.microsoft.com/office/drawing/2014/main" id="{9842C5EF-2CCA-BD62-D612-797E8F839D3D}"/>
              </a:ext>
            </a:extLst>
          </p:cNvPr>
          <p:cNvCxnSpPr>
            <a:cxnSpLocks/>
            <a:stCxn id="32" idx="3"/>
            <a:endCxn id="51" idx="3"/>
          </p:cNvCxnSpPr>
          <p:nvPr/>
        </p:nvCxnSpPr>
        <p:spPr>
          <a:xfrm flipH="1">
            <a:off x="10506723" y="650672"/>
            <a:ext cx="406702" cy="2992385"/>
          </a:xfrm>
          <a:prstGeom prst="bentConnector3">
            <a:avLst>
              <a:gd name="adj1" fmla="val -56208"/>
            </a:avLst>
          </a:prstGeom>
          <a:ln w="19050" cap="rnd">
            <a:solidFill>
              <a:schemeClr val="accent1"/>
            </a:solidFill>
            <a:prstDash val="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A3C426CE-7E0F-FA10-BCEE-EBEF9D056398}"/>
              </a:ext>
            </a:extLst>
          </p:cNvPr>
          <p:cNvSpPr txBox="1"/>
          <p:nvPr/>
        </p:nvSpPr>
        <p:spPr>
          <a:xfrm>
            <a:off x="10373893" y="1353900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120C2A81-2299-7291-63C9-A45ADD69E92F}"/>
              </a:ext>
            </a:extLst>
          </p:cNvPr>
          <p:cNvSpPr txBox="1"/>
          <p:nvPr/>
        </p:nvSpPr>
        <p:spPr>
          <a:xfrm rot="16200000">
            <a:off x="10120137" y="1162393"/>
            <a:ext cx="155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fallback</a:t>
            </a:r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849E1463-C289-63C4-1090-C16BBAFA88F3}"/>
              </a:ext>
            </a:extLst>
          </p:cNvPr>
          <p:cNvSpPr/>
          <p:nvPr/>
        </p:nvSpPr>
        <p:spPr>
          <a:xfrm>
            <a:off x="5615396" y="1139336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2" name="Rounded Rectangle 161">
            <a:extLst>
              <a:ext uri="{FF2B5EF4-FFF2-40B4-BE49-F238E27FC236}">
                <a16:creationId xmlns:a16="http://schemas.microsoft.com/office/drawing/2014/main" id="{05C96E79-81F9-0770-0FB5-36DFA81DAEB4}"/>
              </a:ext>
            </a:extLst>
          </p:cNvPr>
          <p:cNvSpPr/>
          <p:nvPr/>
        </p:nvSpPr>
        <p:spPr>
          <a:xfrm>
            <a:off x="4726620" y="258536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18FCB9F5-90A9-20D3-5FDF-4D3E54EFE371}"/>
              </a:ext>
            </a:extLst>
          </p:cNvPr>
          <p:cNvSpPr txBox="1"/>
          <p:nvPr/>
        </p:nvSpPr>
        <p:spPr>
          <a:xfrm>
            <a:off x="5072691" y="2568346"/>
            <a:ext cx="24626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route by latency </a:t>
            </a:r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🔀</a:t>
            </a:r>
          </a:p>
        </p:txBody>
      </p:sp>
      <p:sp>
        <p:nvSpPr>
          <p:cNvPr id="170" name="Rounded Rectangle 169">
            <a:extLst>
              <a:ext uri="{FF2B5EF4-FFF2-40B4-BE49-F238E27FC236}">
                <a16:creationId xmlns:a16="http://schemas.microsoft.com/office/drawing/2014/main" id="{F30D76CD-9BFF-39A5-A764-9B5E9A87CC55}"/>
              </a:ext>
            </a:extLst>
          </p:cNvPr>
          <p:cNvSpPr/>
          <p:nvPr/>
        </p:nvSpPr>
        <p:spPr>
          <a:xfrm>
            <a:off x="3683365" y="4000053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FA93A9E-EE15-D151-7A65-619E44802207}"/>
              </a:ext>
            </a:extLst>
          </p:cNvPr>
          <p:cNvSpPr txBox="1"/>
          <p:nvPr/>
        </p:nvSpPr>
        <p:spPr>
          <a:xfrm>
            <a:off x="4029436" y="3983036"/>
            <a:ext cx="21836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replicate</a:t>
            </a:r>
          </a:p>
        </p:txBody>
      </p: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AFDB5476-EB69-E96B-1F28-C3A224DED0B0}"/>
              </a:ext>
            </a:extLst>
          </p:cNvPr>
          <p:cNvSpPr/>
          <p:nvPr/>
        </p:nvSpPr>
        <p:spPr>
          <a:xfrm>
            <a:off x="2404149" y="5120628"/>
            <a:ext cx="360000" cy="360000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45720" tIns="45720" rIns="45720"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2AA69115-C4C7-1CF2-CD9F-32FF18500F2E}"/>
              </a:ext>
            </a:extLst>
          </p:cNvPr>
          <p:cNvSpPr txBox="1"/>
          <p:nvPr/>
        </p:nvSpPr>
        <p:spPr>
          <a:xfrm>
            <a:off x="2750221" y="5103611"/>
            <a:ext cx="1081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fan-out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7B832C39-0038-D42A-22B5-3B7C08192199}"/>
              </a:ext>
            </a:extLst>
          </p:cNvPr>
          <p:cNvSpPr txBox="1"/>
          <p:nvPr/>
        </p:nvSpPr>
        <p:spPr>
          <a:xfrm>
            <a:off x="6369504" y="5850681"/>
            <a:ext cx="1551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fallback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2285079-DA05-D70E-DE02-26C2687BE296}"/>
              </a:ext>
            </a:extLst>
          </p:cNvPr>
          <p:cNvSpPr txBox="1"/>
          <p:nvPr/>
        </p:nvSpPr>
        <p:spPr>
          <a:xfrm>
            <a:off x="8512508" y="2452037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064513AC-D228-C61C-681C-760A54795AB9}"/>
              </a:ext>
            </a:extLst>
          </p:cNvPr>
          <p:cNvSpPr txBox="1"/>
          <p:nvPr/>
        </p:nvSpPr>
        <p:spPr>
          <a:xfrm>
            <a:off x="4157370" y="2466983"/>
            <a:ext cx="444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⚡</a:t>
            </a:r>
            <a:r>
              <a:rPr lang="en-GB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381C668C-5693-2576-A290-3B4D33D8BF75}"/>
              </a:ext>
            </a:extLst>
          </p:cNvPr>
          <p:cNvSpPr txBox="1"/>
          <p:nvPr/>
        </p:nvSpPr>
        <p:spPr>
          <a:xfrm>
            <a:off x="1497769" y="2296542"/>
            <a:ext cx="210600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i="1" dirty="0">
                <a:solidFill>
                  <a:schemeClr val="bg1">
                    <a:lumMod val="50000"/>
                    <a:lumOff val="50000"/>
                  </a:schemeClr>
                </a:solidFill>
                <a:effectLst>
                  <a:glow>
                    <a:schemeClr val="bg1"/>
                  </a:glow>
                </a:effectLst>
              </a:rPr>
              <a:t>cluster</a:t>
            </a:r>
            <a:endParaRPr lang="en-GB" sz="2800" baseline="-17000" dirty="0">
              <a:solidFill>
                <a:schemeClr val="bg1">
                  <a:lumMod val="50000"/>
                  <a:lumOff val="5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9105020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F0111-DE78-29F5-8538-19174A024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Straight Arrow Connector 12">
            <a:extLst>
              <a:ext uri="{FF2B5EF4-FFF2-40B4-BE49-F238E27FC236}">
                <a16:creationId xmlns:a16="http://schemas.microsoft.com/office/drawing/2014/main" id="{241DB7F7-946B-FFB1-1317-352F94525A5C}"/>
              </a:ext>
            </a:extLst>
          </p:cNvPr>
          <p:cNvCxnSpPr>
            <a:cxnSpLocks/>
            <a:endCxn id="122" idx="3"/>
          </p:cNvCxnSpPr>
          <p:nvPr/>
        </p:nvCxnSpPr>
        <p:spPr>
          <a:xfrm rot="10800000" flipV="1">
            <a:off x="7443914" y="3591828"/>
            <a:ext cx="2199616" cy="1218463"/>
          </a:xfrm>
          <a:prstGeom prst="curvedConnector3">
            <a:avLst>
              <a:gd name="adj1" fmla="val -39"/>
            </a:avLst>
          </a:prstGeom>
          <a:ln w="19050" cap="rnd">
            <a:solidFill>
              <a:schemeClr val="accent2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A46EF235-25EA-5D25-3EAD-677FB3DAC622}"/>
              </a:ext>
            </a:extLst>
          </p:cNvPr>
          <p:cNvGrpSpPr/>
          <p:nvPr/>
        </p:nvGrpSpPr>
        <p:grpSpPr>
          <a:xfrm>
            <a:off x="9370229" y="2621364"/>
            <a:ext cx="2202055" cy="970465"/>
            <a:chOff x="6139540" y="1012716"/>
            <a:chExt cx="3592946" cy="970465"/>
          </a:xfrm>
        </p:grpSpPr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7BC64CCD-FE6B-3C43-8991-E6A4E4EB6C78}"/>
                </a:ext>
              </a:extLst>
            </p:cNvPr>
            <p:cNvSpPr/>
            <p:nvPr/>
          </p:nvSpPr>
          <p:spPr>
            <a:xfrm>
              <a:off x="6236556" y="1375596"/>
              <a:ext cx="3418797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💼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Consumer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F45D78D1-CE3A-FE91-27D7-D15D4BB4B56A}"/>
                </a:ext>
              </a:extLst>
            </p:cNvPr>
            <p:cNvSpPr/>
            <p:nvPr/>
          </p:nvSpPr>
          <p:spPr>
            <a:xfrm>
              <a:off x="6139540" y="1012716"/>
              <a:ext cx="3592946" cy="970465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D34CFCF0-7091-1231-6FAA-96E642173A77}"/>
              </a:ext>
            </a:extLst>
          </p:cNvPr>
          <p:cNvSpPr/>
          <p:nvPr/>
        </p:nvSpPr>
        <p:spPr>
          <a:xfrm>
            <a:off x="4524864" y="2977094"/>
            <a:ext cx="201719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ctr"/>
          <a:lstStyle/>
          <a:p>
            <a:r>
              <a:rPr lang="en-GB" sz="32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👂</a:t>
            </a:r>
            <a:r>
              <a: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rPr>
              <a:t> Listeners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1F12C9-9988-A5A3-5C2E-D456F870E152}"/>
              </a:ext>
            </a:extLst>
          </p:cNvPr>
          <p:cNvSpPr/>
          <p:nvPr/>
        </p:nvSpPr>
        <p:spPr>
          <a:xfrm>
            <a:off x="6685397" y="2977093"/>
            <a:ext cx="28135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99F26B-B6AF-B074-9290-BE541738F029}"/>
              </a:ext>
            </a:extLst>
          </p:cNvPr>
          <p:cNvSpPr/>
          <p:nvPr/>
        </p:nvSpPr>
        <p:spPr>
          <a:xfrm>
            <a:off x="7110090" y="2977093"/>
            <a:ext cx="281355" cy="562183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anchor="t"/>
          <a:lstStyle/>
          <a:p>
            <a:endParaRPr lang="en-GB" sz="2400">
              <a:solidFill>
                <a:sysClr val="windowText" lastClr="00000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17" name="Straight Arrow Connector 12">
            <a:extLst>
              <a:ext uri="{FF2B5EF4-FFF2-40B4-BE49-F238E27FC236}">
                <a16:creationId xmlns:a16="http://schemas.microsoft.com/office/drawing/2014/main" id="{13EAA0C1-780C-52F5-2388-3A689F49192B}"/>
              </a:ext>
            </a:extLst>
          </p:cNvPr>
          <p:cNvCxnSpPr>
            <a:cxnSpLocks/>
            <a:endCxn id="135" idx="0"/>
          </p:cNvCxnSpPr>
          <p:nvPr/>
        </p:nvCxnSpPr>
        <p:spPr>
          <a:xfrm rot="10800000" flipV="1">
            <a:off x="1677087" y="1618664"/>
            <a:ext cx="1543377" cy="1002700"/>
          </a:xfrm>
          <a:prstGeom prst="curved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2">
            <a:extLst>
              <a:ext uri="{FF2B5EF4-FFF2-40B4-BE49-F238E27FC236}">
                <a16:creationId xmlns:a16="http://schemas.microsoft.com/office/drawing/2014/main" id="{0E190EED-2508-94F6-30ED-56021A094E5D}"/>
              </a:ext>
            </a:extLst>
          </p:cNvPr>
          <p:cNvCxnSpPr>
            <a:cxnSpLocks/>
            <a:endCxn id="144" idx="0"/>
          </p:cNvCxnSpPr>
          <p:nvPr/>
        </p:nvCxnSpPr>
        <p:spPr>
          <a:xfrm>
            <a:off x="8521477" y="1621554"/>
            <a:ext cx="1949780" cy="999810"/>
          </a:xfrm>
          <a:prstGeom prst="curvedConnector2">
            <a:avLst/>
          </a:prstGeom>
          <a:ln w="19050" cap="rnd">
            <a:solidFill>
              <a:schemeClr val="accent4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12">
            <a:extLst>
              <a:ext uri="{FF2B5EF4-FFF2-40B4-BE49-F238E27FC236}">
                <a16:creationId xmlns:a16="http://schemas.microsoft.com/office/drawing/2014/main" id="{0D933808-F9F7-C471-F320-EE09EC92964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03391" y="-227714"/>
            <a:ext cx="2890" cy="2290081"/>
          </a:xfrm>
          <a:prstGeom prst="curvedConnector3">
            <a:avLst>
              <a:gd name="adj1" fmla="val -15717405"/>
            </a:avLst>
          </a:prstGeom>
          <a:ln w="19050" cap="rnd">
            <a:solidFill>
              <a:schemeClr val="accent4"/>
            </a:solidFill>
            <a:prstDash val="sysDash"/>
            <a:round/>
            <a:headEnd type="triangl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12">
            <a:extLst>
              <a:ext uri="{FF2B5EF4-FFF2-40B4-BE49-F238E27FC236}">
                <a16:creationId xmlns:a16="http://schemas.microsoft.com/office/drawing/2014/main" id="{7FCC8460-DB5D-6DC6-AD1A-828C7539AFDE}"/>
              </a:ext>
            </a:extLst>
          </p:cNvPr>
          <p:cNvCxnSpPr>
            <a:cxnSpLocks/>
          </p:cNvCxnSpPr>
          <p:nvPr/>
        </p:nvCxnSpPr>
        <p:spPr>
          <a:xfrm>
            <a:off x="5330348" y="1920619"/>
            <a:ext cx="0" cy="990967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12">
            <a:extLst>
              <a:ext uri="{FF2B5EF4-FFF2-40B4-BE49-F238E27FC236}">
                <a16:creationId xmlns:a16="http://schemas.microsoft.com/office/drawing/2014/main" id="{3DC4383D-7AD0-E382-37FB-FEE80E47BAFF}"/>
              </a:ext>
            </a:extLst>
          </p:cNvPr>
          <p:cNvCxnSpPr>
            <a:cxnSpLocks/>
          </p:cNvCxnSpPr>
          <p:nvPr/>
        </p:nvCxnSpPr>
        <p:spPr>
          <a:xfrm>
            <a:off x="6445882" y="1899755"/>
            <a:ext cx="0" cy="1011831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12">
            <a:extLst>
              <a:ext uri="{FF2B5EF4-FFF2-40B4-BE49-F238E27FC236}">
                <a16:creationId xmlns:a16="http://schemas.microsoft.com/office/drawing/2014/main" id="{DC323DC1-60CC-2D5C-8897-394ECFEC8404}"/>
              </a:ext>
            </a:extLst>
          </p:cNvPr>
          <p:cNvCxnSpPr>
            <a:cxnSpLocks/>
            <a:endCxn id="121" idx="1"/>
          </p:cNvCxnSpPr>
          <p:nvPr/>
        </p:nvCxnSpPr>
        <p:spPr>
          <a:xfrm>
            <a:off x="2743975" y="3253364"/>
            <a:ext cx="1711783" cy="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E59415F0-D9E4-A639-F54F-D608B55C57C9}"/>
              </a:ext>
            </a:extLst>
          </p:cNvPr>
          <p:cNvSpPr txBox="1">
            <a:spLocks/>
          </p:cNvSpPr>
          <p:nvPr/>
        </p:nvSpPr>
        <p:spPr>
          <a:xfrm>
            <a:off x="5174311" y="57946"/>
            <a:ext cx="1461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😌 </a:t>
            </a:r>
            <a:r>
              <a:rPr lang="en-US" sz="1200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</a:t>
            </a:r>
            <a:r>
              <a:rPr lang="en-US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54F60E9A-B3FF-12E3-FA70-B9139A3AC2E0}"/>
              </a:ext>
            </a:extLst>
          </p:cNvPr>
          <p:cNvSpPr txBox="1">
            <a:spLocks/>
          </p:cNvSpPr>
          <p:nvPr/>
        </p:nvSpPr>
        <p:spPr>
          <a:xfrm>
            <a:off x="377240" y="2147824"/>
            <a:ext cx="1461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😌 </a:t>
            </a:r>
            <a:r>
              <a:rPr lang="en-US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7C7BA872-3E94-374B-E442-F54B4966D55A}"/>
              </a:ext>
            </a:extLst>
          </p:cNvPr>
          <p:cNvSpPr txBox="1">
            <a:spLocks/>
          </p:cNvSpPr>
          <p:nvPr/>
        </p:nvSpPr>
        <p:spPr>
          <a:xfrm>
            <a:off x="10276448" y="2147824"/>
            <a:ext cx="1461050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baseline="-9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😌 </a:t>
            </a:r>
            <a:r>
              <a:rPr lang="en-US" sz="2000" i="1">
                <a:solidFill>
                  <a:schemeClr val="accent4"/>
                </a:solidFill>
                <a:effectLst>
                  <a:glow>
                    <a:schemeClr val="bg1"/>
                  </a:glow>
                </a:effectLst>
              </a:rPr>
              <a:t>trusts</a:t>
            </a:r>
          </a:p>
        </p:txBody>
      </p:sp>
      <p:cxnSp>
        <p:nvCxnSpPr>
          <p:cNvPr id="37" name="Straight Arrow Connector 12">
            <a:extLst>
              <a:ext uri="{FF2B5EF4-FFF2-40B4-BE49-F238E27FC236}">
                <a16:creationId xmlns:a16="http://schemas.microsoft.com/office/drawing/2014/main" id="{E8AC6A27-FBD6-EEB6-C199-D4EF889CAF71}"/>
              </a:ext>
            </a:extLst>
          </p:cNvPr>
          <p:cNvCxnSpPr>
            <a:cxnSpLocks/>
            <a:endCxn id="121" idx="3"/>
          </p:cNvCxnSpPr>
          <p:nvPr/>
        </p:nvCxnSpPr>
        <p:spPr>
          <a:xfrm flipH="1">
            <a:off x="7445389" y="3253364"/>
            <a:ext cx="1924840" cy="0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12">
            <a:extLst>
              <a:ext uri="{FF2B5EF4-FFF2-40B4-BE49-F238E27FC236}">
                <a16:creationId xmlns:a16="http://schemas.microsoft.com/office/drawing/2014/main" id="{78692D88-F4E8-213D-AEEB-3869F90AAF80}"/>
              </a:ext>
            </a:extLst>
          </p:cNvPr>
          <p:cNvCxnSpPr>
            <a:cxnSpLocks/>
          </p:cNvCxnSpPr>
          <p:nvPr/>
        </p:nvCxnSpPr>
        <p:spPr>
          <a:xfrm>
            <a:off x="5529888" y="3631946"/>
            <a:ext cx="0" cy="836568"/>
          </a:xfrm>
          <a:prstGeom prst="straightConnector1">
            <a:avLst/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EFABCE1-038E-95E2-D347-9B1AD61CA0D7}"/>
              </a:ext>
            </a:extLst>
          </p:cNvPr>
          <p:cNvSpPr txBox="1"/>
          <p:nvPr/>
        </p:nvSpPr>
        <p:spPr>
          <a:xfrm>
            <a:off x="3840624" y="3114166"/>
            <a:ext cx="401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/>
              <a:t>📜</a:t>
            </a:r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93F26F-544A-2459-FC7E-2FF96C525897}"/>
              </a:ext>
            </a:extLst>
          </p:cNvPr>
          <p:cNvSpPr txBox="1"/>
          <p:nvPr/>
        </p:nvSpPr>
        <p:spPr>
          <a:xfrm>
            <a:off x="5130979" y="2096384"/>
            <a:ext cx="650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/>
              <a:t>📜</a:t>
            </a:r>
            <a:endParaRPr lang="en-GB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4B9807-7A4B-0B4B-C9D8-316D35720A56}"/>
              </a:ext>
            </a:extLst>
          </p:cNvPr>
          <p:cNvSpPr txBox="1"/>
          <p:nvPr/>
        </p:nvSpPr>
        <p:spPr>
          <a:xfrm>
            <a:off x="7679328" y="3078711"/>
            <a:ext cx="650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/>
              <a:t>📜</a:t>
            </a:r>
            <a:endParaRPr lang="en-GB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F4F570-64F4-F1DA-7BEE-4573A78866D5}"/>
              </a:ext>
            </a:extLst>
          </p:cNvPr>
          <p:cNvSpPr txBox="1"/>
          <p:nvPr/>
        </p:nvSpPr>
        <p:spPr>
          <a:xfrm>
            <a:off x="5456327" y="3660649"/>
            <a:ext cx="210600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36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🌬️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fan-out</a:t>
            </a:r>
          </a:p>
        </p:txBody>
      </p:sp>
      <p:cxnSp>
        <p:nvCxnSpPr>
          <p:cNvPr id="54" name="Straight Arrow Connector 12">
            <a:extLst>
              <a:ext uri="{FF2B5EF4-FFF2-40B4-BE49-F238E27FC236}">
                <a16:creationId xmlns:a16="http://schemas.microsoft.com/office/drawing/2014/main" id="{8757FFC6-D62B-057E-C65C-440CB088D9DE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965200" y="3591829"/>
            <a:ext cx="4365148" cy="2414549"/>
          </a:xfrm>
          <a:prstGeom prst="bentConnector3">
            <a:avLst>
              <a:gd name="adj1" fmla="val -42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12">
            <a:extLst>
              <a:ext uri="{FF2B5EF4-FFF2-40B4-BE49-F238E27FC236}">
                <a16:creationId xmlns:a16="http://schemas.microsoft.com/office/drawing/2014/main" id="{5974F03D-B72A-EAB9-4C57-62A7D4D432B3}"/>
              </a:ext>
            </a:extLst>
          </p:cNvPr>
          <p:cNvCxnSpPr>
            <a:cxnSpLocks/>
            <a:endCxn id="122" idx="1"/>
          </p:cNvCxnSpPr>
          <p:nvPr/>
        </p:nvCxnSpPr>
        <p:spPr>
          <a:xfrm>
            <a:off x="2548470" y="3631948"/>
            <a:ext cx="1905813" cy="1178344"/>
          </a:xfrm>
          <a:prstGeom prst="curvedConnector3">
            <a:avLst>
              <a:gd name="adj1" fmla="val 244"/>
            </a:avLst>
          </a:prstGeom>
          <a:ln w="19050" cap="rnd">
            <a:solidFill>
              <a:schemeClr val="accent2"/>
            </a:solidFill>
            <a:prstDash val="sysDash"/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Content Placeholder 2">
            <a:extLst>
              <a:ext uri="{FF2B5EF4-FFF2-40B4-BE49-F238E27FC236}">
                <a16:creationId xmlns:a16="http://schemas.microsoft.com/office/drawing/2014/main" id="{C6A56C07-32E6-718E-86C1-D52B643FE714}"/>
              </a:ext>
            </a:extLst>
          </p:cNvPr>
          <p:cNvSpPr txBox="1">
            <a:spLocks/>
          </p:cNvSpPr>
          <p:nvPr/>
        </p:nvSpPr>
        <p:spPr>
          <a:xfrm>
            <a:off x="1553227" y="4031458"/>
            <a:ext cx="1747586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trust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receiver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with this type of info? </a:t>
            </a:r>
            <a:r>
              <a:rPr lang="en-GB" sz="2000"/>
              <a:t>🤔</a:t>
            </a:r>
            <a:endParaRPr lang="en-GB" sz="1400"/>
          </a:p>
        </p:txBody>
      </p:sp>
      <p:sp>
        <p:nvSpPr>
          <p:cNvPr id="89" name="Content Placeholder 2">
            <a:extLst>
              <a:ext uri="{FF2B5EF4-FFF2-40B4-BE49-F238E27FC236}">
                <a16:creationId xmlns:a16="http://schemas.microsoft.com/office/drawing/2014/main" id="{A282A6FC-050C-5672-1F39-8B72E65FB4BD}"/>
              </a:ext>
            </a:extLst>
          </p:cNvPr>
          <p:cNvSpPr txBox="1">
            <a:spLocks/>
          </p:cNvSpPr>
          <p:nvPr/>
        </p:nvSpPr>
        <p:spPr>
          <a:xfrm>
            <a:off x="8722044" y="4031458"/>
            <a:ext cx="2031750" cy="132343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trust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this type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of info from </a:t>
            </a:r>
            <a:b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</a:br>
            <a:r>
              <a:rPr lang="en-US" sz="2000" i="1">
                <a:solidFill>
                  <a:schemeClr val="accent2"/>
                </a:solidFill>
                <a:effectLst>
                  <a:glow>
                    <a:schemeClr val="bg1"/>
                  </a:glow>
                </a:effectLst>
              </a:rPr>
              <a:t>this sender?</a:t>
            </a:r>
            <a:r>
              <a:rPr lang="en-GB" sz="2000"/>
              <a:t> 🤔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3F8E4CF-B37B-C589-E047-C5E079E7DFD9}"/>
              </a:ext>
            </a:extLst>
          </p:cNvPr>
          <p:cNvSpPr txBox="1"/>
          <p:nvPr/>
        </p:nvSpPr>
        <p:spPr>
          <a:xfrm>
            <a:off x="5330348" y="5806323"/>
            <a:ext cx="161481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800" baseline="-1700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ℹ️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user info</a:t>
            </a:r>
          </a:p>
        </p:txBody>
      </p:sp>
      <p:cxnSp>
        <p:nvCxnSpPr>
          <p:cNvPr id="96" name="Straight Arrow Connector 12">
            <a:extLst>
              <a:ext uri="{FF2B5EF4-FFF2-40B4-BE49-F238E27FC236}">
                <a16:creationId xmlns:a16="http://schemas.microsoft.com/office/drawing/2014/main" id="{C684FB2E-52EB-C41E-4AA2-CF1331D4501C}"/>
              </a:ext>
            </a:extLst>
          </p:cNvPr>
          <p:cNvCxnSpPr>
            <a:cxnSpLocks/>
            <a:stCxn id="92" idx="3"/>
          </p:cNvCxnSpPr>
          <p:nvPr/>
        </p:nvCxnSpPr>
        <p:spPr>
          <a:xfrm flipV="1">
            <a:off x="6945158" y="3611934"/>
            <a:ext cx="4365148" cy="2394444"/>
          </a:xfrm>
          <a:prstGeom prst="bentConnector3">
            <a:avLst>
              <a:gd name="adj1" fmla="val 99848"/>
            </a:avLst>
          </a:prstGeom>
          <a:ln w="19050" cap="rnd">
            <a:solidFill>
              <a:schemeClr val="tx1">
                <a:lumMod val="75000"/>
              </a:schemeClr>
            </a:solidFill>
            <a:round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ectangle 120">
            <a:extLst>
              <a:ext uri="{FF2B5EF4-FFF2-40B4-BE49-F238E27FC236}">
                <a16:creationId xmlns:a16="http://schemas.microsoft.com/office/drawing/2014/main" id="{341FBB3B-490C-D31F-2A8B-9BB74BBFE6E9}"/>
              </a:ext>
            </a:extLst>
          </p:cNvPr>
          <p:cNvSpPr/>
          <p:nvPr/>
        </p:nvSpPr>
        <p:spPr>
          <a:xfrm>
            <a:off x="4455758" y="2911586"/>
            <a:ext cx="2989631" cy="683556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F9904ABF-4BB6-F289-FF4D-43CC3404087F}"/>
              </a:ext>
            </a:extLst>
          </p:cNvPr>
          <p:cNvGrpSpPr/>
          <p:nvPr/>
        </p:nvGrpSpPr>
        <p:grpSpPr>
          <a:xfrm>
            <a:off x="4454283" y="4468514"/>
            <a:ext cx="2989631" cy="683556"/>
            <a:chOff x="4454283" y="4536250"/>
            <a:chExt cx="2989631" cy="68355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C19C4C-4B2D-690B-5702-7A9D268A329C}"/>
                </a:ext>
              </a:extLst>
            </p:cNvPr>
            <p:cNvSpPr/>
            <p:nvPr/>
          </p:nvSpPr>
          <p:spPr>
            <a:xfrm>
              <a:off x="4524864" y="4596937"/>
              <a:ext cx="201719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🕸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Graphs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165CC8D-B9B7-820D-ACB0-1BE10124CF88}"/>
                </a:ext>
              </a:extLst>
            </p:cNvPr>
            <p:cNvSpPr/>
            <p:nvPr/>
          </p:nvSpPr>
          <p:spPr>
            <a:xfrm>
              <a:off x="6685397" y="4596937"/>
              <a:ext cx="28135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endPara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BB4BD32-578D-E1E7-D470-BEFFB44188B0}"/>
                </a:ext>
              </a:extLst>
            </p:cNvPr>
            <p:cNvSpPr/>
            <p:nvPr/>
          </p:nvSpPr>
          <p:spPr>
            <a:xfrm>
              <a:off x="7110090" y="4596937"/>
              <a:ext cx="28135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t"/>
            <a:lstStyle/>
            <a:p>
              <a:endParaRPr lang="en-GB" sz="240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4E2829EE-8825-8937-C5A8-8D59C31A701C}"/>
                </a:ext>
              </a:extLst>
            </p:cNvPr>
            <p:cNvSpPr/>
            <p:nvPr/>
          </p:nvSpPr>
          <p:spPr>
            <a:xfrm>
              <a:off x="4454283" y="4536250"/>
              <a:ext cx="2989631" cy="683556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47973E04-FAE8-8A25-359D-42CB7B037732}"/>
              </a:ext>
            </a:extLst>
          </p:cNvPr>
          <p:cNvSpPr txBox="1"/>
          <p:nvPr/>
        </p:nvSpPr>
        <p:spPr>
          <a:xfrm>
            <a:off x="6244409" y="2070603"/>
            <a:ext cx="2106008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/>
              <a:t>📜</a:t>
            </a:r>
            <a:r>
              <a:rPr lang="en-GB" sz="1800"/>
              <a:t> </a:t>
            </a:r>
            <a:r>
              <a:rPr lang="en-GB"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manifest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F35FEC24-2832-CDAF-EC46-81B0B54B46B3}"/>
              </a:ext>
            </a:extLst>
          </p:cNvPr>
          <p:cNvGrpSpPr/>
          <p:nvPr/>
        </p:nvGrpSpPr>
        <p:grpSpPr>
          <a:xfrm>
            <a:off x="629425" y="2621364"/>
            <a:ext cx="2095322" cy="972578"/>
            <a:chOff x="6139542" y="1010603"/>
            <a:chExt cx="3418797" cy="972578"/>
          </a:xfrm>
        </p:grpSpPr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A73F09FC-8191-EA5E-590A-76A4008E3745}"/>
                </a:ext>
              </a:extLst>
            </p:cNvPr>
            <p:cNvSpPr/>
            <p:nvPr/>
          </p:nvSpPr>
          <p:spPr>
            <a:xfrm>
              <a:off x="6236556" y="1375596"/>
              <a:ext cx="325615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🗄️</a:t>
              </a:r>
              <a:r>
                <a:rPr lang="en-GB" sz="240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Vault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55C4204-210C-D4E8-2A92-BC94AD4D758D}"/>
                </a:ext>
              </a:extLst>
            </p:cNvPr>
            <p:cNvSpPr/>
            <p:nvPr/>
          </p:nvSpPr>
          <p:spPr>
            <a:xfrm>
              <a:off x="6139542" y="1010603"/>
              <a:ext cx="3418797" cy="97257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24351AC-5C62-920C-D8E5-A0D2E18471C8}"/>
              </a:ext>
            </a:extLst>
          </p:cNvPr>
          <p:cNvGrpSpPr/>
          <p:nvPr/>
        </p:nvGrpSpPr>
        <p:grpSpPr>
          <a:xfrm>
            <a:off x="3339523" y="921494"/>
            <a:ext cx="2390860" cy="972578"/>
            <a:chOff x="6139542" y="1010603"/>
            <a:chExt cx="3901006" cy="97257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A7D2C26-87E5-9430-C6B6-8EEB81783160}"/>
                </a:ext>
              </a:extLst>
            </p:cNvPr>
            <p:cNvSpPr/>
            <p:nvPr/>
          </p:nvSpPr>
          <p:spPr>
            <a:xfrm>
              <a:off x="6236554" y="1375596"/>
              <a:ext cx="373657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🏛️ Authority A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47D41C8-DE65-A9B6-D1A2-A6458AFB6DA0}"/>
                </a:ext>
              </a:extLst>
            </p:cNvPr>
            <p:cNvSpPr/>
            <p:nvPr/>
          </p:nvSpPr>
          <p:spPr>
            <a:xfrm>
              <a:off x="6139542" y="1010603"/>
              <a:ext cx="3901006" cy="97257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198E1C9-62BC-5615-1E91-7A2C517D7AFC}"/>
              </a:ext>
            </a:extLst>
          </p:cNvPr>
          <p:cNvGrpSpPr/>
          <p:nvPr/>
        </p:nvGrpSpPr>
        <p:grpSpPr>
          <a:xfrm>
            <a:off x="6219465" y="921494"/>
            <a:ext cx="2390860" cy="972578"/>
            <a:chOff x="6139542" y="1010603"/>
            <a:chExt cx="3901006" cy="97257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6D907B1-BF26-6AF1-508A-0240A39A1172}"/>
                </a:ext>
              </a:extLst>
            </p:cNvPr>
            <p:cNvSpPr/>
            <p:nvPr/>
          </p:nvSpPr>
          <p:spPr>
            <a:xfrm>
              <a:off x="6236554" y="1375596"/>
              <a:ext cx="3736575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🏛️ Authority A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615A5A3-96F4-BE0A-3547-85718540583C}"/>
                </a:ext>
              </a:extLst>
            </p:cNvPr>
            <p:cNvSpPr/>
            <p:nvPr/>
          </p:nvSpPr>
          <p:spPr>
            <a:xfrm>
              <a:off x="6139542" y="1010603"/>
              <a:ext cx="3901006" cy="97257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CED0907-1584-8525-EABF-0A169819E5AF}"/>
              </a:ext>
            </a:extLst>
          </p:cNvPr>
          <p:cNvSpPr txBox="1"/>
          <p:nvPr/>
        </p:nvSpPr>
        <p:spPr>
          <a:xfrm>
            <a:off x="206409" y="6409189"/>
            <a:ext cx="755015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GRAPH</a:t>
            </a:r>
          </a:p>
        </p:txBody>
      </p:sp>
    </p:spTree>
    <p:extLst>
      <p:ext uri="{BB962C8B-B14F-4D97-AF65-F5344CB8AC3E}">
        <p14:creationId xmlns:p14="http://schemas.microsoft.com/office/powerpoint/2010/main" val="2878879174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47361</TotalTime>
  <Words>128</Words>
  <Application>Microsoft Macintosh PowerPoint</Application>
  <PresentationFormat>Widescreen</PresentationFormat>
  <Paragraphs>71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Amazon Ember Display</vt:lpstr>
      <vt:lpstr>Arial</vt:lpstr>
      <vt:lpstr>Amazon Ember</vt:lpstr>
      <vt:lpstr>Segoe UI</vt:lpstr>
      <vt:lpstr>Wingdings</vt:lpstr>
      <vt:lpstr>AWS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Jorge Fonseca</cp:lastModifiedBy>
  <cp:revision>157</cp:revision>
  <dcterms:created xsi:type="dcterms:W3CDTF">2022-10-07T16:14:37Z</dcterms:created>
  <dcterms:modified xsi:type="dcterms:W3CDTF">2025-10-14T23:39:23Z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2025-04-22T20:24:11Z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0273951c-fd53-413d-88cd-89e7cfbec521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