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835" r:id="rId2"/>
    <p:sldId id="1718" r:id="rId3"/>
  </p:sldIdLst>
  <p:sldSz cx="12192000" cy="6858000"/>
  <p:notesSz cx="6858000" cy="9144000"/>
  <p:embeddedFontLst>
    <p:embeddedFont>
      <p:font typeface="Amazon Ember" panose="020B0603020204020204" pitchFamily="34" charset="0"/>
      <p:regular r:id="rId6"/>
      <p:bold r:id="rId7"/>
      <p:italic r:id="rId8"/>
      <p:boldItalic r:id="rId9"/>
    </p:embeddedFont>
    <p:embeddedFont>
      <p:font typeface="Amazon Ember Display" panose="020F0603020204020204" pitchFamily="34" charset="0"/>
      <p:regular r:id="rId10"/>
      <p:bold r:id="rId11"/>
      <p:italic r:id="rId12"/>
      <p:boldItalic r:id="rId13"/>
    </p:embeddedFont>
    <p:embeddedFont>
      <p:font typeface="Segoe UI" panose="020B0502040204020203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📜 Domain Manifest" id="{F06F95BB-D49F-7447-97EC-5C05B9195A06}">
          <p14:sldIdLst>
            <p14:sldId id="1835"/>
            <p14:sldId id="171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62" autoAdjust="0"/>
    <p:restoredTop sz="96966" autoAdjust="0"/>
  </p:normalViewPr>
  <p:slideViewPr>
    <p:cSldViewPr snapToGrid="0">
      <p:cViewPr varScale="1">
        <p:scale>
          <a:sx n="128" d="100"/>
          <a:sy n="128" d="100"/>
        </p:scale>
        <p:origin x="46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handoutMaster" Target="handoutMasters/handout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1A40B-D402-B16C-6E97-2FAA55391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3C4B07-08D9-CDEA-0DFD-8D28D8FB13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5A4B22-EA21-4B7D-E702-B2A508FA0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FAB685C-67C6-0679-6608-FDFD6B4CCD21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7834C-8016-834C-2BF8-483ADDEB2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57DD765-6939-56B1-BD6B-0B77C8A0E7E9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10/15/25 12:38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4AEFE-10EC-1673-0C48-AD31380459F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863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9745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2DD51-350F-6313-E126-26614FD61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37E806-8663-67AD-2556-02ED185D401B}"/>
              </a:ext>
            </a:extLst>
          </p:cNvPr>
          <p:cNvSpPr txBox="1"/>
          <p:nvPr/>
        </p:nvSpPr>
        <p:spPr>
          <a:xfrm>
            <a:off x="1521508" y="1613118"/>
            <a:ext cx="9148983" cy="36317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📜 Domain Manifest</a:t>
            </a:r>
          </a:p>
        </p:txBody>
      </p:sp>
    </p:spTree>
    <p:extLst>
      <p:ext uri="{BB962C8B-B14F-4D97-AF65-F5344CB8AC3E}">
        <p14:creationId xmlns:p14="http://schemas.microsoft.com/office/powerpoint/2010/main" val="3244206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EB355-AFCB-DD93-9BE8-E922BBF51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ED9B0BA-E8A0-4115-699F-90F7CB8BCA40}"/>
              </a:ext>
            </a:extLst>
          </p:cNvPr>
          <p:cNvGrpSpPr/>
          <p:nvPr/>
        </p:nvGrpSpPr>
        <p:grpSpPr>
          <a:xfrm>
            <a:off x="3901088" y="1576231"/>
            <a:ext cx="3795697" cy="1788528"/>
            <a:chOff x="6164674" y="5020615"/>
            <a:chExt cx="3795697" cy="178852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CA82C4A-53C3-B2DC-CDF7-6FAC590DA405}"/>
                </a:ext>
              </a:extLst>
            </p:cNvPr>
            <p:cNvSpPr/>
            <p:nvPr/>
          </p:nvSpPr>
          <p:spPr>
            <a:xfrm>
              <a:off x="6164674" y="5020615"/>
              <a:ext cx="3795697" cy="1788528"/>
            </a:xfrm>
            <a:prstGeom prst="rect">
              <a:avLst/>
            </a:prstGeom>
            <a:solidFill>
              <a:schemeClr val="bg1">
                <a:lumMod val="50000"/>
                <a:lumOff val="50000"/>
                <a:alpha val="21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BA29A8B-63C8-C7C5-6D65-F9469013ECEE}"/>
                </a:ext>
              </a:extLst>
            </p:cNvPr>
            <p:cNvSpPr/>
            <p:nvPr/>
          </p:nvSpPr>
          <p:spPr>
            <a:xfrm>
              <a:off x="6258929" y="5490228"/>
              <a:ext cx="186820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📜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Manifest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A7A0643F-0D72-35A5-19D6-2531EC0DDAA5}"/>
              </a:ext>
            </a:extLst>
          </p:cNvPr>
          <p:cNvSpPr/>
          <p:nvPr/>
        </p:nvSpPr>
        <p:spPr>
          <a:xfrm>
            <a:off x="5957807" y="2045844"/>
            <a:ext cx="1648677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📨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Inbox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2ED3B1-BF99-DCB6-1AD3-C477F48EDA52}"/>
              </a:ext>
            </a:extLst>
          </p:cNvPr>
          <p:cNvSpPr/>
          <p:nvPr/>
        </p:nvSpPr>
        <p:spPr>
          <a:xfrm>
            <a:off x="3995343" y="2712276"/>
            <a:ext cx="3611141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>
              <a:defRPr/>
            </a:pP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Domain Core</a:t>
            </a:r>
          </a:p>
        </p:txBody>
      </p:sp>
      <p:cxnSp>
        <p:nvCxnSpPr>
          <p:cNvPr id="37" name="Straight Arrow Connector 12">
            <a:extLst>
              <a:ext uri="{FF2B5EF4-FFF2-40B4-BE49-F238E27FC236}">
                <a16:creationId xmlns:a16="http://schemas.microsoft.com/office/drawing/2014/main" id="{5E091AFA-9B04-37BB-CC99-A0221BC392D1}"/>
              </a:ext>
            </a:extLst>
          </p:cNvPr>
          <p:cNvCxnSpPr>
            <a:cxnSpLocks/>
            <a:stCxn id="7" idx="1"/>
            <a:endCxn id="9" idx="3"/>
          </p:cNvCxnSpPr>
          <p:nvPr/>
        </p:nvCxnSpPr>
        <p:spPr>
          <a:xfrm flipH="1">
            <a:off x="2459254" y="2326936"/>
            <a:ext cx="1536089" cy="4101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2C6E601A-7C8F-BA04-ED7F-054A907C873B}"/>
              </a:ext>
            </a:extLst>
          </p:cNvPr>
          <p:cNvSpPr/>
          <p:nvPr/>
        </p:nvSpPr>
        <p:spPr>
          <a:xfrm>
            <a:off x="8705554" y="1104922"/>
            <a:ext cx="1744730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Domain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5EE5924-8882-561F-1C70-D903FEED4BDD}"/>
              </a:ext>
            </a:extLst>
          </p:cNvPr>
          <p:cNvSpPr/>
          <p:nvPr/>
        </p:nvSpPr>
        <p:spPr>
          <a:xfrm>
            <a:off x="8611298" y="758309"/>
            <a:ext cx="3267191" cy="1014729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Other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domains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D992D09-85C6-0D24-137D-B29CE56D891E}"/>
              </a:ext>
            </a:extLst>
          </p:cNvPr>
          <p:cNvSpPr/>
          <p:nvPr/>
        </p:nvSpPr>
        <p:spPr>
          <a:xfrm>
            <a:off x="10597100" y="1104922"/>
            <a:ext cx="51503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46" name="Straight Arrow Connector 12">
            <a:extLst>
              <a:ext uri="{FF2B5EF4-FFF2-40B4-BE49-F238E27FC236}">
                <a16:creationId xmlns:a16="http://schemas.microsoft.com/office/drawing/2014/main" id="{CF4AD997-6814-B049-E903-C582E9F5F8E5}"/>
              </a:ext>
            </a:extLst>
          </p:cNvPr>
          <p:cNvCxnSpPr>
            <a:cxnSpLocks/>
            <a:stCxn id="42" idx="1"/>
            <a:endCxn id="14" idx="0"/>
          </p:cNvCxnSpPr>
          <p:nvPr/>
        </p:nvCxnSpPr>
        <p:spPr>
          <a:xfrm rot="10800000" flipV="1">
            <a:off x="6782146" y="1265674"/>
            <a:ext cx="1829152" cy="780170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12">
            <a:extLst>
              <a:ext uri="{FF2B5EF4-FFF2-40B4-BE49-F238E27FC236}">
                <a16:creationId xmlns:a16="http://schemas.microsoft.com/office/drawing/2014/main" id="{ACDA3E5E-BA7E-70C0-0F93-736C443BB065}"/>
              </a:ext>
            </a:extLst>
          </p:cNvPr>
          <p:cNvCxnSpPr>
            <a:cxnSpLocks/>
            <a:stCxn id="27" idx="3"/>
            <a:endCxn id="42" idx="2"/>
          </p:cNvCxnSpPr>
          <p:nvPr/>
        </p:nvCxnSpPr>
        <p:spPr>
          <a:xfrm flipV="1">
            <a:off x="7606484" y="1773038"/>
            <a:ext cx="2638410" cy="1220330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877B23B0-88F2-25CC-0708-F4E24A3B0CE8}"/>
              </a:ext>
            </a:extLst>
          </p:cNvPr>
          <p:cNvSpPr/>
          <p:nvPr/>
        </p:nvSpPr>
        <p:spPr>
          <a:xfrm>
            <a:off x="11259566" y="1099152"/>
            <a:ext cx="51503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B474C1-712F-3F1E-FE62-6B286C1FB3E8}"/>
              </a:ext>
            </a:extLst>
          </p:cNvPr>
          <p:cNvSpPr txBox="1"/>
          <p:nvPr/>
        </p:nvSpPr>
        <p:spPr>
          <a:xfrm>
            <a:off x="5745452" y="1589249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dirty="0"/>
              <a:t>   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0877179-3997-E00A-5AF1-E6AB3DEE7945}"/>
              </a:ext>
            </a:extLst>
          </p:cNvPr>
          <p:cNvGrpSpPr/>
          <p:nvPr/>
        </p:nvGrpSpPr>
        <p:grpSpPr>
          <a:xfrm>
            <a:off x="539932" y="549299"/>
            <a:ext cx="1919322" cy="1014729"/>
            <a:chOff x="712971" y="2543574"/>
            <a:chExt cx="1919322" cy="101472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C652432-C72B-3345-54B3-D73C0C49807F}"/>
                </a:ext>
              </a:extLst>
            </p:cNvPr>
            <p:cNvSpPr/>
            <p:nvPr/>
          </p:nvSpPr>
          <p:spPr>
            <a:xfrm>
              <a:off x="797539" y="2928855"/>
              <a:ext cx="1783707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🕸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Graph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12ADA5E-CC89-0D2C-78F5-FCD077D894F5}"/>
                </a:ext>
              </a:extLst>
            </p:cNvPr>
            <p:cNvSpPr/>
            <p:nvPr/>
          </p:nvSpPr>
          <p:spPr>
            <a:xfrm>
              <a:off x="712971" y="2543574"/>
              <a:ext cx="1919322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47" name="Straight Arrow Connector 12">
            <a:extLst>
              <a:ext uri="{FF2B5EF4-FFF2-40B4-BE49-F238E27FC236}">
                <a16:creationId xmlns:a16="http://schemas.microsoft.com/office/drawing/2014/main" id="{8BC37319-1568-3DF8-FB46-7A4C946416CB}"/>
              </a:ext>
            </a:extLst>
          </p:cNvPr>
          <p:cNvCxnSpPr>
            <a:cxnSpLocks/>
            <a:stCxn id="42" idx="0"/>
            <a:endCxn id="16" idx="0"/>
          </p:cNvCxnSpPr>
          <p:nvPr/>
        </p:nvCxnSpPr>
        <p:spPr>
          <a:xfrm rot="16200000" flipV="1">
            <a:off x="5767739" y="-3718847"/>
            <a:ext cx="209010" cy="8745301"/>
          </a:xfrm>
          <a:prstGeom prst="bentConnector3">
            <a:avLst>
              <a:gd name="adj1" fmla="val 209373"/>
            </a:avLst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B59EF9A2-BB15-92AA-4457-761FC56D299D}"/>
              </a:ext>
            </a:extLst>
          </p:cNvPr>
          <p:cNvSpPr txBox="1"/>
          <p:nvPr/>
        </p:nvSpPr>
        <p:spPr>
          <a:xfrm>
            <a:off x="2447539" y="1811608"/>
            <a:ext cx="2340179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⚡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changes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9007ED0C-AE6D-66E9-A084-4E8F88145BBB}"/>
              </a:ext>
            </a:extLst>
          </p:cNvPr>
          <p:cNvSpPr/>
          <p:nvPr/>
        </p:nvSpPr>
        <p:spPr>
          <a:xfrm>
            <a:off x="7791040" y="2532276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D4A0E21-3247-56E9-6E5E-62B2C09197CA}"/>
              </a:ext>
            </a:extLst>
          </p:cNvPr>
          <p:cNvSpPr txBox="1"/>
          <p:nvPr/>
        </p:nvSpPr>
        <p:spPr>
          <a:xfrm>
            <a:off x="8175372" y="2512221"/>
            <a:ext cx="2083331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✉️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request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41D54B0-0D5F-35B5-563D-657649A0BC45}"/>
              </a:ext>
            </a:extLst>
          </p:cNvPr>
          <p:cNvSpPr txBox="1"/>
          <p:nvPr/>
        </p:nvSpPr>
        <p:spPr>
          <a:xfrm>
            <a:off x="7129753" y="750974"/>
            <a:ext cx="2083331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✉️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response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E35B2ED1-1417-7CA4-1C41-3A49DCA60CCA}"/>
              </a:ext>
            </a:extLst>
          </p:cNvPr>
          <p:cNvSpPr/>
          <p:nvPr/>
        </p:nvSpPr>
        <p:spPr>
          <a:xfrm>
            <a:off x="10417100" y="305503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3227CED-1DF9-4AAC-25BC-BEC8EDE4AD10}"/>
              </a:ext>
            </a:extLst>
          </p:cNvPr>
          <p:cNvSpPr txBox="1"/>
          <p:nvPr/>
        </p:nvSpPr>
        <p:spPr>
          <a:xfrm>
            <a:off x="10777100" y="265393"/>
            <a:ext cx="1188477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📜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query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CAD94D4C-64D0-C505-1AEC-D4B94C6BA2AA}"/>
              </a:ext>
            </a:extLst>
          </p:cNvPr>
          <p:cNvSpPr/>
          <p:nvPr/>
        </p:nvSpPr>
        <p:spPr>
          <a:xfrm>
            <a:off x="6778639" y="804563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6622D7-3421-1503-68A0-86BA5A1E8D03}"/>
              </a:ext>
            </a:extLst>
          </p:cNvPr>
          <p:cNvSpPr txBox="1"/>
          <p:nvPr/>
        </p:nvSpPr>
        <p:spPr>
          <a:xfrm>
            <a:off x="206409" y="6287264"/>
            <a:ext cx="108523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MANIFEST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D498404-EBB0-35B3-D204-2CA3C3B48957}"/>
              </a:ext>
            </a:extLst>
          </p:cNvPr>
          <p:cNvGrpSpPr/>
          <p:nvPr/>
        </p:nvGrpSpPr>
        <p:grpSpPr>
          <a:xfrm>
            <a:off x="539932" y="1836660"/>
            <a:ext cx="1919322" cy="988753"/>
            <a:chOff x="6139541" y="1010602"/>
            <a:chExt cx="3444792" cy="98875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D482F30-55D9-9EC3-862F-77395BC5071F}"/>
                </a:ext>
              </a:extLst>
            </p:cNvPr>
            <p:cNvSpPr/>
            <p:nvPr/>
          </p:nvSpPr>
          <p:spPr>
            <a:xfrm>
              <a:off x="6139541" y="1010602"/>
              <a:ext cx="3444792" cy="9887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BB83312-32B6-7540-2C82-525D6144F67A}"/>
                </a:ext>
              </a:extLst>
            </p:cNvPr>
            <p:cNvSpPr/>
            <p:nvPr/>
          </p:nvSpPr>
          <p:spPr>
            <a:xfrm>
              <a:off x="6236556" y="1375596"/>
              <a:ext cx="325615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👂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Listener</a:t>
              </a:r>
            </a:p>
          </p:txBody>
        </p:sp>
      </p:grpSp>
      <p:cxnSp>
        <p:nvCxnSpPr>
          <p:cNvPr id="24" name="Straight Arrow Connector 12">
            <a:extLst>
              <a:ext uri="{FF2B5EF4-FFF2-40B4-BE49-F238E27FC236}">
                <a16:creationId xmlns:a16="http://schemas.microsoft.com/office/drawing/2014/main" id="{0C4627F5-E5A9-5E9D-516C-685353090716}"/>
              </a:ext>
            </a:extLst>
          </p:cNvPr>
          <p:cNvCxnSpPr>
            <a:cxnSpLocks/>
            <a:stCxn id="9" idx="1"/>
            <a:endCxn id="16" idx="1"/>
          </p:cNvCxnSpPr>
          <p:nvPr/>
        </p:nvCxnSpPr>
        <p:spPr>
          <a:xfrm rot="10800000">
            <a:off x="539932" y="1056665"/>
            <a:ext cx="12700" cy="1274373"/>
          </a:xfrm>
          <a:prstGeom prst="bentConnector3">
            <a:avLst>
              <a:gd name="adj1" fmla="val 1800000"/>
            </a:avLst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5794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47361</TotalTime>
  <Words>41</Words>
  <Application>Microsoft Macintosh PowerPoint</Application>
  <PresentationFormat>Widescreen</PresentationFormat>
  <Paragraphs>24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Amazon Ember Display</vt:lpstr>
      <vt:lpstr>Arial</vt:lpstr>
      <vt:lpstr>Amazon Ember</vt:lpstr>
      <vt:lpstr>Segoe UI</vt:lpstr>
      <vt:lpstr>Wingdings</vt:lpstr>
      <vt:lpstr>AWS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157</cp:revision>
  <dcterms:created xsi:type="dcterms:W3CDTF">2022-10-07T16:14:37Z</dcterms:created>
  <dcterms:modified xsi:type="dcterms:W3CDTF">2025-10-14T23:39:01Z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2025-04-22T20:24:11Z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0273951c-fd53-413d-88cd-89e7cfbec521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