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711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📨 Domain Comms" id="{99CFD94D-794F-7A4C-8500-8C4EA52CB0E6}">
          <p14:sldIdLst>
            <p14:sldId id="1711"/>
          </p14:sldIdLst>
        </p14:section>
        <p14:section name="Default Section" id="{3347790E-766C-144A-829B-7966F370A95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1256"/>
    <a:srgbClr val="945200"/>
    <a:srgbClr val="AB7942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7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F5B9-973A-A05A-3498-1C1939F9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B8276-58F7-FE00-D8D1-0E7C1E53F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ED89-0032-CBCF-02A2-F26023B0C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8202E20-3B6D-C99E-11FC-F047FA2EB5A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B423-A9E7-16CE-1027-6EE52AA70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60F86E-8F4A-63E6-C269-49DF274CD4F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8:30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734FD-E1A1-EA58-C498-51A30FDA41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0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904E-CECB-1AB7-1390-6EFF6489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43C5F2-8A99-8C6D-CB0D-274B44DCB6E7}"/>
              </a:ext>
            </a:extLst>
          </p:cNvPr>
          <p:cNvSpPr/>
          <p:nvPr/>
        </p:nvSpPr>
        <p:spPr>
          <a:xfrm>
            <a:off x="2183382" y="2657463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320212-F2DF-3A50-F033-C90E973BAE54}"/>
              </a:ext>
            </a:extLst>
          </p:cNvPr>
          <p:cNvSpPr/>
          <p:nvPr/>
        </p:nvSpPr>
        <p:spPr>
          <a:xfrm>
            <a:off x="8392729" y="2657463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C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5DD5A8FE-22E6-CDB6-2120-CF726FC505A4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rot="5400000" flipH="1" flipV="1">
            <a:off x="3764294" y="607588"/>
            <a:ext cx="1519925" cy="2579826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FAAEAAE-2B6D-5E2F-FBF3-0553D7080013}"/>
              </a:ext>
            </a:extLst>
          </p:cNvPr>
          <p:cNvSpPr txBox="1">
            <a:spLocks/>
          </p:cNvSpPr>
          <p:nvPr/>
        </p:nvSpPr>
        <p:spPr>
          <a:xfrm>
            <a:off x="1527448" y="1850448"/>
            <a:ext cx="238809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DKIM </a:t>
            </a:r>
            <a:b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    public key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27C5EF32-67C2-43AA-57F8-76BB4CB332E4}"/>
              </a:ext>
            </a:extLst>
          </p:cNvPr>
          <p:cNvCxnSpPr>
            <a:cxnSpLocks/>
            <a:stCxn id="7" idx="2"/>
            <a:endCxn id="35" idx="1"/>
          </p:cNvCxnSpPr>
          <p:nvPr/>
        </p:nvCxnSpPr>
        <p:spPr>
          <a:xfrm rot="16200000" flipH="1">
            <a:off x="3843843" y="2610146"/>
            <a:ext cx="895156" cy="21141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41D3E3A0-8739-12AD-E2CD-428E3E1B2A9B}"/>
              </a:ext>
            </a:extLst>
          </p:cNvPr>
          <p:cNvCxnSpPr>
            <a:cxnSpLocks/>
            <a:stCxn id="35" idx="3"/>
            <a:endCxn id="14" idx="2"/>
          </p:cNvCxnSpPr>
          <p:nvPr/>
        </p:nvCxnSpPr>
        <p:spPr>
          <a:xfrm flipV="1">
            <a:off x="7391400" y="3219646"/>
            <a:ext cx="2052290" cy="8951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AC20FB4B-6E37-5DA9-8EBB-FC416B2ADE1C}"/>
              </a:ext>
            </a:extLst>
          </p:cNvPr>
          <p:cNvCxnSpPr>
            <a:cxnSpLocks/>
            <a:stCxn id="10" idx="3"/>
            <a:endCxn id="14" idx="0"/>
          </p:cNvCxnSpPr>
          <p:nvPr/>
        </p:nvCxnSpPr>
        <p:spPr>
          <a:xfrm>
            <a:off x="7973049" y="1137538"/>
            <a:ext cx="1470641" cy="1519925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811FD070-2A4D-B513-09F8-C93A117CD384}"/>
              </a:ext>
            </a:extLst>
          </p:cNvPr>
          <p:cNvSpPr txBox="1">
            <a:spLocks/>
          </p:cNvSpPr>
          <p:nvPr/>
        </p:nvSpPr>
        <p:spPr>
          <a:xfrm>
            <a:off x="9529688" y="1601213"/>
            <a:ext cx="1929923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hash really signed by domain A?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BBA6CF5-D6D5-1E0D-7642-71D7D00E49F2}"/>
              </a:ext>
            </a:extLst>
          </p:cNvPr>
          <p:cNvSpPr/>
          <p:nvPr/>
        </p:nvSpPr>
        <p:spPr>
          <a:xfrm>
            <a:off x="3417812" y="215691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BFDC8-2A93-CA21-4842-DEDEB8086544}"/>
              </a:ext>
            </a:extLst>
          </p:cNvPr>
          <p:cNvSpPr/>
          <p:nvPr/>
        </p:nvSpPr>
        <p:spPr>
          <a:xfrm>
            <a:off x="2721493" y="423827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6168E4-1177-BC4B-687B-94D9F584E257}"/>
              </a:ext>
            </a:extLst>
          </p:cNvPr>
          <p:cNvSpPr/>
          <p:nvPr/>
        </p:nvSpPr>
        <p:spPr>
          <a:xfrm>
            <a:off x="8955368" y="215691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28392A-6572-047A-ECAF-5D5C31485723}"/>
              </a:ext>
            </a:extLst>
          </p:cNvPr>
          <p:cNvGrpSpPr/>
          <p:nvPr/>
        </p:nvGrpSpPr>
        <p:grpSpPr>
          <a:xfrm>
            <a:off x="5814169" y="630173"/>
            <a:ext cx="2158880" cy="1014729"/>
            <a:chOff x="712971" y="2543574"/>
            <a:chExt cx="2158880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01548E-0AAD-B976-26D7-1F3B9CDC9807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74BF44-CA1B-F95F-E9D0-231DEF3C726F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606BEB85-E4EB-DBA7-5EA1-E9464155CC65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736503" y="835899"/>
            <a:ext cx="1319404" cy="2323725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A1900DD7-21CF-8889-FFAF-8107DC5F360A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722407" y="1073707"/>
            <a:ext cx="1095693" cy="2071821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B99DEE1-51B6-DA67-E966-47227D1D1EDA}"/>
              </a:ext>
            </a:extLst>
          </p:cNvPr>
          <p:cNvSpPr txBox="1">
            <a:spLocks/>
          </p:cNvSpPr>
          <p:nvPr/>
        </p:nvSpPr>
        <p:spPr>
          <a:xfrm>
            <a:off x="3174177" y="688330"/>
            <a:ext cx="2388090" cy="4206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key rotations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363E8-C0C1-2F98-867D-314E3AA8B1B7}"/>
              </a:ext>
            </a:extLst>
          </p:cNvPr>
          <p:cNvSpPr txBox="1"/>
          <p:nvPr/>
        </p:nvSpPr>
        <p:spPr>
          <a:xfrm>
            <a:off x="3115307" y="4227816"/>
            <a:ext cx="252304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dirty="0"/>
              <a:t>📄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 signed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dirty="0"/>
              <a:t>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by domain A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with private key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EB826-BEE9-8FE1-1DD6-1112E2C0169D}"/>
              </a:ext>
            </a:extLst>
          </p:cNvPr>
          <p:cNvSpPr txBox="1"/>
          <p:nvPr/>
        </p:nvSpPr>
        <p:spPr>
          <a:xfrm>
            <a:off x="7973049" y="4238277"/>
            <a:ext cx="215069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dirty="0"/>
              <a:t>📄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 signed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dirty="0"/>
              <a:t>🔏</a:t>
            </a: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by domain A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32A7C9F-B772-EED5-E0FB-DB1FA6022D56}"/>
              </a:ext>
            </a:extLst>
          </p:cNvPr>
          <p:cNvSpPr/>
          <p:nvPr/>
        </p:nvSpPr>
        <p:spPr>
          <a:xfrm>
            <a:off x="7530555" y="423827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C419A0A-38F4-646C-2D63-3B62EBFE7D35}"/>
              </a:ext>
            </a:extLst>
          </p:cNvPr>
          <p:cNvGrpSpPr/>
          <p:nvPr/>
        </p:nvGrpSpPr>
        <p:grpSpPr>
          <a:xfrm>
            <a:off x="5348499" y="3488266"/>
            <a:ext cx="2042901" cy="1253072"/>
            <a:chOff x="5348499" y="3149596"/>
            <a:chExt cx="2042901" cy="1253072"/>
          </a:xfrm>
        </p:grpSpPr>
        <p:sp>
          <p:nvSpPr>
            <p:cNvPr id="26" name="Can 25">
              <a:extLst>
                <a:ext uri="{FF2B5EF4-FFF2-40B4-BE49-F238E27FC236}">
                  <a16:creationId xmlns:a16="http://schemas.microsoft.com/office/drawing/2014/main" id="{54B5F9C8-DD82-C432-9EBD-647060A7161C}"/>
                </a:ext>
              </a:extLst>
            </p:cNvPr>
            <p:cNvSpPr/>
            <p:nvPr/>
          </p:nvSpPr>
          <p:spPr>
            <a:xfrm>
              <a:off x="5544364" y="3651737"/>
              <a:ext cx="1662093" cy="597205"/>
            </a:xfrm>
            <a:prstGeom prst="can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i="1" dirty="0">
                  <a:solidFill>
                    <a:schemeClr val="bg2"/>
                  </a:solidFill>
                </a:rPr>
                <a:t>any storage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10A407C-599F-474F-0CE5-1D490A390C5E}"/>
                </a:ext>
              </a:extLst>
            </p:cNvPr>
            <p:cNvSpPr/>
            <p:nvPr/>
          </p:nvSpPr>
          <p:spPr>
            <a:xfrm>
              <a:off x="5348499" y="3149596"/>
              <a:ext cx="2042901" cy="125307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Domain B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169456A-7DAF-11E2-0B43-FF9622F0D471}"/>
              </a:ext>
            </a:extLst>
          </p:cNvPr>
          <p:cNvSpPr txBox="1"/>
          <p:nvPr/>
        </p:nvSpPr>
        <p:spPr>
          <a:xfrm>
            <a:off x="8057616" y="401072"/>
            <a:ext cx="2300887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public key of domain A at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49874-7738-3D40-8610-36BB6F093953}"/>
              </a:ext>
            </a:extLst>
          </p:cNvPr>
          <p:cNvSpPr txBox="1"/>
          <p:nvPr/>
        </p:nvSpPr>
        <p:spPr>
          <a:xfrm>
            <a:off x="206409" y="6409189"/>
            <a:ext cx="21945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DOMAIN SIGNATURE</a:t>
            </a:r>
          </a:p>
        </p:txBody>
      </p:sp>
    </p:spTree>
    <p:extLst>
      <p:ext uri="{BB962C8B-B14F-4D97-AF65-F5344CB8AC3E}">
        <p14:creationId xmlns:p14="http://schemas.microsoft.com/office/powerpoint/2010/main" val="200267162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50049</TotalTime>
  <Words>69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2025-10-15T19:30:31Z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2025-04-22T20:23:49Z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2279434c-2844-442c-aab4-b2cb19003bc0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