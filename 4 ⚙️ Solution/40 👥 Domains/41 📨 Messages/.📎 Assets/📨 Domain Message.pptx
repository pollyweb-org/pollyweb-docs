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690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690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B13E-3C68-1138-BBD9-9B7E66C7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37BC9-8FAF-59D9-4AA9-C66E1CD7C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385D-8951-8D2E-D666-EE1251B4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160FAF3-6B3F-6505-310F-5436117D7AF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4BF2-43A4-BFCD-0957-15D50B1E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A68EFE-32AD-74B1-6F74-ACE606CBE53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8:29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9A01D-71DE-3962-A612-17CF548B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3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F12A-5204-A32C-9F74-9ABA374B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1E93C2-26E4-577E-1041-47EF141B8E4A}"/>
              </a:ext>
            </a:extLst>
          </p:cNvPr>
          <p:cNvSpPr/>
          <p:nvPr/>
        </p:nvSpPr>
        <p:spPr>
          <a:xfrm>
            <a:off x="1836248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B74DE-1967-654B-76E0-411CDB3BF965}"/>
              </a:ext>
            </a:extLst>
          </p:cNvPr>
          <p:cNvSpPr/>
          <p:nvPr/>
        </p:nvSpPr>
        <p:spPr>
          <a:xfrm>
            <a:off x="8045595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280AE-AE57-9BA2-7AA9-BA6AF31E9F5E}"/>
              </a:ext>
            </a:extLst>
          </p:cNvPr>
          <p:cNvSpPr/>
          <p:nvPr/>
        </p:nvSpPr>
        <p:spPr>
          <a:xfrm>
            <a:off x="4093884" y="1936077"/>
            <a:ext cx="158281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DNS A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C0A136AA-549C-B803-7EA9-99ED2325ED9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rot="5400000" flipH="1" flipV="1">
            <a:off x="3075664" y="2028715"/>
            <a:ext cx="829765" cy="120667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5928354-B998-E393-61B6-0CEA4AF70A73}"/>
              </a:ext>
            </a:extLst>
          </p:cNvPr>
          <p:cNvSpPr txBox="1">
            <a:spLocks/>
          </p:cNvSpPr>
          <p:nvPr/>
        </p:nvSpPr>
        <p:spPr>
          <a:xfrm>
            <a:off x="1180314" y="2239919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36717DF1-8CFC-4BFA-F503-F08AD28FDBD8}"/>
              </a:ext>
            </a:extLst>
          </p:cNvPr>
          <p:cNvCxnSpPr>
            <a:cxnSpLocks/>
            <a:stCxn id="7" idx="2"/>
            <a:endCxn id="42" idx="1"/>
          </p:cNvCxnSpPr>
          <p:nvPr/>
        </p:nvCxnSpPr>
        <p:spPr>
          <a:xfrm rot="16200000" flipH="1">
            <a:off x="3422734" y="3073592"/>
            <a:ext cx="927030" cy="199808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6993B9-65A3-5AF4-BED1-AE1E2905726B}"/>
              </a:ext>
            </a:extLst>
          </p:cNvPr>
          <p:cNvSpPr txBox="1"/>
          <p:nvPr/>
        </p:nvSpPr>
        <p:spPr>
          <a:xfrm>
            <a:off x="4885289" y="4182204"/>
            <a:ext cx="252304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✉️🔏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message signed with private key</a:t>
            </a:r>
          </a:p>
        </p:txBody>
      </p: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E83E8E90-B42F-0084-5CC0-CC65E6CB0298}"/>
              </a:ext>
            </a:extLst>
          </p:cNvPr>
          <p:cNvCxnSpPr>
            <a:cxnSpLocks/>
            <a:stCxn id="42" idx="3"/>
            <a:endCxn id="14" idx="2"/>
          </p:cNvCxnSpPr>
          <p:nvPr/>
        </p:nvCxnSpPr>
        <p:spPr>
          <a:xfrm flipV="1">
            <a:off x="7408332" y="3609117"/>
            <a:ext cx="1688224" cy="9270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8CC18773-72D0-64CC-CAA1-54BE2B675D57}"/>
              </a:ext>
            </a:extLst>
          </p:cNvPr>
          <p:cNvCxnSpPr>
            <a:cxnSpLocks/>
            <a:stCxn id="14" idx="0"/>
            <a:endCxn id="18" idx="3"/>
          </p:cNvCxnSpPr>
          <p:nvPr/>
        </p:nvCxnSpPr>
        <p:spPr>
          <a:xfrm rot="16200000" flipV="1">
            <a:off x="6971744" y="922122"/>
            <a:ext cx="829765" cy="3419860"/>
          </a:xfrm>
          <a:prstGeom prst="bentConnector2">
            <a:avLst/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03F5200-1990-2D34-3634-3770A2F324E1}"/>
              </a:ext>
            </a:extLst>
          </p:cNvPr>
          <p:cNvSpPr txBox="1">
            <a:spLocks/>
          </p:cNvSpPr>
          <p:nvPr/>
        </p:nvSpPr>
        <p:spPr>
          <a:xfrm>
            <a:off x="9199911" y="2299030"/>
            <a:ext cx="140059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signed by sender?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4E0CE-AF21-EE56-7F2E-763E032E3231}"/>
              </a:ext>
            </a:extLst>
          </p:cNvPr>
          <p:cNvSpPr txBox="1">
            <a:spLocks/>
          </p:cNvSpPr>
          <p:nvPr/>
        </p:nvSpPr>
        <p:spPr>
          <a:xfrm>
            <a:off x="5891266" y="1716784"/>
            <a:ext cx="208050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is it DNSSEC?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EE8804-1B1B-27EC-2389-E917259EAE5C}"/>
              </a:ext>
            </a:extLst>
          </p:cNvPr>
          <p:cNvSpPr txBox="1"/>
          <p:nvPr/>
        </p:nvSpPr>
        <p:spPr>
          <a:xfrm>
            <a:off x="2992089" y="2631784"/>
            <a:ext cx="5639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1️⃣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2E88B7-02B8-D6B3-7F32-86720BE6FA35}"/>
              </a:ext>
            </a:extLst>
          </p:cNvPr>
          <p:cNvSpPr txBox="1"/>
          <p:nvPr/>
        </p:nvSpPr>
        <p:spPr>
          <a:xfrm>
            <a:off x="2992089" y="3782094"/>
            <a:ext cx="877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2️⃣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C100D6-A23D-625E-7034-088AF8301382}"/>
              </a:ext>
            </a:extLst>
          </p:cNvPr>
          <p:cNvSpPr txBox="1"/>
          <p:nvPr/>
        </p:nvSpPr>
        <p:spPr>
          <a:xfrm>
            <a:off x="8590311" y="2664301"/>
            <a:ext cx="825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3️⃣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E02EF77A-B898-8E57-28BB-C47B36BBE9E3}"/>
              </a:ext>
            </a:extLst>
          </p:cNvPr>
          <p:cNvSpPr txBox="1">
            <a:spLocks/>
          </p:cNvSpPr>
          <p:nvPr/>
        </p:nvSpPr>
        <p:spPr>
          <a:xfrm>
            <a:off x="9199911" y="3718688"/>
            <a:ext cx="238809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dirty="0"/>
              <a:t>📨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Inbox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1C5AF-7F70-F604-E9DE-FB409B3AB606}"/>
              </a:ext>
            </a:extLst>
          </p:cNvPr>
          <p:cNvSpPr txBox="1"/>
          <p:nvPr/>
        </p:nvSpPr>
        <p:spPr>
          <a:xfrm>
            <a:off x="206409" y="6409189"/>
            <a:ext cx="83356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COMMS</a:t>
            </a:r>
          </a:p>
        </p:txBody>
      </p:sp>
    </p:spTree>
    <p:extLst>
      <p:ext uri="{BB962C8B-B14F-4D97-AF65-F5344CB8AC3E}">
        <p14:creationId xmlns:p14="http://schemas.microsoft.com/office/powerpoint/2010/main" val="313803088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50049</TotalTime>
  <Words>39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2025-10-15T19:30:04Z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