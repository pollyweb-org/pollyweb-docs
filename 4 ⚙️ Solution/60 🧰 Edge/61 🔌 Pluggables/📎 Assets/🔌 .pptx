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36" r:id="rId2"/>
    <p:sldId id="1814" r:id="rId3"/>
    <p:sldId id="1819" r:id="rId4"/>
    <p:sldId id="1816" r:id="rId5"/>
    <p:sldId id="1703" r:id="rId6"/>
    <p:sldId id="1837" r:id="rId7"/>
    <p:sldId id="1838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🔌 Edge Pluggables" id="{3592FE59-F633-A048-98C2-F11C72DC8E07}">
          <p14:sldIdLst>
            <p14:sldId id="1836"/>
            <p14:sldId id="1814"/>
            <p14:sldId id="1819"/>
            <p14:sldId id="1816"/>
            <p14:sldId id="1703"/>
            <p14:sldId id="1837"/>
            <p14:sldId id="183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956" autoAdjust="0"/>
    <p:restoredTop sz="96966" autoAdjust="0"/>
  </p:normalViewPr>
  <p:slideViewPr>
    <p:cSldViewPr snapToGrid="0">
      <p:cViewPr varScale="1">
        <p:scale>
          <a:sx n="116" d="100"/>
          <a:sy n="116" d="100"/>
        </p:scale>
        <p:origin x="200" y="3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7A6A-1C9F-63A7-FC1A-C66FEB45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64C56-5016-715A-487A-97C47485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474F2-A43D-B98B-245B-D3EA53DAF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3EBE32B-EF2C-4585-A64C-04F50CCACD1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B451F-659D-8ED5-5B24-9C49949D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760B9F-ED18-A099-8704-366FC5D1256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9:21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08A39-8DF2-0F93-0801-0833947692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1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1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5F3B-04EA-EAFE-EEA5-2C8F773F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D749F-8381-9345-E40D-CB92FD08E637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🔌 Edge Pluggables</a:t>
            </a:r>
          </a:p>
        </p:txBody>
      </p:sp>
    </p:spTree>
    <p:extLst>
      <p:ext uri="{BB962C8B-B14F-4D97-AF65-F5344CB8AC3E}">
        <p14:creationId xmlns:p14="http://schemas.microsoft.com/office/powerpoint/2010/main" val="22001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03CF-082A-771E-3FED-B6833D2B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216">
            <a:extLst>
              <a:ext uri="{FF2B5EF4-FFF2-40B4-BE49-F238E27FC236}">
                <a16:creationId xmlns:a16="http://schemas.microsoft.com/office/drawing/2014/main" id="{BF4993CE-0A8B-B277-FE57-57249A31C6BD}"/>
              </a:ext>
            </a:extLst>
          </p:cNvPr>
          <p:cNvSpPr/>
          <p:nvPr/>
        </p:nvSpPr>
        <p:spPr>
          <a:xfrm>
            <a:off x="518242" y="336886"/>
            <a:ext cx="2437201" cy="4697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🏭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supplier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7001B6C-1B05-7B3A-3972-200560B12E69}"/>
              </a:ext>
            </a:extLst>
          </p:cNvPr>
          <p:cNvSpPr/>
          <p:nvPr/>
        </p:nvSpPr>
        <p:spPr>
          <a:xfrm>
            <a:off x="4755727" y="336884"/>
            <a:ext cx="2304179" cy="271432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🏭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supplier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8368CC5-4263-C26A-7D79-E01544522E81}"/>
              </a:ext>
            </a:extLst>
          </p:cNvPr>
          <p:cNvSpPr txBox="1"/>
          <p:nvPr/>
        </p:nvSpPr>
        <p:spPr>
          <a:xfrm>
            <a:off x="4951945" y="2284060"/>
            <a:ext cx="190855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anchor="ctr"/>
          <a:lstStyle>
            <a:defPPr>
              <a:defRPr lang="en-US"/>
            </a:defPPr>
            <a:lvl1pPr>
              <a:defRPr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/>
              <a:t>📡</a:t>
            </a:r>
            <a:r>
              <a:rPr lang="en-GB" baseline="0" dirty="0"/>
              <a:t> </a:t>
            </a:r>
            <a:r>
              <a:rPr lang="en-GB" sz="2400" baseline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A580EA0-7064-7A42-BF4F-FFE77546ADC7}"/>
              </a:ext>
            </a:extLst>
          </p:cNvPr>
          <p:cNvCxnSpPr>
            <a:cxnSpLocks/>
            <a:stCxn id="113" idx="1"/>
            <a:endCxn id="164" idx="3"/>
          </p:cNvCxnSpPr>
          <p:nvPr/>
        </p:nvCxnSpPr>
        <p:spPr>
          <a:xfrm rot="10800000" flipH="1">
            <a:off x="691275" y="1124275"/>
            <a:ext cx="10695503" cy="1432701"/>
          </a:xfrm>
          <a:prstGeom prst="bentConnector5">
            <a:avLst>
              <a:gd name="adj1" fmla="val -4297"/>
              <a:gd name="adj2" fmla="val -195143"/>
              <a:gd name="adj3" fmla="val 105287"/>
            </a:avLst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9836AB8-D213-2672-DC2A-C5EC1B0EB221}"/>
              </a:ext>
            </a:extLst>
          </p:cNvPr>
          <p:cNvSpPr/>
          <p:nvPr/>
        </p:nvSpPr>
        <p:spPr>
          <a:xfrm>
            <a:off x="705482" y="2897823"/>
            <a:ext cx="2198728" cy="1978528"/>
          </a:xfrm>
          <a:prstGeom prst="rect">
            <a:avLst/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t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scanner</a:t>
            </a:r>
          </a:p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🖐️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palmist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ephemeral 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🎬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relay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82F71CE-A9A8-F758-C333-9428B11DAC8E}"/>
              </a:ext>
            </a:extLst>
          </p:cNvPr>
          <p:cNvSpPr/>
          <p:nvPr/>
        </p:nvSpPr>
        <p:spPr>
          <a:xfrm>
            <a:off x="691276" y="2273762"/>
            <a:ext cx="2088710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EE0ED9-10A7-12DE-A6C7-6AA5C12F7964}"/>
              </a:ext>
            </a:extLst>
          </p:cNvPr>
          <p:cNvSpPr txBox="1"/>
          <p:nvPr/>
        </p:nvSpPr>
        <p:spPr>
          <a:xfrm>
            <a:off x="2353587" y="2292010"/>
            <a:ext cx="426399" cy="566426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014D2E9-3B3D-9714-076E-51CFF2ECE5B5}"/>
              </a:ext>
            </a:extLst>
          </p:cNvPr>
          <p:cNvSpPr txBox="1"/>
          <p:nvPr/>
        </p:nvSpPr>
        <p:spPr>
          <a:xfrm>
            <a:off x="5798972" y="2292010"/>
            <a:ext cx="426399" cy="56877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8780C63-F65B-A2B2-B30A-12EA03F7F96E}"/>
              </a:ext>
            </a:extLst>
          </p:cNvPr>
          <p:cNvSpPr/>
          <p:nvPr/>
        </p:nvSpPr>
        <p:spPr>
          <a:xfrm>
            <a:off x="4957469" y="851302"/>
            <a:ext cx="1908552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063D14E-90CE-3483-5DD4-38502AC92203}"/>
              </a:ext>
            </a:extLst>
          </p:cNvPr>
          <p:cNvSpPr/>
          <p:nvPr/>
        </p:nvSpPr>
        <p:spPr>
          <a:xfrm>
            <a:off x="9455328" y="843182"/>
            <a:ext cx="193145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77B6C5-BD94-BD0F-3FC8-7F6502E49586}"/>
              </a:ext>
            </a:extLst>
          </p:cNvPr>
          <p:cNvSpPr txBox="1"/>
          <p:nvPr/>
        </p:nvSpPr>
        <p:spPr>
          <a:xfrm>
            <a:off x="3172885" y="2126316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plugged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cxnSp>
        <p:nvCxnSpPr>
          <p:cNvPr id="169" name="Straight Arrow Connector 44">
            <a:extLst>
              <a:ext uri="{FF2B5EF4-FFF2-40B4-BE49-F238E27FC236}">
                <a16:creationId xmlns:a16="http://schemas.microsoft.com/office/drawing/2014/main" id="{8DAFF99D-771B-7F0E-BD11-FDA282642B4F}"/>
              </a:ext>
            </a:extLst>
          </p:cNvPr>
          <p:cNvCxnSpPr>
            <a:cxnSpLocks/>
            <a:stCxn id="137" idx="3"/>
            <a:endCxn id="141" idx="1"/>
          </p:cNvCxnSpPr>
          <p:nvPr/>
        </p:nvCxnSpPr>
        <p:spPr>
          <a:xfrm flipV="1">
            <a:off x="2779986" y="2567273"/>
            <a:ext cx="2171959" cy="7950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44">
            <a:extLst>
              <a:ext uri="{FF2B5EF4-FFF2-40B4-BE49-F238E27FC236}">
                <a16:creationId xmlns:a16="http://schemas.microsoft.com/office/drawing/2014/main" id="{D9FCEF01-124A-A190-0277-F2D007566750}"/>
              </a:ext>
            </a:extLst>
          </p:cNvPr>
          <p:cNvCxnSpPr>
            <a:cxnSpLocks/>
            <a:stCxn id="141" idx="0"/>
            <a:endCxn id="144" idx="2"/>
          </p:cNvCxnSpPr>
          <p:nvPr/>
        </p:nvCxnSpPr>
        <p:spPr>
          <a:xfrm flipV="1">
            <a:off x="5906222" y="1417728"/>
            <a:ext cx="5523" cy="866332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EF005A2B-B4BF-6620-2A13-6F8909C2C0F1}"/>
              </a:ext>
            </a:extLst>
          </p:cNvPr>
          <p:cNvSpPr txBox="1"/>
          <p:nvPr/>
        </p:nvSpPr>
        <p:spPr>
          <a:xfrm>
            <a:off x="5903577" y="1671832"/>
            <a:ext cx="107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web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91" name="Straight Arrow Connector 44">
            <a:extLst>
              <a:ext uri="{FF2B5EF4-FFF2-40B4-BE49-F238E27FC236}">
                <a16:creationId xmlns:a16="http://schemas.microsoft.com/office/drawing/2014/main" id="{A38495E3-DEC6-9CF7-2929-39008C48F7A1}"/>
              </a:ext>
            </a:extLst>
          </p:cNvPr>
          <p:cNvCxnSpPr>
            <a:cxnSpLocks/>
            <a:stCxn id="164" idx="1"/>
            <a:endCxn id="144" idx="3"/>
          </p:cNvCxnSpPr>
          <p:nvPr/>
        </p:nvCxnSpPr>
        <p:spPr>
          <a:xfrm flipH="1">
            <a:off x="6866021" y="1124274"/>
            <a:ext cx="2589307" cy="10241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81E39BF0-600C-D35F-1163-BFA84E684F78}"/>
              </a:ext>
            </a:extLst>
          </p:cNvPr>
          <p:cNvSpPr/>
          <p:nvPr/>
        </p:nvSpPr>
        <p:spPr>
          <a:xfrm>
            <a:off x="691276" y="859319"/>
            <a:ext cx="2088711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Brand</a:t>
            </a:r>
          </a:p>
        </p:txBody>
      </p:sp>
      <p:cxnSp>
        <p:nvCxnSpPr>
          <p:cNvPr id="231" name="Straight Arrow Connector 44">
            <a:extLst>
              <a:ext uri="{FF2B5EF4-FFF2-40B4-BE49-F238E27FC236}">
                <a16:creationId xmlns:a16="http://schemas.microsoft.com/office/drawing/2014/main" id="{2E917044-2FA9-6A48-915C-634A005724DC}"/>
              </a:ext>
            </a:extLst>
          </p:cNvPr>
          <p:cNvCxnSpPr>
            <a:cxnSpLocks/>
            <a:stCxn id="228" idx="2"/>
            <a:endCxn id="113" idx="0"/>
          </p:cNvCxnSpPr>
          <p:nvPr/>
        </p:nvCxnSpPr>
        <p:spPr>
          <a:xfrm flipH="1">
            <a:off x="1735631" y="1424571"/>
            <a:ext cx="1" cy="84919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271B3536-9855-D333-D4EF-203DEDF5441D}"/>
              </a:ext>
            </a:extLst>
          </p:cNvPr>
          <p:cNvSpPr txBox="1"/>
          <p:nvPr/>
        </p:nvSpPr>
        <p:spPr>
          <a:xfrm>
            <a:off x="1782912" y="1481647"/>
            <a:ext cx="918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AC68DB34-B6A8-D5E3-62DB-E3A6F2020EBD}"/>
              </a:ext>
            </a:extLst>
          </p:cNvPr>
          <p:cNvGrpSpPr/>
          <p:nvPr/>
        </p:nvGrpSpPr>
        <p:grpSpPr>
          <a:xfrm>
            <a:off x="9426964" y="2197379"/>
            <a:ext cx="1988691" cy="1383576"/>
            <a:chOff x="4959152" y="4727414"/>
            <a:chExt cx="1988691" cy="1383576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ADCFD867-7C44-F97C-937D-120B4C05381D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D06E6AAB-CAC8-41FF-69AD-EFCD075DBAF9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ED63FD0D-8DC1-8495-E5E1-FE14FB018671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611C074F-22A4-414A-38A7-9C0968D98E50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29E08B6E-9C96-7DD3-374D-45F1CE3F47B6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598BD18-DF65-6F7A-7BBE-8BCD9BCB4FF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B2E1ECB-A6F2-8E3F-2164-76D013485C26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0934BC59-7CA9-B291-82E8-F73D799408E3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cxnSp>
        <p:nvCxnSpPr>
          <p:cNvPr id="266" name="Straight Arrow Connector 44">
            <a:extLst>
              <a:ext uri="{FF2B5EF4-FFF2-40B4-BE49-F238E27FC236}">
                <a16:creationId xmlns:a16="http://schemas.microsoft.com/office/drawing/2014/main" id="{0C2D3AE4-6F0D-E05A-BE80-639051C2A916}"/>
              </a:ext>
            </a:extLst>
          </p:cNvPr>
          <p:cNvCxnSpPr>
            <a:cxnSpLocks/>
            <a:stCxn id="264" idx="1"/>
            <a:endCxn id="141" idx="3"/>
          </p:cNvCxnSpPr>
          <p:nvPr/>
        </p:nvCxnSpPr>
        <p:spPr>
          <a:xfrm flipH="1" flipV="1">
            <a:off x="6860498" y="2567273"/>
            <a:ext cx="2663480" cy="249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BB565719-A753-347A-A890-1668B597BF2C}"/>
              </a:ext>
            </a:extLst>
          </p:cNvPr>
          <p:cNvSpPr txBox="1"/>
          <p:nvPr/>
        </p:nvSpPr>
        <p:spPr>
          <a:xfrm>
            <a:off x="8893746" y="4893352"/>
            <a:ext cx="300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two-way communication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284" name="Straight Arrow Connector 44">
            <a:extLst>
              <a:ext uri="{FF2B5EF4-FFF2-40B4-BE49-F238E27FC236}">
                <a16:creationId xmlns:a16="http://schemas.microsoft.com/office/drawing/2014/main" id="{96457E4D-2F0F-D7EA-FFDE-CF18B5328081}"/>
              </a:ext>
            </a:extLst>
          </p:cNvPr>
          <p:cNvCxnSpPr>
            <a:cxnSpLocks/>
            <a:stCxn id="291" idx="2"/>
          </p:cNvCxnSpPr>
          <p:nvPr/>
        </p:nvCxnSpPr>
        <p:spPr>
          <a:xfrm rot="5400000">
            <a:off x="6173639" y="350582"/>
            <a:ext cx="444478" cy="6765407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8D1C366C-5E88-B8E8-E89E-0604F7AF881F}"/>
              </a:ext>
            </a:extLst>
          </p:cNvPr>
          <p:cNvSpPr txBox="1"/>
          <p:nvPr/>
        </p:nvSpPr>
        <p:spPr>
          <a:xfrm>
            <a:off x="9601563" y="2194231"/>
            <a:ext cx="354036" cy="131681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56B4C48-4343-0912-F784-6025408A27CE}"/>
              </a:ext>
            </a:extLst>
          </p:cNvPr>
          <p:cNvSpPr txBox="1"/>
          <p:nvPr/>
        </p:nvSpPr>
        <p:spPr>
          <a:xfrm>
            <a:off x="7120810" y="2121445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</a:t>
            </a:r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endParaRPr lang="en-GB" sz="32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3F5840E-C3DD-2674-FC21-C2A4FBBCE76C}"/>
              </a:ext>
            </a:extLst>
          </p:cNvPr>
          <p:cNvSpPr txBox="1"/>
          <p:nvPr/>
        </p:nvSpPr>
        <p:spPr>
          <a:xfrm>
            <a:off x="3150216" y="3486977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</a:t>
            </a:r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endParaRPr lang="en-GB" sz="32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1D7804AE-B8EB-185A-384B-6448CA8F2F99}"/>
              </a:ext>
            </a:extLst>
          </p:cNvPr>
          <p:cNvSpPr txBox="1"/>
          <p:nvPr/>
        </p:nvSpPr>
        <p:spPr>
          <a:xfrm>
            <a:off x="7899243" y="708271"/>
            <a:ext cx="107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web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AA6F5CAD-FEA6-63F2-A561-21CDD2BCC8A8}"/>
              </a:ext>
            </a:extLst>
          </p:cNvPr>
          <p:cNvSpPr txBox="1"/>
          <p:nvPr/>
        </p:nvSpPr>
        <p:spPr>
          <a:xfrm>
            <a:off x="3187212" y="3986437"/>
            <a:ext cx="3752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</a:t>
            </a:r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🧩</a:t>
            </a:r>
            <a:r>
              <a:rPr lang="en-US" sz="1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pluggable API schema code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659CBC13-6018-C53B-884E-3F7B64A39B8C}"/>
              </a:ext>
            </a:extLst>
          </p:cNvPr>
          <p:cNvSpPr txBox="1"/>
          <p:nvPr/>
        </p:nvSpPr>
        <p:spPr>
          <a:xfrm>
            <a:off x="7099190" y="2568892"/>
            <a:ext cx="1996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add pluggable</a:t>
            </a:r>
          </a:p>
        </p:txBody>
      </p:sp>
      <p:cxnSp>
        <p:nvCxnSpPr>
          <p:cNvPr id="316" name="Straight Arrow Connector 44">
            <a:extLst>
              <a:ext uri="{FF2B5EF4-FFF2-40B4-BE49-F238E27FC236}">
                <a16:creationId xmlns:a16="http://schemas.microsoft.com/office/drawing/2014/main" id="{AF6351DE-6539-B96D-0719-04DAE13AEC2C}"/>
              </a:ext>
            </a:extLst>
          </p:cNvPr>
          <p:cNvCxnSpPr>
            <a:cxnSpLocks/>
            <a:stCxn id="291" idx="0"/>
          </p:cNvCxnSpPr>
          <p:nvPr/>
        </p:nvCxnSpPr>
        <p:spPr>
          <a:xfrm flipV="1">
            <a:off x="9778581" y="1481647"/>
            <a:ext cx="1" cy="7125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B5CA4BAA-E5F5-3F10-1765-2386C1807363}"/>
              </a:ext>
            </a:extLst>
          </p:cNvPr>
          <p:cNvSpPr txBox="1"/>
          <p:nvPr/>
        </p:nvSpPr>
        <p:spPr>
          <a:xfrm>
            <a:off x="9809989" y="1671832"/>
            <a:ext cx="10672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admin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D2740E97-48BC-0C26-256B-29B5D67CD598}"/>
              </a:ext>
            </a:extLst>
          </p:cNvPr>
          <p:cNvGrpSpPr/>
          <p:nvPr/>
        </p:nvGrpSpPr>
        <p:grpSpPr>
          <a:xfrm>
            <a:off x="4949301" y="1640772"/>
            <a:ext cx="557618" cy="560061"/>
            <a:chOff x="4951946" y="3423309"/>
            <a:chExt cx="557618" cy="560061"/>
          </a:xfrm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4D38F2A1-A07C-40B7-BC7F-668F6C2221D7}"/>
                </a:ext>
              </a:extLst>
            </p:cNvPr>
            <p:cNvSpPr/>
            <p:nvPr/>
          </p:nvSpPr>
          <p:spPr>
            <a:xfrm>
              <a:off x="4951946" y="3423309"/>
              <a:ext cx="557618" cy="5600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/>
            <a:p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3FA9ABF-539F-CE39-916E-E56C74C63662}"/>
                </a:ext>
              </a:extLst>
            </p:cNvPr>
            <p:cNvSpPr txBox="1"/>
            <p:nvPr/>
          </p:nvSpPr>
          <p:spPr>
            <a:xfrm>
              <a:off x="5001539" y="3491756"/>
              <a:ext cx="4214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9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000" noProof="1"/>
                <a:t> </a:t>
              </a:r>
              <a:r>
                <a:rPr lang="en-GB" sz="2400" noProof="1"/>
                <a:t> </a:t>
              </a:r>
              <a:endParaRPr lang="en-GB" sz="2000" noProof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139A87-F126-7351-56ED-2CA1C7C17118}"/>
              </a:ext>
            </a:extLst>
          </p:cNvPr>
          <p:cNvSpPr txBox="1"/>
          <p:nvPr/>
        </p:nvSpPr>
        <p:spPr>
          <a:xfrm>
            <a:off x="218143" y="6278524"/>
            <a:ext cx="199253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PLUGGABLE</a:t>
            </a:r>
          </a:p>
        </p:txBody>
      </p:sp>
    </p:spTree>
    <p:extLst>
      <p:ext uri="{BB962C8B-B14F-4D97-AF65-F5344CB8AC3E}">
        <p14:creationId xmlns:p14="http://schemas.microsoft.com/office/powerpoint/2010/main" val="287018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23BC242E-68B3-A520-B939-3E1FDC6F727A}"/>
              </a:ext>
            </a:extLst>
          </p:cNvPr>
          <p:cNvSpPr/>
          <p:nvPr/>
        </p:nvSpPr>
        <p:spPr>
          <a:xfrm>
            <a:off x="510137" y="279130"/>
            <a:ext cx="2161706" cy="25025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B9754-CFE3-D103-65A3-9040FE1D1BE8}"/>
              </a:ext>
            </a:extLst>
          </p:cNvPr>
          <p:cNvSpPr/>
          <p:nvPr/>
        </p:nvSpPr>
        <p:spPr>
          <a:xfrm>
            <a:off x="4062930" y="1161286"/>
            <a:ext cx="4445419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E0072E-2A4B-7302-AB62-CE4E73535AA0}"/>
              </a:ext>
            </a:extLst>
          </p:cNvPr>
          <p:cNvSpPr/>
          <p:nvPr/>
        </p:nvSpPr>
        <p:spPr>
          <a:xfrm>
            <a:off x="608038" y="383248"/>
            <a:ext cx="1984040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Brand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6518315-7C80-6552-F50A-F658F81B8140}"/>
              </a:ext>
            </a:extLst>
          </p:cNvPr>
          <p:cNvGrpSpPr/>
          <p:nvPr/>
        </p:nvGrpSpPr>
        <p:grpSpPr>
          <a:xfrm>
            <a:off x="5157213" y="2479212"/>
            <a:ext cx="2266896" cy="2261936"/>
            <a:chOff x="4483455" y="2469589"/>
            <a:chExt cx="2266896" cy="2261936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A257192-1585-150C-6170-C0BFF34302E7}"/>
                </a:ext>
              </a:extLst>
            </p:cNvPr>
            <p:cNvSpPr/>
            <p:nvPr/>
          </p:nvSpPr>
          <p:spPr>
            <a:xfrm>
              <a:off x="4483455" y="2469589"/>
              <a:ext cx="2266896" cy="226193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326BEC2-CD07-1238-A814-A73D61FEA861}"/>
                </a:ext>
              </a:extLst>
            </p:cNvPr>
            <p:cNvSpPr txBox="1"/>
            <p:nvPr/>
          </p:nvSpPr>
          <p:spPr>
            <a:xfrm>
              <a:off x="4582529" y="3310444"/>
              <a:ext cx="2065292" cy="5664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>
              <a:defPPr>
                <a:defRPr lang="en-US"/>
              </a:defPPr>
              <a:lvl1pPr>
                <a:defRPr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📡</a:t>
              </a:r>
              <a:r>
                <a:rPr lang="en-GB" baseline="0" dirty="0"/>
                <a:t> </a:t>
              </a:r>
              <a:r>
                <a:rPr lang="en-GB" sz="2400" baseline="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Antenna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EF3630F-F003-8C86-FF85-64C28389407D}"/>
                </a:ext>
              </a:extLst>
            </p:cNvPr>
            <p:cNvGrpSpPr/>
            <p:nvPr/>
          </p:nvGrpSpPr>
          <p:grpSpPr>
            <a:xfrm>
              <a:off x="4587136" y="2575800"/>
              <a:ext cx="2060685" cy="560061"/>
              <a:chOff x="4951945" y="3423309"/>
              <a:chExt cx="2060685" cy="56006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F6102F-2D3F-8A49-3AB3-FDEA81B255CB}"/>
                  </a:ext>
                </a:extLst>
              </p:cNvPr>
              <p:cNvSpPr/>
              <p:nvPr/>
            </p:nvSpPr>
            <p:spPr>
              <a:xfrm>
                <a:off x="4951945" y="3423309"/>
                <a:ext cx="2060685" cy="5600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/>
              <a:p>
                <a:endParaRPr lang="en-US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6CCB614-25CE-FC81-B440-A1A95897C5F3}"/>
                  </a:ext>
                </a:extLst>
              </p:cNvPr>
              <p:cNvSpPr txBox="1"/>
              <p:nvPr/>
            </p:nvSpPr>
            <p:spPr>
              <a:xfrm>
                <a:off x="5001539" y="3491756"/>
                <a:ext cx="15604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200" baseline="-9000" noProof="1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🛜</a:t>
                </a:r>
                <a:r>
                  <a:rPr lang="en-GB" sz="2000" noProof="1"/>
                  <a:t> </a:t>
                </a:r>
                <a:r>
                  <a:rPr lang="en-GB" sz="2400" noProof="1"/>
                  <a:t>Wi-Fier</a:t>
                </a:r>
                <a:endParaRPr lang="en-GB" sz="2000" noProof="1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C04BF04-B0AB-4D87-F6C2-896B4DA89BD0}"/>
                </a:ext>
              </a:extLst>
            </p:cNvPr>
            <p:cNvSpPr/>
            <p:nvPr/>
          </p:nvSpPr>
          <p:spPr>
            <a:xfrm>
              <a:off x="4582529" y="4058888"/>
              <a:ext cx="2065292" cy="5664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🔌 </a:t>
              </a:r>
              <a:r>
                <a:rPr lang="en-GB" sz="24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Pluggable</a:t>
              </a:r>
            </a:p>
          </p:txBody>
        </p:sp>
      </p:grpSp>
      <p:cxnSp>
        <p:nvCxnSpPr>
          <p:cNvPr id="55" name="Straight Arrow Connector 44">
            <a:extLst>
              <a:ext uri="{FF2B5EF4-FFF2-40B4-BE49-F238E27FC236}">
                <a16:creationId xmlns:a16="http://schemas.microsoft.com/office/drawing/2014/main" id="{5AC2F4C2-9E50-E4BD-D5D2-3A76FE4570D3}"/>
              </a:ext>
            </a:extLst>
          </p:cNvPr>
          <p:cNvCxnSpPr>
            <a:cxnSpLocks/>
          </p:cNvCxnSpPr>
          <p:nvPr/>
        </p:nvCxnSpPr>
        <p:spPr>
          <a:xfrm>
            <a:off x="5717749" y="1727712"/>
            <a:ext cx="5021" cy="751500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87DC56E-1D91-37AD-963E-9C3E548E3F96}"/>
              </a:ext>
            </a:extLst>
          </p:cNvPr>
          <p:cNvSpPr txBox="1"/>
          <p:nvPr/>
        </p:nvSpPr>
        <p:spPr>
          <a:xfrm>
            <a:off x="5788560" y="1755979"/>
            <a:ext cx="16928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bidirectional channel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21361D-EE7D-C590-3558-DB1EAAAED3CC}"/>
              </a:ext>
            </a:extLst>
          </p:cNvPr>
          <p:cNvSpPr/>
          <p:nvPr/>
        </p:nvSpPr>
        <p:spPr>
          <a:xfrm>
            <a:off x="608039" y="1065916"/>
            <a:ext cx="1984040" cy="76095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Locator</a:t>
            </a:r>
          </a:p>
          <a:p>
            <a:pPr>
              <a:defRPr/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schema code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E8BD4D-0B1D-F12F-2B74-44DEF93C98AF}"/>
              </a:ext>
            </a:extLst>
          </p:cNvPr>
          <p:cNvSpPr/>
          <p:nvPr/>
        </p:nvSpPr>
        <p:spPr>
          <a:xfrm>
            <a:off x="608038" y="1920960"/>
            <a:ext cx="1984251" cy="76095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 code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API definition</a:t>
            </a:r>
          </a:p>
        </p:txBody>
      </p:sp>
      <p:cxnSp>
        <p:nvCxnSpPr>
          <p:cNvPr id="78" name="Straight Arrow Connector 44">
            <a:extLst>
              <a:ext uri="{FF2B5EF4-FFF2-40B4-BE49-F238E27FC236}">
                <a16:creationId xmlns:a16="http://schemas.microsoft.com/office/drawing/2014/main" id="{978F4015-BB95-1608-072C-5363416AD83B}"/>
              </a:ext>
            </a:extLst>
          </p:cNvPr>
          <p:cNvCxnSpPr>
            <a:cxnSpLocks/>
            <a:stCxn id="63" idx="1"/>
            <a:endCxn id="81" idx="1"/>
          </p:cNvCxnSpPr>
          <p:nvPr/>
        </p:nvCxnSpPr>
        <p:spPr>
          <a:xfrm rot="10800000" flipH="1" flipV="1">
            <a:off x="608038" y="1446396"/>
            <a:ext cx="13277" cy="712758"/>
          </a:xfrm>
          <a:prstGeom prst="bentConnector3">
            <a:avLst>
              <a:gd name="adj1" fmla="val -172177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FD0E11E0-F6F5-B70C-946F-9A7443487E22}"/>
              </a:ext>
            </a:extLst>
          </p:cNvPr>
          <p:cNvSpPr txBox="1"/>
          <p:nvPr/>
        </p:nvSpPr>
        <p:spPr>
          <a:xfrm>
            <a:off x="621316" y="197448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98" name="Straight Arrow Connector 44">
            <a:extLst>
              <a:ext uri="{FF2B5EF4-FFF2-40B4-BE49-F238E27FC236}">
                <a16:creationId xmlns:a16="http://schemas.microsoft.com/office/drawing/2014/main" id="{97AAF784-5FE8-53B1-0B05-BD86C0906C31}"/>
              </a:ext>
            </a:extLst>
          </p:cNvPr>
          <p:cNvCxnSpPr>
            <a:cxnSpLocks/>
            <a:stCxn id="120" idx="2"/>
            <a:endCxn id="66" idx="3"/>
          </p:cNvCxnSpPr>
          <p:nvPr/>
        </p:nvCxnSpPr>
        <p:spPr>
          <a:xfrm rot="5400000">
            <a:off x="3180337" y="1139661"/>
            <a:ext cx="573731" cy="1749826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CF6DC2C-08C8-9E2D-CA13-D52CD27B4F80}"/>
              </a:ext>
            </a:extLst>
          </p:cNvPr>
          <p:cNvSpPr txBox="1"/>
          <p:nvPr/>
        </p:nvSpPr>
        <p:spPr>
          <a:xfrm>
            <a:off x="3061075" y="2322265"/>
            <a:ext cx="1357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</a:t>
            </a:r>
          </a:p>
        </p:txBody>
      </p: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C77519B8-38A0-2CC5-3A85-32BB0508E2C5}"/>
              </a:ext>
            </a:extLst>
          </p:cNvPr>
          <p:cNvCxnSpPr>
            <a:cxnSpLocks/>
            <a:stCxn id="12" idx="1"/>
            <a:endCxn id="63" idx="3"/>
          </p:cNvCxnSpPr>
          <p:nvPr/>
        </p:nvCxnSpPr>
        <p:spPr>
          <a:xfrm flipH="1">
            <a:off x="2592079" y="1444499"/>
            <a:ext cx="1470851" cy="189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7E543E3-4A92-9C22-2B1D-7B13F0A6BAEA}"/>
              </a:ext>
            </a:extLst>
          </p:cNvPr>
          <p:cNvSpPr txBox="1"/>
          <p:nvPr/>
        </p:nvSpPr>
        <p:spPr>
          <a:xfrm>
            <a:off x="2858694" y="1024674"/>
            <a:ext cx="1171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54637D7-6D59-6444-EA62-274D160AB4EE}"/>
              </a:ext>
            </a:extLst>
          </p:cNvPr>
          <p:cNvSpPr txBox="1"/>
          <p:nvPr/>
        </p:nvSpPr>
        <p:spPr>
          <a:xfrm>
            <a:off x="4084143" y="1162566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36210B-BAEF-2DF0-B724-57F9CB8FEB6D}"/>
              </a:ext>
            </a:extLst>
          </p:cNvPr>
          <p:cNvSpPr txBox="1"/>
          <p:nvPr/>
        </p:nvSpPr>
        <p:spPr>
          <a:xfrm>
            <a:off x="5507632" y="1166276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71E18-92A3-5FFC-71A0-3A14A23AED81}"/>
              </a:ext>
            </a:extLst>
          </p:cNvPr>
          <p:cNvSpPr/>
          <p:nvPr/>
        </p:nvSpPr>
        <p:spPr>
          <a:xfrm>
            <a:off x="9987766" y="1169237"/>
            <a:ext cx="1764232" cy="55673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D75CD3D-F4D9-255B-E0E4-2257DFA093BE}"/>
              </a:ext>
            </a:extLst>
          </p:cNvPr>
          <p:cNvSpPr txBox="1"/>
          <p:nvPr/>
        </p:nvSpPr>
        <p:spPr>
          <a:xfrm>
            <a:off x="8003662" y="1160825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B15FE06C-718F-234B-2413-086BCB66B9AC}"/>
              </a:ext>
            </a:extLst>
          </p:cNvPr>
          <p:cNvCxnSpPr>
            <a:cxnSpLocks/>
            <a:stCxn id="13" idx="0"/>
            <a:endCxn id="142" idx="0"/>
          </p:cNvCxnSpPr>
          <p:nvPr/>
        </p:nvCxnSpPr>
        <p:spPr>
          <a:xfrm rot="16200000" flipV="1">
            <a:off x="9561552" y="-139093"/>
            <a:ext cx="8412" cy="2608248"/>
          </a:xfrm>
          <a:prstGeom prst="bentConnector3">
            <a:avLst>
              <a:gd name="adj1" fmla="val 5353923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2A3DF47A-D9D4-BE43-7B05-D2439A3BD7F7}"/>
              </a:ext>
            </a:extLst>
          </p:cNvPr>
          <p:cNvSpPr txBox="1"/>
          <p:nvPr/>
        </p:nvSpPr>
        <p:spPr>
          <a:xfrm>
            <a:off x="9714988" y="519868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9070E41-E952-A55D-0020-BCBE5E0209A6}"/>
              </a:ext>
            </a:extLst>
          </p:cNvPr>
          <p:cNvSpPr txBox="1"/>
          <p:nvPr/>
        </p:nvSpPr>
        <p:spPr>
          <a:xfrm>
            <a:off x="9456108" y="297942"/>
            <a:ext cx="1514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commands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C0A3A53-0ED6-6B32-04B6-99A7C29E6FF9}"/>
              </a:ext>
            </a:extLst>
          </p:cNvPr>
          <p:cNvSpPr txBox="1"/>
          <p:nvPr/>
        </p:nvSpPr>
        <p:spPr>
          <a:xfrm>
            <a:off x="9715199" y="979911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56" name="Straight Arrow Connector 44">
            <a:extLst>
              <a:ext uri="{FF2B5EF4-FFF2-40B4-BE49-F238E27FC236}">
                <a16:creationId xmlns:a16="http://schemas.microsoft.com/office/drawing/2014/main" id="{647496DA-AA1E-6663-D9B4-9E449DB68FAC}"/>
              </a:ext>
            </a:extLst>
          </p:cNvPr>
          <p:cNvCxnSpPr>
            <a:cxnSpLocks/>
            <a:stCxn id="142" idx="2"/>
            <a:endCxn id="211" idx="2"/>
          </p:cNvCxnSpPr>
          <p:nvPr/>
        </p:nvCxnSpPr>
        <p:spPr>
          <a:xfrm rot="5400000" flipH="1" flipV="1">
            <a:off x="9564083" y="420170"/>
            <a:ext cx="3349" cy="2608248"/>
          </a:xfrm>
          <a:prstGeom prst="bentConnector3">
            <a:avLst>
              <a:gd name="adj1" fmla="val -1497915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54DDD8B-5795-CBC2-7138-F2EC9B95CB7D}"/>
              </a:ext>
            </a:extLst>
          </p:cNvPr>
          <p:cNvSpPr txBox="1"/>
          <p:nvPr/>
        </p:nvSpPr>
        <p:spPr>
          <a:xfrm>
            <a:off x="8150892" y="2245990"/>
            <a:ext cx="13961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events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⚠️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4" name="Straight Arrow Connector 44">
            <a:extLst>
              <a:ext uri="{FF2B5EF4-FFF2-40B4-BE49-F238E27FC236}">
                <a16:creationId xmlns:a16="http://schemas.microsoft.com/office/drawing/2014/main" id="{3E0AB125-8604-8238-D32C-91C09B664294}"/>
              </a:ext>
            </a:extLst>
          </p:cNvPr>
          <p:cNvCxnSpPr>
            <a:cxnSpLocks/>
            <a:stCxn id="43" idx="1"/>
            <a:endCxn id="47" idx="1"/>
          </p:cNvCxnSpPr>
          <p:nvPr/>
        </p:nvCxnSpPr>
        <p:spPr>
          <a:xfrm rot="10800000" flipV="1">
            <a:off x="5256287" y="3603280"/>
            <a:ext cx="12700" cy="74844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B51C7242-E20A-C497-3B3A-5B6BDF013B0E}"/>
              </a:ext>
            </a:extLst>
          </p:cNvPr>
          <p:cNvSpPr txBox="1"/>
          <p:nvPr/>
        </p:nvSpPr>
        <p:spPr>
          <a:xfrm>
            <a:off x="3104621" y="3610180"/>
            <a:ext cx="18753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execute API commands</a:t>
            </a:r>
          </a:p>
        </p:txBody>
      </p:sp>
      <p:cxnSp>
        <p:nvCxnSpPr>
          <p:cNvPr id="178" name="Straight Arrow Connector 44">
            <a:extLst>
              <a:ext uri="{FF2B5EF4-FFF2-40B4-BE49-F238E27FC236}">
                <a16:creationId xmlns:a16="http://schemas.microsoft.com/office/drawing/2014/main" id="{98041E76-9A58-846C-2A6A-6265E1ADD8AF}"/>
              </a:ext>
            </a:extLst>
          </p:cNvPr>
          <p:cNvCxnSpPr>
            <a:cxnSpLocks/>
            <a:stCxn id="47" idx="3"/>
            <a:endCxn id="43" idx="3"/>
          </p:cNvCxnSpPr>
          <p:nvPr/>
        </p:nvCxnSpPr>
        <p:spPr>
          <a:xfrm flipV="1">
            <a:off x="7321579" y="3603280"/>
            <a:ext cx="12700" cy="74844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D4759275-1326-4272-659B-064614032F2D}"/>
              </a:ext>
            </a:extLst>
          </p:cNvPr>
          <p:cNvSpPr txBox="1"/>
          <p:nvPr/>
        </p:nvSpPr>
        <p:spPr>
          <a:xfrm>
            <a:off x="7601334" y="3610180"/>
            <a:ext cx="16677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listen to API events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⚠️</a:t>
            </a:r>
          </a:p>
        </p:txBody>
      </p:sp>
      <p:sp>
        <p:nvSpPr>
          <p:cNvPr id="189" name="Can 188">
            <a:extLst>
              <a:ext uri="{FF2B5EF4-FFF2-40B4-BE49-F238E27FC236}">
                <a16:creationId xmlns:a16="http://schemas.microsoft.com/office/drawing/2014/main" id="{34891022-4D89-528B-2C4E-1536E81EDCD6}"/>
              </a:ext>
            </a:extLst>
          </p:cNvPr>
          <p:cNvSpPr/>
          <p:nvPr/>
        </p:nvSpPr>
        <p:spPr>
          <a:xfrm>
            <a:off x="6541978" y="475918"/>
            <a:ext cx="700881" cy="529881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0" name="Straight Arrow Connector 44">
            <a:extLst>
              <a:ext uri="{FF2B5EF4-FFF2-40B4-BE49-F238E27FC236}">
                <a16:creationId xmlns:a16="http://schemas.microsoft.com/office/drawing/2014/main" id="{87F57687-D438-F447-CF01-85FAB9AA1366}"/>
              </a:ext>
            </a:extLst>
          </p:cNvPr>
          <p:cNvCxnSpPr>
            <a:cxnSpLocks/>
            <a:stCxn id="189" idx="2"/>
            <a:endCxn id="127" idx="0"/>
          </p:cNvCxnSpPr>
          <p:nvPr/>
        </p:nvCxnSpPr>
        <p:spPr>
          <a:xfrm rot="10800000" flipV="1">
            <a:off x="5720832" y="740858"/>
            <a:ext cx="821146" cy="425417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B79B7F1C-5540-7D41-0683-782A6CCA7756}"/>
              </a:ext>
            </a:extLst>
          </p:cNvPr>
          <p:cNvSpPr txBox="1"/>
          <p:nvPr/>
        </p:nvSpPr>
        <p:spPr>
          <a:xfrm>
            <a:off x="7413126" y="1150664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97" name="Straight Arrow Connector 44">
            <a:extLst>
              <a:ext uri="{FF2B5EF4-FFF2-40B4-BE49-F238E27FC236}">
                <a16:creationId xmlns:a16="http://schemas.microsoft.com/office/drawing/2014/main" id="{854B1074-F484-E15B-BBA9-F814CE6091B0}"/>
              </a:ext>
            </a:extLst>
          </p:cNvPr>
          <p:cNvCxnSpPr>
            <a:cxnSpLocks/>
            <a:stCxn id="196" idx="0"/>
            <a:endCxn id="189" idx="4"/>
          </p:cNvCxnSpPr>
          <p:nvPr/>
        </p:nvCxnSpPr>
        <p:spPr>
          <a:xfrm rot="16200000" flipV="1">
            <a:off x="7252077" y="731642"/>
            <a:ext cx="409805" cy="428239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C0BFF627-C77E-369D-502B-50111B462FC2}"/>
              </a:ext>
            </a:extLst>
          </p:cNvPr>
          <p:cNvSpPr txBox="1"/>
          <p:nvPr/>
        </p:nvSpPr>
        <p:spPr>
          <a:xfrm>
            <a:off x="5095204" y="334075"/>
            <a:ext cx="1514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API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9DA9369-BC4B-3F8C-5FCB-DEDC9ED09B46}"/>
              </a:ext>
            </a:extLst>
          </p:cNvPr>
          <p:cNvSpPr txBox="1"/>
          <p:nvPr/>
        </p:nvSpPr>
        <p:spPr>
          <a:xfrm>
            <a:off x="10611910" y="1157476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C26B8-B740-9D18-1E28-3B4F33269C89}"/>
              </a:ext>
            </a:extLst>
          </p:cNvPr>
          <p:cNvSpPr txBox="1"/>
          <p:nvPr/>
        </p:nvSpPr>
        <p:spPr>
          <a:xfrm>
            <a:off x="218143" y="6278524"/>
            <a:ext cx="146193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RELAYER</a:t>
            </a:r>
          </a:p>
        </p:txBody>
      </p:sp>
    </p:spTree>
    <p:extLst>
      <p:ext uri="{BB962C8B-B14F-4D97-AF65-F5344CB8AC3E}">
        <p14:creationId xmlns:p14="http://schemas.microsoft.com/office/powerpoint/2010/main" val="330628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B208-F8B0-DD2A-0C60-9CA9C747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212">
            <a:extLst>
              <a:ext uri="{FF2B5EF4-FFF2-40B4-BE49-F238E27FC236}">
                <a16:creationId xmlns:a16="http://schemas.microsoft.com/office/drawing/2014/main" id="{F22ADEE4-98F6-7F85-3232-D4E1C21CBAB3}"/>
              </a:ext>
            </a:extLst>
          </p:cNvPr>
          <p:cNvSpPr/>
          <p:nvPr/>
        </p:nvSpPr>
        <p:spPr>
          <a:xfrm>
            <a:off x="5573025" y="347431"/>
            <a:ext cx="2367815" cy="323380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17D44-AF69-E368-3E25-B2228DD1691E}"/>
              </a:ext>
            </a:extLst>
          </p:cNvPr>
          <p:cNvSpPr txBox="1"/>
          <p:nvPr/>
        </p:nvSpPr>
        <p:spPr>
          <a:xfrm>
            <a:off x="5722026" y="1655161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anchor="ctr"/>
          <a:lstStyle>
            <a:defPPr>
              <a:defRPr lang="en-US"/>
            </a:defPPr>
            <a:lvl1pPr>
              <a:defRPr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/>
              <a:t>📡</a:t>
            </a:r>
            <a:r>
              <a:rPr lang="en-GB" baseline="0" dirty="0"/>
              <a:t> </a:t>
            </a:r>
            <a:r>
              <a:rPr lang="en-GB" sz="2400" baseline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AB9F3D3-83B1-848A-203A-303C6599DBE1}"/>
              </a:ext>
            </a:extLst>
          </p:cNvPr>
          <p:cNvGrpSpPr/>
          <p:nvPr/>
        </p:nvGrpSpPr>
        <p:grpSpPr>
          <a:xfrm>
            <a:off x="543993" y="1278445"/>
            <a:ext cx="1988691" cy="1383576"/>
            <a:chOff x="4959152" y="4727414"/>
            <a:chExt cx="1988691" cy="1383576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14468B98-FC04-44D9-1DB6-910AC750E08C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1572A610-8687-805C-D4E7-A9AC3B1A94A3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032514FA-EE24-A21A-4926-789FC868277E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289C785C-35C6-6EFB-A1A0-2AD9B48E8CC5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E318C3DB-E2F5-E941-9198-E1E8277306A0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B6D2F34F-A0B3-AE1D-0462-D2646480570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C66F29A9-9701-EB3D-CD95-D4ED89D7389B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8E468CA7-12F2-0C31-73B3-6F4D798C5D17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3088C9D-03EA-4C77-EB2E-F123FA5EBF29}"/>
              </a:ext>
            </a:extLst>
          </p:cNvPr>
          <p:cNvGrpSpPr/>
          <p:nvPr/>
        </p:nvGrpSpPr>
        <p:grpSpPr>
          <a:xfrm>
            <a:off x="5726633" y="497007"/>
            <a:ext cx="2060685" cy="560061"/>
            <a:chOff x="4951945" y="3423309"/>
            <a:chExt cx="2060685" cy="5600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CE400C-8396-81C0-5C6D-C292019DF5A8}"/>
                </a:ext>
              </a:extLst>
            </p:cNvPr>
            <p:cNvSpPr/>
            <p:nvPr/>
          </p:nvSpPr>
          <p:spPr>
            <a:xfrm>
              <a:off x="4951945" y="3423309"/>
              <a:ext cx="2060685" cy="5600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/>
            <a:p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CBB99F-F4FC-6E42-A1F3-A3D51674EC3A}"/>
                </a:ext>
              </a:extLst>
            </p:cNvPr>
            <p:cNvSpPr txBox="1"/>
            <p:nvPr/>
          </p:nvSpPr>
          <p:spPr>
            <a:xfrm>
              <a:off x="5001539" y="3491756"/>
              <a:ext cx="1560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9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000" noProof="1"/>
                <a:t> </a:t>
              </a:r>
              <a:r>
                <a:rPr lang="en-GB" sz="2400" noProof="1"/>
                <a:t>Wi-Fier</a:t>
              </a:r>
              <a:endParaRPr lang="en-GB" sz="2000" noProof="1"/>
            </a:p>
          </p:txBody>
        </p:sp>
      </p:grpSp>
      <p:cxnSp>
        <p:nvCxnSpPr>
          <p:cNvPr id="32" name="Straight Arrow Connector 44">
            <a:extLst>
              <a:ext uri="{FF2B5EF4-FFF2-40B4-BE49-F238E27FC236}">
                <a16:creationId xmlns:a16="http://schemas.microsoft.com/office/drawing/2014/main" id="{BD148391-F78F-B62F-43C4-E9F27559F124}"/>
              </a:ext>
            </a:extLst>
          </p:cNvPr>
          <p:cNvCxnSpPr>
            <a:cxnSpLocks/>
            <a:stCxn id="265" idx="0"/>
            <a:endCxn id="3" idx="1"/>
          </p:cNvCxnSpPr>
          <p:nvPr/>
        </p:nvCxnSpPr>
        <p:spPr>
          <a:xfrm rot="5400000" flipH="1" flipV="1">
            <a:off x="3381783" y="-1066405"/>
            <a:ext cx="501407" cy="4188294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44">
            <a:extLst>
              <a:ext uri="{FF2B5EF4-FFF2-40B4-BE49-F238E27FC236}">
                <a16:creationId xmlns:a16="http://schemas.microsoft.com/office/drawing/2014/main" id="{900246E4-02FF-7092-AA91-45CD0AA4C87F}"/>
              </a:ext>
            </a:extLst>
          </p:cNvPr>
          <p:cNvCxnSpPr>
            <a:cxnSpLocks/>
            <a:stCxn id="265" idx="3"/>
            <a:endCxn id="141" idx="1"/>
          </p:cNvCxnSpPr>
          <p:nvPr/>
        </p:nvCxnSpPr>
        <p:spPr>
          <a:xfrm>
            <a:off x="2532684" y="1936853"/>
            <a:ext cx="3189342" cy="152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44">
            <a:extLst>
              <a:ext uri="{FF2B5EF4-FFF2-40B4-BE49-F238E27FC236}">
                <a16:creationId xmlns:a16="http://schemas.microsoft.com/office/drawing/2014/main" id="{81253269-0CBE-BC1F-14A9-A69A024BE5B5}"/>
              </a:ext>
            </a:extLst>
          </p:cNvPr>
          <p:cNvCxnSpPr>
            <a:cxnSpLocks/>
          </p:cNvCxnSpPr>
          <p:nvPr/>
        </p:nvCxnSpPr>
        <p:spPr>
          <a:xfrm flipV="1">
            <a:off x="6013528" y="1057068"/>
            <a:ext cx="2304" cy="59809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DFE9981-A6F8-1B89-7ABC-6A13FFB388B1}"/>
              </a:ext>
            </a:extLst>
          </p:cNvPr>
          <p:cNvSpPr/>
          <p:nvPr/>
        </p:nvSpPr>
        <p:spPr>
          <a:xfrm>
            <a:off x="5722026" y="2846367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49" name="Straight Arrow Connector 44">
            <a:extLst>
              <a:ext uri="{FF2B5EF4-FFF2-40B4-BE49-F238E27FC236}">
                <a16:creationId xmlns:a16="http://schemas.microsoft.com/office/drawing/2014/main" id="{51101AF8-AE1F-E522-F16A-1FF29F6D3973}"/>
              </a:ext>
            </a:extLst>
          </p:cNvPr>
          <p:cNvCxnSpPr>
            <a:cxnSpLocks/>
          </p:cNvCxnSpPr>
          <p:nvPr/>
        </p:nvCxnSpPr>
        <p:spPr>
          <a:xfrm flipV="1">
            <a:off x="6013528" y="2221587"/>
            <a:ext cx="0" cy="62478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66CF994-1530-2E0C-1374-2AA315BDD31F}"/>
              </a:ext>
            </a:extLst>
          </p:cNvPr>
          <p:cNvSpPr/>
          <p:nvPr/>
        </p:nvSpPr>
        <p:spPr>
          <a:xfrm>
            <a:off x="10102708" y="1651266"/>
            <a:ext cx="1735047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55" name="Straight Arrow Connector 44">
            <a:extLst>
              <a:ext uri="{FF2B5EF4-FFF2-40B4-BE49-F238E27FC236}">
                <a16:creationId xmlns:a16="http://schemas.microsoft.com/office/drawing/2014/main" id="{C8778C82-1278-FADA-24D5-77EF47DC1E93}"/>
              </a:ext>
            </a:extLst>
          </p:cNvPr>
          <p:cNvCxnSpPr>
            <a:cxnSpLocks/>
            <a:stCxn id="3" idx="3"/>
            <a:endCxn id="54" idx="0"/>
          </p:cNvCxnSpPr>
          <p:nvPr/>
        </p:nvCxnSpPr>
        <p:spPr>
          <a:xfrm>
            <a:off x="7787318" y="777038"/>
            <a:ext cx="3182914" cy="874228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BA51864-07F9-BD4D-9067-021F83DE0DCE}"/>
              </a:ext>
            </a:extLst>
          </p:cNvPr>
          <p:cNvSpPr txBox="1"/>
          <p:nvPr/>
        </p:nvSpPr>
        <p:spPr>
          <a:xfrm>
            <a:off x="6135676" y="1143853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cxnSp>
        <p:nvCxnSpPr>
          <p:cNvPr id="60" name="Straight Arrow Connector 44">
            <a:extLst>
              <a:ext uri="{FF2B5EF4-FFF2-40B4-BE49-F238E27FC236}">
                <a16:creationId xmlns:a16="http://schemas.microsoft.com/office/drawing/2014/main" id="{CA72D9B8-E70D-C4CB-054B-6A5DC2859225}"/>
              </a:ext>
            </a:extLst>
          </p:cNvPr>
          <p:cNvCxnSpPr>
            <a:cxnSpLocks/>
            <a:stCxn id="141" idx="3"/>
            <a:endCxn id="54" idx="1"/>
          </p:cNvCxnSpPr>
          <p:nvPr/>
        </p:nvCxnSpPr>
        <p:spPr>
          <a:xfrm flipV="1">
            <a:off x="7787318" y="1934479"/>
            <a:ext cx="2315390" cy="3895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44">
            <a:extLst>
              <a:ext uri="{FF2B5EF4-FFF2-40B4-BE49-F238E27FC236}">
                <a16:creationId xmlns:a16="http://schemas.microsoft.com/office/drawing/2014/main" id="{E5555833-77CD-2905-2427-040CE9B29165}"/>
              </a:ext>
            </a:extLst>
          </p:cNvPr>
          <p:cNvCxnSpPr>
            <a:cxnSpLocks/>
            <a:stCxn id="265" idx="2"/>
            <a:endCxn id="54" idx="2"/>
          </p:cNvCxnSpPr>
          <p:nvPr/>
        </p:nvCxnSpPr>
        <p:spPr>
          <a:xfrm rot="5400000" flipH="1" flipV="1">
            <a:off x="6065500" y="-2309470"/>
            <a:ext cx="377569" cy="9431893"/>
          </a:xfrm>
          <a:prstGeom prst="bentConnector3">
            <a:avLst>
              <a:gd name="adj1" fmla="val -7437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4ED8CC5-FF4F-00D9-E265-4A6E44B146ED}"/>
              </a:ext>
            </a:extLst>
          </p:cNvPr>
          <p:cNvSpPr txBox="1"/>
          <p:nvPr/>
        </p:nvSpPr>
        <p:spPr>
          <a:xfrm>
            <a:off x="6141350" y="2323663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12B496F-81EC-9090-19DF-4534BD8B5725}"/>
              </a:ext>
            </a:extLst>
          </p:cNvPr>
          <p:cNvSpPr/>
          <p:nvPr/>
        </p:nvSpPr>
        <p:spPr>
          <a:xfrm>
            <a:off x="5722026" y="4178930"/>
            <a:ext cx="206529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82" name="Straight Arrow Connector 44">
            <a:extLst>
              <a:ext uri="{FF2B5EF4-FFF2-40B4-BE49-F238E27FC236}">
                <a16:creationId xmlns:a16="http://schemas.microsoft.com/office/drawing/2014/main" id="{80847E28-BB90-AEBE-A3C4-088A07F727EB}"/>
              </a:ext>
            </a:extLst>
          </p:cNvPr>
          <p:cNvCxnSpPr>
            <a:cxnSpLocks/>
            <a:stCxn id="43" idx="2"/>
            <a:endCxn id="79" idx="0"/>
          </p:cNvCxnSpPr>
          <p:nvPr/>
        </p:nvCxnSpPr>
        <p:spPr>
          <a:xfrm>
            <a:off x="6754672" y="3412793"/>
            <a:ext cx="0" cy="76613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44">
            <a:extLst>
              <a:ext uri="{FF2B5EF4-FFF2-40B4-BE49-F238E27FC236}">
                <a16:creationId xmlns:a16="http://schemas.microsoft.com/office/drawing/2014/main" id="{9535C7D4-122D-E5C2-9D22-60211EFA52FF}"/>
              </a:ext>
            </a:extLst>
          </p:cNvPr>
          <p:cNvCxnSpPr>
            <a:cxnSpLocks/>
            <a:stCxn id="79" idx="1"/>
            <a:endCxn id="262" idx="2"/>
          </p:cNvCxnSpPr>
          <p:nvPr/>
        </p:nvCxnSpPr>
        <p:spPr>
          <a:xfrm rot="10800000">
            <a:off x="2174684" y="2497100"/>
            <a:ext cx="3547343" cy="1962923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44">
            <a:extLst>
              <a:ext uri="{FF2B5EF4-FFF2-40B4-BE49-F238E27FC236}">
                <a16:creationId xmlns:a16="http://schemas.microsoft.com/office/drawing/2014/main" id="{F86E9786-D02D-9D1C-5411-A96C8CC2BCD2}"/>
              </a:ext>
            </a:extLst>
          </p:cNvPr>
          <p:cNvCxnSpPr>
            <a:cxnSpLocks/>
            <a:stCxn id="79" idx="3"/>
            <a:endCxn id="92" idx="2"/>
          </p:cNvCxnSpPr>
          <p:nvPr/>
        </p:nvCxnSpPr>
        <p:spPr>
          <a:xfrm flipV="1">
            <a:off x="7787318" y="2217692"/>
            <a:ext cx="2582152" cy="2242330"/>
          </a:xfrm>
          <a:prstGeom prst="bentConnector2">
            <a:avLst/>
          </a:prstGeom>
          <a:ln>
            <a:solidFill>
              <a:schemeClr val="tx1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66790B1-DE04-1DF9-2F0C-29AD9826194A}"/>
              </a:ext>
            </a:extLst>
          </p:cNvPr>
          <p:cNvSpPr txBox="1"/>
          <p:nvPr/>
        </p:nvSpPr>
        <p:spPr>
          <a:xfrm>
            <a:off x="10247642" y="184836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71F0B3-6292-3721-B857-D9E27BBADDF9}"/>
              </a:ext>
            </a:extLst>
          </p:cNvPr>
          <p:cNvGrpSpPr/>
          <p:nvPr/>
        </p:nvGrpSpPr>
        <p:grpSpPr>
          <a:xfrm>
            <a:off x="1518371" y="310763"/>
            <a:ext cx="3850752" cy="420628"/>
            <a:chOff x="1046732" y="310763"/>
            <a:chExt cx="3850752" cy="420628"/>
          </a:xfrm>
        </p:grpSpPr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1E6DBB97-A5F8-E670-564E-E2DD455335F9}"/>
                </a:ext>
              </a:extLst>
            </p:cNvPr>
            <p:cNvSpPr txBox="1"/>
            <p:nvPr/>
          </p:nvSpPr>
          <p:spPr>
            <a:xfrm>
              <a:off x="1425160" y="310763"/>
              <a:ext cx="3472324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 connect wi-fi </a:t>
              </a:r>
              <a:r>
                <a:rPr lang="en-GB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endPara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F0DF35BC-8017-64DA-10F2-79BE22F39A07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ED31C1-3F97-AE0C-7A58-183157EBD599}"/>
              </a:ext>
            </a:extLst>
          </p:cNvPr>
          <p:cNvGrpSpPr/>
          <p:nvPr/>
        </p:nvGrpSpPr>
        <p:grpSpPr>
          <a:xfrm>
            <a:off x="8024643" y="305761"/>
            <a:ext cx="3569498" cy="400110"/>
            <a:chOff x="7668508" y="276886"/>
            <a:chExt cx="3569498" cy="400110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479CCB3-C956-9323-CF68-FB2F1EDE4A09}"/>
                </a:ext>
              </a:extLst>
            </p:cNvPr>
            <p:cNvSpPr txBox="1"/>
            <p:nvPr/>
          </p:nvSpPr>
          <p:spPr>
            <a:xfrm>
              <a:off x="8035446" y="276886"/>
              <a:ext cx="3202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connected to internet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🌐</a:t>
              </a:r>
            </a:p>
          </p:txBody>
        </p:sp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36C5FF6A-A1F9-EB8A-5004-8A38EEBBBF3D}"/>
                </a:ext>
              </a:extLst>
            </p:cNvPr>
            <p:cNvSpPr/>
            <p:nvPr/>
          </p:nvSpPr>
          <p:spPr>
            <a:xfrm>
              <a:off x="7668508" y="316191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F54FF7F-FA10-D54F-FA33-B73B9608D958}"/>
              </a:ext>
            </a:extLst>
          </p:cNvPr>
          <p:cNvGrpSpPr/>
          <p:nvPr/>
        </p:nvGrpSpPr>
        <p:grpSpPr>
          <a:xfrm>
            <a:off x="2143809" y="4523436"/>
            <a:ext cx="3252041" cy="407551"/>
            <a:chOff x="2153434" y="4494561"/>
            <a:chExt cx="3252041" cy="407551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04DFF28-B126-6398-1B8A-8AA1FB30A53F}"/>
                </a:ext>
              </a:extLst>
            </p:cNvPr>
            <p:cNvSpPr txBox="1"/>
            <p:nvPr/>
          </p:nvSpPr>
          <p:spPr>
            <a:xfrm>
              <a:off x="2513434" y="4494561"/>
              <a:ext cx="2892041" cy="37810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9525"/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 admin token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7A07626B-1F61-2D98-B908-CECA1A680458}"/>
                </a:ext>
              </a:extLst>
            </p:cNvPr>
            <p:cNvSpPr/>
            <p:nvPr/>
          </p:nvSpPr>
          <p:spPr>
            <a:xfrm>
              <a:off x="2153434" y="454211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9BA6464-5F15-208E-4257-DD14FE8230E2}"/>
              </a:ext>
            </a:extLst>
          </p:cNvPr>
          <p:cNvGrpSpPr/>
          <p:nvPr/>
        </p:nvGrpSpPr>
        <p:grpSpPr>
          <a:xfrm>
            <a:off x="2615554" y="1444450"/>
            <a:ext cx="3850752" cy="420628"/>
            <a:chOff x="1046732" y="310763"/>
            <a:chExt cx="3850752" cy="420628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33E96A2-83A0-844B-2597-D7FA52552CDE}"/>
                </a:ext>
              </a:extLst>
            </p:cNvPr>
            <p:cNvSpPr txBox="1"/>
            <p:nvPr/>
          </p:nvSpPr>
          <p:spPr>
            <a:xfrm>
              <a:off x="1425160" y="310763"/>
              <a:ext cx="3472324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 relay </a:t>
              </a:r>
              <a:r>
                <a:rPr lang="en-GB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endPara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6803AECF-4CED-28E2-F0B1-A68A229ADB69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2B369AD-EBB3-035E-F079-2CBEAB205F65}"/>
              </a:ext>
            </a:extLst>
          </p:cNvPr>
          <p:cNvGrpSpPr/>
          <p:nvPr/>
        </p:nvGrpSpPr>
        <p:grpSpPr>
          <a:xfrm>
            <a:off x="1518371" y="5449759"/>
            <a:ext cx="3860377" cy="400110"/>
            <a:chOff x="1046732" y="310763"/>
            <a:chExt cx="3860377" cy="400110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A84C89-7521-8BEE-14C1-155E91272846}"/>
                </a:ext>
              </a:extLst>
            </p:cNvPr>
            <p:cNvSpPr txBox="1"/>
            <p:nvPr/>
          </p:nvSpPr>
          <p:spPr>
            <a:xfrm>
              <a:off x="1434785" y="310763"/>
              <a:ext cx="34723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register antenna for domain</a:t>
              </a:r>
            </a:p>
          </p:txBody>
        </p: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07040C22-2B3A-AFC1-AE4F-00267E63853C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24A0364-68AC-9622-04FD-5F9BE92C8A4B}"/>
              </a:ext>
            </a:extLst>
          </p:cNvPr>
          <p:cNvGrpSpPr/>
          <p:nvPr/>
        </p:nvGrpSpPr>
        <p:grpSpPr>
          <a:xfrm>
            <a:off x="8040606" y="1983010"/>
            <a:ext cx="2054547" cy="707886"/>
            <a:chOff x="8041175" y="1405966"/>
            <a:chExt cx="2054547" cy="70788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B3C574-AECA-A5EB-7C96-C04DB65AAE9B}"/>
                </a:ext>
              </a:extLst>
            </p:cNvPr>
            <p:cNvSpPr txBox="1"/>
            <p:nvPr/>
          </p:nvSpPr>
          <p:spPr>
            <a:xfrm>
              <a:off x="8401175" y="1405966"/>
              <a:ext cx="169454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A2EE0B-29CA-CAFE-69D3-86AF99688E88}"/>
                </a:ext>
              </a:extLst>
            </p:cNvPr>
            <p:cNvSpPr/>
            <p:nvPr/>
          </p:nvSpPr>
          <p:spPr>
            <a:xfrm>
              <a:off x="8041175" y="1450801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3E6B9D4-2563-1555-F975-6A3661CDCB01}"/>
              </a:ext>
            </a:extLst>
          </p:cNvPr>
          <p:cNvGrpSpPr/>
          <p:nvPr/>
        </p:nvGrpSpPr>
        <p:grpSpPr>
          <a:xfrm>
            <a:off x="7902340" y="4558032"/>
            <a:ext cx="3214838" cy="400110"/>
            <a:chOff x="1046732" y="320388"/>
            <a:chExt cx="3214838" cy="400110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585F1A0-B239-6888-0888-6375F4A25623}"/>
                </a:ext>
              </a:extLst>
            </p:cNvPr>
            <p:cNvSpPr txBox="1"/>
            <p:nvPr/>
          </p:nvSpPr>
          <p:spPr>
            <a:xfrm>
              <a:off x="1425159" y="320388"/>
              <a:ext cx="28364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 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5637FF60-766A-3977-CF46-DF97A238D6EE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6D4CB8F-5273-C4CA-038C-F172510E8C27}"/>
              </a:ext>
            </a:extLst>
          </p:cNvPr>
          <p:cNvGrpSpPr/>
          <p:nvPr/>
        </p:nvGrpSpPr>
        <p:grpSpPr>
          <a:xfrm>
            <a:off x="6918903" y="3670705"/>
            <a:ext cx="3254990" cy="400110"/>
            <a:chOff x="1046732" y="320388"/>
            <a:chExt cx="3254990" cy="40011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547124F-280E-1BDA-FA5D-9B061D9A94C3}"/>
                </a:ext>
              </a:extLst>
            </p:cNvPr>
            <p:cNvSpPr txBox="1"/>
            <p:nvPr/>
          </p:nvSpPr>
          <p:spPr>
            <a:xfrm>
              <a:off x="1425159" y="320388"/>
              <a:ext cx="28765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  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B0EFD8DB-7BF2-64AC-41DD-AE60631858A8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F5CB4F-054C-8072-FA8A-75B33EBF7EBF}"/>
              </a:ext>
            </a:extLst>
          </p:cNvPr>
          <p:cNvSpPr txBox="1"/>
          <p:nvPr/>
        </p:nvSpPr>
        <p:spPr>
          <a:xfrm>
            <a:off x="218143" y="6278524"/>
            <a:ext cx="138339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ANTENA</a:t>
            </a:r>
          </a:p>
        </p:txBody>
      </p:sp>
    </p:spTree>
    <p:extLst>
      <p:ext uri="{BB962C8B-B14F-4D97-AF65-F5344CB8AC3E}">
        <p14:creationId xmlns:p14="http://schemas.microsoft.com/office/powerpoint/2010/main" val="168787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5548-3694-C038-97A8-01C7CED6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45FFD12-52BA-9440-B580-34E030BCE1F5}"/>
              </a:ext>
            </a:extLst>
          </p:cNvPr>
          <p:cNvSpPr/>
          <p:nvPr/>
        </p:nvSpPr>
        <p:spPr>
          <a:xfrm>
            <a:off x="8048951" y="877164"/>
            <a:ext cx="2888924" cy="173061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7F0F89-D9A8-77F2-25D8-65C557A4527F}"/>
              </a:ext>
            </a:extLst>
          </p:cNvPr>
          <p:cNvGrpSpPr/>
          <p:nvPr/>
        </p:nvGrpSpPr>
        <p:grpSpPr>
          <a:xfrm>
            <a:off x="8152879" y="1997909"/>
            <a:ext cx="2161254" cy="512403"/>
            <a:chOff x="4941376" y="3971594"/>
            <a:chExt cx="2161254" cy="5124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BB0125E-02B4-E2CA-294D-916DE1496E85}"/>
                </a:ext>
              </a:extLst>
            </p:cNvPr>
            <p:cNvSpPr/>
            <p:nvPr/>
          </p:nvSpPr>
          <p:spPr>
            <a:xfrm>
              <a:off x="4941376" y="3971594"/>
              <a:ext cx="2161254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046D23-474C-FC55-7E1A-87EFF489C471}"/>
                </a:ext>
              </a:extLst>
            </p:cNvPr>
            <p:cNvSpPr txBox="1"/>
            <p:nvPr/>
          </p:nvSpPr>
          <p:spPr>
            <a:xfrm>
              <a:off x="4995167" y="4050606"/>
              <a:ext cx="130295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noProof="1"/>
                <a:t> Wi-Fier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A4C053-39F9-640D-4C90-5C141063259E}"/>
              </a:ext>
            </a:extLst>
          </p:cNvPr>
          <p:cNvGrpSpPr/>
          <p:nvPr/>
        </p:nvGrpSpPr>
        <p:grpSpPr>
          <a:xfrm>
            <a:off x="8152880" y="1367917"/>
            <a:ext cx="1356748" cy="512403"/>
            <a:chOff x="4941377" y="3971594"/>
            <a:chExt cx="1356748" cy="51240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C7B4382-9388-5AD5-96B1-B3AD52A473E9}"/>
                </a:ext>
              </a:extLst>
            </p:cNvPr>
            <p:cNvSpPr/>
            <p:nvPr/>
          </p:nvSpPr>
          <p:spPr>
            <a:xfrm>
              <a:off x="4941377" y="3971594"/>
              <a:ext cx="1356748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9FD7AF-859B-02FB-A1AA-447BC82FE11B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E516E69-7F86-FABA-61BC-04069B2D1CB2}"/>
              </a:ext>
            </a:extLst>
          </p:cNvPr>
          <p:cNvSpPr txBox="1">
            <a:spLocks/>
          </p:cNvSpPr>
          <p:nvPr/>
        </p:nvSpPr>
        <p:spPr>
          <a:xfrm>
            <a:off x="8074352" y="928645"/>
            <a:ext cx="22428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☕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coffee machine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ED4478-F5D2-5954-527C-EDF35F579B28}"/>
              </a:ext>
            </a:extLst>
          </p:cNvPr>
          <p:cNvGrpSpPr/>
          <p:nvPr/>
        </p:nvGrpSpPr>
        <p:grpSpPr>
          <a:xfrm>
            <a:off x="4056945" y="1241141"/>
            <a:ext cx="1988691" cy="1383576"/>
            <a:chOff x="4959152" y="4727414"/>
            <a:chExt cx="1988691" cy="13835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624FF68-5955-25DE-69E8-69D6425595DE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DEE7905-5351-0DDA-1CF5-D685783831F4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96D1BEC-2C64-3B13-DFC7-3DCCEBC7AA84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EA92A15-B5A1-3650-E6F3-FF3A033BEA4C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90B285B-ECF5-40CC-87FF-906C6E9DD5D3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2057D3-92FA-C4ED-90B2-FE4F1F0BA1F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EF5034E-CCC4-ECD0-94F5-E0BF7058F2DA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5B74C0-6B4F-BDC5-9645-1BDEB072B93B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5C83EF6-B9FD-ABD1-0419-E6E9F8F2D6B0}"/>
              </a:ext>
            </a:extLst>
          </p:cNvPr>
          <p:cNvGrpSpPr/>
          <p:nvPr/>
        </p:nvGrpSpPr>
        <p:grpSpPr>
          <a:xfrm>
            <a:off x="317102" y="382289"/>
            <a:ext cx="1961697" cy="1038741"/>
            <a:chOff x="6221987" y="5100898"/>
            <a:chExt cx="3822790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76EF741-EF33-82D5-CFAD-5F408E4BF796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ABBC6FA-22E0-6277-0F13-108F7F773AFF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53C30E02-70FF-D075-0844-0786C407A7FA}"/>
              </a:ext>
            </a:extLst>
          </p:cNvPr>
          <p:cNvSpPr/>
          <p:nvPr/>
        </p:nvSpPr>
        <p:spPr>
          <a:xfrm>
            <a:off x="7954044" y="380284"/>
            <a:ext cx="3074426" cy="296409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216B750A-AA2C-664F-FD64-A1780FD93F4C}"/>
              </a:ext>
            </a:extLst>
          </p:cNvPr>
          <p:cNvSpPr txBox="1">
            <a:spLocks/>
          </p:cNvSpPr>
          <p:nvPr/>
        </p:nvSpPr>
        <p:spPr>
          <a:xfrm>
            <a:off x="7962510" y="415955"/>
            <a:ext cx="22428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🏠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home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2109904-715D-A095-9672-A9692C64CCBF}"/>
              </a:ext>
            </a:extLst>
          </p:cNvPr>
          <p:cNvSpPr/>
          <p:nvPr/>
        </p:nvSpPr>
        <p:spPr>
          <a:xfrm>
            <a:off x="8048951" y="2736815"/>
            <a:ext cx="1730644" cy="51240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57AE6C-5495-08C7-2AAE-2EE499E68133}"/>
              </a:ext>
            </a:extLst>
          </p:cNvPr>
          <p:cNvSpPr txBox="1"/>
          <p:nvPr/>
        </p:nvSpPr>
        <p:spPr>
          <a:xfrm>
            <a:off x="8060407" y="2815827"/>
            <a:ext cx="1719187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🛜</a:t>
            </a:r>
            <a:r>
              <a:rPr lang="en-GB" noProof="1"/>
              <a:t> home Wi-Fi</a:t>
            </a:r>
          </a:p>
        </p:txBody>
      </p:sp>
      <p:cxnSp>
        <p:nvCxnSpPr>
          <p:cNvPr id="67" name="Straight Arrow Connector 12">
            <a:extLst>
              <a:ext uri="{FF2B5EF4-FFF2-40B4-BE49-F238E27FC236}">
                <a16:creationId xmlns:a16="http://schemas.microsoft.com/office/drawing/2014/main" id="{817610DB-3E8C-F008-037A-156689D3BF81}"/>
              </a:ext>
            </a:extLst>
          </p:cNvPr>
          <p:cNvCxnSpPr>
            <a:cxnSpLocks/>
            <a:endCxn id="65" idx="3"/>
          </p:cNvCxnSpPr>
          <p:nvPr/>
        </p:nvCxnSpPr>
        <p:spPr>
          <a:xfrm rot="5400000">
            <a:off x="9679089" y="2610818"/>
            <a:ext cx="482705" cy="28169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12">
            <a:extLst>
              <a:ext uri="{FF2B5EF4-FFF2-40B4-BE49-F238E27FC236}">
                <a16:creationId xmlns:a16="http://schemas.microsoft.com/office/drawing/2014/main" id="{C1FB551A-EBFC-11B9-1667-FF2AAE5F1AA0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6054098" y="1627760"/>
            <a:ext cx="2098782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D76D6DE5-C341-69FD-DF85-A452C7A5FC67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6071032" y="2250468"/>
            <a:ext cx="2081847" cy="364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29C2E4E-A2B3-EB87-D93B-78D5E742E47F}"/>
              </a:ext>
            </a:extLst>
          </p:cNvPr>
          <p:cNvGrpSpPr/>
          <p:nvPr/>
        </p:nvGrpSpPr>
        <p:grpSpPr>
          <a:xfrm>
            <a:off x="317098" y="2305642"/>
            <a:ext cx="1972893" cy="1038741"/>
            <a:chOff x="7507403" y="1006813"/>
            <a:chExt cx="640029" cy="1038741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0FE19C5-6AEF-1841-22CC-ABAD5854384F}"/>
                </a:ext>
              </a:extLst>
            </p:cNvPr>
            <p:cNvSpPr/>
            <p:nvPr/>
          </p:nvSpPr>
          <p:spPr>
            <a:xfrm>
              <a:off x="7538137" y="1386857"/>
              <a:ext cx="580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3760BD6-E544-C8B7-C8C7-7CF00B03F3F2}"/>
                </a:ext>
              </a:extLst>
            </p:cNvPr>
            <p:cNvSpPr/>
            <p:nvPr/>
          </p:nvSpPr>
          <p:spPr>
            <a:xfrm>
              <a:off x="7507403" y="1006813"/>
              <a:ext cx="64002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1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D117737B-F9B8-11EF-8AB5-4713C7ECA022}"/>
              </a:ext>
            </a:extLst>
          </p:cNvPr>
          <p:cNvCxnSpPr>
            <a:cxnSpLocks/>
            <a:stCxn id="54" idx="0"/>
            <a:endCxn id="56" idx="3"/>
          </p:cNvCxnSpPr>
          <p:nvPr/>
        </p:nvCxnSpPr>
        <p:spPr>
          <a:xfrm rot="16200000" flipV="1">
            <a:off x="3495305" y="-314845"/>
            <a:ext cx="339481" cy="277249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07BF90A8-1C3F-5A07-2E1F-49E826B70012}"/>
              </a:ext>
            </a:extLst>
          </p:cNvPr>
          <p:cNvCxnSpPr>
            <a:cxnSpLocks/>
            <a:stCxn id="54" idx="2"/>
            <a:endCxn id="82" idx="3"/>
          </p:cNvCxnSpPr>
          <p:nvPr/>
        </p:nvCxnSpPr>
        <p:spPr>
          <a:xfrm rot="5400000">
            <a:off x="3537113" y="1310835"/>
            <a:ext cx="267056" cy="276130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0F8137E-C71F-10A3-707A-B260F65812DA}"/>
              </a:ext>
            </a:extLst>
          </p:cNvPr>
          <p:cNvGrpSpPr/>
          <p:nvPr/>
        </p:nvGrpSpPr>
        <p:grpSpPr>
          <a:xfrm>
            <a:off x="2412402" y="33677"/>
            <a:ext cx="3319530" cy="830997"/>
            <a:chOff x="2343832" y="1872138"/>
            <a:chExt cx="3319530" cy="830997"/>
          </a:xfrm>
        </p:grpSpPr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D8E29B29-0B41-04A0-CB38-A4FDCA3CA1B8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7" name="Content Placeholder 2">
              <a:extLst>
                <a:ext uri="{FF2B5EF4-FFF2-40B4-BE49-F238E27FC236}">
                  <a16:creationId xmlns:a16="http://schemas.microsoft.com/office/drawing/2014/main" id="{5C4DA408-8D15-5301-0F9B-58110B07C7FF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1872138"/>
              <a:ext cx="294947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translate locator </a:t>
              </a:r>
              <a:r>
                <a:rPr lang="en-GB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get direct wi-fi config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6853BED-2AC1-2C3F-673F-3FAB35285DD3}"/>
              </a:ext>
            </a:extLst>
          </p:cNvPr>
          <p:cNvGrpSpPr/>
          <p:nvPr/>
        </p:nvGrpSpPr>
        <p:grpSpPr>
          <a:xfrm>
            <a:off x="2412402" y="2963675"/>
            <a:ext cx="3319530" cy="707886"/>
            <a:chOff x="2343832" y="2201084"/>
            <a:chExt cx="3319530" cy="707886"/>
          </a:xfrm>
        </p:grpSpPr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A5834E28-245F-D46F-20F7-9F23DD88ED98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0" name="Content Placeholder 2">
              <a:extLst>
                <a:ext uri="{FF2B5EF4-FFF2-40B4-BE49-F238E27FC236}">
                  <a16:creationId xmlns:a16="http://schemas.microsoft.com/office/drawing/2014/main" id="{429B207E-AF73-1077-C317-51A4AE29C63C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9494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get home wi-fi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password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8794CBF-DBEF-70E0-7A50-8BBA0C4F0DE9}"/>
              </a:ext>
            </a:extLst>
          </p:cNvPr>
          <p:cNvGrpSpPr/>
          <p:nvPr/>
        </p:nvGrpSpPr>
        <p:grpSpPr>
          <a:xfrm>
            <a:off x="5721573" y="767420"/>
            <a:ext cx="1391603" cy="765442"/>
            <a:chOff x="2343832" y="2223776"/>
            <a:chExt cx="1391603" cy="765442"/>
          </a:xfrm>
        </p:grpSpPr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024F2A01-1176-9082-8871-24C476D49C2F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Content Placeholder 2">
              <a:extLst>
                <a:ext uri="{FF2B5EF4-FFF2-40B4-BE49-F238E27FC236}">
                  <a16:creationId xmlns:a16="http://schemas.microsoft.com/office/drawing/2014/main" id="{80038F2F-F6DA-89D7-F99E-E94D1BE98753}"/>
                </a:ext>
              </a:extLst>
            </p:cNvPr>
            <p:cNvSpPr txBox="1">
              <a:spLocks/>
            </p:cNvSpPr>
            <p:nvPr/>
          </p:nvSpPr>
          <p:spPr>
            <a:xfrm>
              <a:off x="2711484" y="2281332"/>
              <a:ext cx="102395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or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scan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28C09C9-77D3-E14A-3913-DE433A44F998}"/>
              </a:ext>
            </a:extLst>
          </p:cNvPr>
          <p:cNvGrpSpPr/>
          <p:nvPr/>
        </p:nvGrpSpPr>
        <p:grpSpPr>
          <a:xfrm>
            <a:off x="5682359" y="2321297"/>
            <a:ext cx="2081741" cy="1323439"/>
            <a:chOff x="1853248" y="2159482"/>
            <a:chExt cx="2081741" cy="1323439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A2726F5E-3E3A-FE5F-AFD7-B249476780AC}"/>
                </a:ext>
              </a:extLst>
            </p:cNvPr>
            <p:cNvSpPr/>
            <p:nvPr/>
          </p:nvSpPr>
          <p:spPr>
            <a:xfrm>
              <a:off x="1853248" y="2502803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Content Placeholder 2">
              <a:extLst>
                <a:ext uri="{FF2B5EF4-FFF2-40B4-BE49-F238E27FC236}">
                  <a16:creationId xmlns:a16="http://schemas.microsoft.com/office/drawing/2014/main" id="{AB21291F-4460-C018-143C-72C91FABF331}"/>
                </a:ext>
              </a:extLst>
            </p:cNvPr>
            <p:cNvSpPr txBox="1">
              <a:spLocks/>
            </p:cNvSpPr>
            <p:nvPr/>
          </p:nvSpPr>
          <p:spPr>
            <a:xfrm>
              <a:off x="2266125" y="2159482"/>
              <a:ext cx="16688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connect,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share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password,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disconnect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643BB1A-1AE5-D10A-99E5-E1779603CF67}"/>
              </a:ext>
            </a:extLst>
          </p:cNvPr>
          <p:cNvGrpSpPr/>
          <p:nvPr/>
        </p:nvGrpSpPr>
        <p:grpSpPr>
          <a:xfrm>
            <a:off x="11045950" y="2109090"/>
            <a:ext cx="1187061" cy="1350831"/>
            <a:chOff x="2248588" y="2223776"/>
            <a:chExt cx="1187061" cy="1350831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A995F612-390C-F9E1-7721-7377091E8C90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3BF0F8C7-5DE0-C931-94DC-3D29E7C37A86}"/>
                </a:ext>
              </a:extLst>
            </p:cNvPr>
            <p:cNvSpPr txBox="1">
              <a:spLocks/>
            </p:cNvSpPr>
            <p:nvPr/>
          </p:nvSpPr>
          <p:spPr>
            <a:xfrm>
              <a:off x="2248588" y="2558944"/>
              <a:ext cx="118706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 home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wi-fi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C3E531B-FA10-CFC0-498A-A15CB54A0A9B}"/>
              </a:ext>
            </a:extLst>
          </p:cNvPr>
          <p:cNvGrpSpPr/>
          <p:nvPr/>
        </p:nvGrpSpPr>
        <p:grpSpPr>
          <a:xfrm>
            <a:off x="9616876" y="1367917"/>
            <a:ext cx="1356748" cy="512403"/>
            <a:chOff x="4941377" y="3971594"/>
            <a:chExt cx="1356748" cy="512403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0A172F8-71A6-406B-F2D1-E60633A530A5}"/>
                </a:ext>
              </a:extLst>
            </p:cNvPr>
            <p:cNvSpPr/>
            <p:nvPr/>
          </p:nvSpPr>
          <p:spPr>
            <a:xfrm>
              <a:off x="4941377" y="3971594"/>
              <a:ext cx="1203523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9876870B-A45C-16DC-D877-C5699A9C669C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🥧</a:t>
              </a:r>
              <a:r>
                <a:rPr lang="en-GB" dirty="0"/>
                <a:t> Ras. Pi</a:t>
              </a:r>
            </a:p>
          </p:txBody>
        </p:sp>
      </p:grp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0A700D10-2BF6-605E-CF56-078749135E66}"/>
              </a:ext>
            </a:extLst>
          </p:cNvPr>
          <p:cNvCxnSpPr>
            <a:cxnSpLocks/>
            <a:endCxn id="28" idx="3"/>
          </p:cNvCxnSpPr>
          <p:nvPr/>
        </p:nvCxnSpPr>
        <p:spPr>
          <a:xfrm rot="5400000">
            <a:off x="10287555" y="1921201"/>
            <a:ext cx="359489" cy="30633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EF7FE5A-DBCC-383D-0ED6-C97614CD8482}"/>
              </a:ext>
            </a:extLst>
          </p:cNvPr>
          <p:cNvSpPr txBox="1"/>
          <p:nvPr/>
        </p:nvSpPr>
        <p:spPr>
          <a:xfrm>
            <a:off x="218143" y="6278524"/>
            <a:ext cx="1280800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WI-FIER</a:t>
            </a:r>
          </a:p>
        </p:txBody>
      </p:sp>
    </p:spTree>
    <p:extLst>
      <p:ext uri="{BB962C8B-B14F-4D97-AF65-F5344CB8AC3E}">
        <p14:creationId xmlns:p14="http://schemas.microsoft.com/office/powerpoint/2010/main" val="210397424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9C34C7D-6C91-65D9-48E2-5CBD17E19807}"/>
              </a:ext>
            </a:extLst>
          </p:cNvPr>
          <p:cNvSpPr/>
          <p:nvPr/>
        </p:nvSpPr>
        <p:spPr>
          <a:xfrm>
            <a:off x="1724514" y="889575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01" name="Straight Arrow Connector 44">
            <a:extLst>
              <a:ext uri="{FF2B5EF4-FFF2-40B4-BE49-F238E27FC236}">
                <a16:creationId xmlns:a16="http://schemas.microsoft.com/office/drawing/2014/main" id="{3941CEED-F2CB-0FB3-72B3-7C0D211DF4CD}"/>
              </a:ext>
            </a:extLst>
          </p:cNvPr>
          <p:cNvCxnSpPr>
            <a:cxnSpLocks/>
            <a:stCxn id="100" idx="1"/>
            <a:endCxn id="104" idx="1"/>
          </p:cNvCxnSpPr>
          <p:nvPr/>
        </p:nvCxnSpPr>
        <p:spPr>
          <a:xfrm rot="10800000" flipV="1">
            <a:off x="1708564" y="1172788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31005FE-AD72-9345-68D8-D5A65375DF33}"/>
              </a:ext>
            </a:extLst>
          </p:cNvPr>
          <p:cNvGrpSpPr/>
          <p:nvPr/>
        </p:nvGrpSpPr>
        <p:grpSpPr>
          <a:xfrm>
            <a:off x="1708564" y="1819411"/>
            <a:ext cx="2064467" cy="566426"/>
            <a:chOff x="1480526" y="1003960"/>
            <a:chExt cx="2064467" cy="566426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0D43C4C-92F4-298D-219C-1B3EC78A3321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8F2ACCF-D7DE-EDAD-8D80-866EC43DBF5F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2508C1B-D6AE-1F13-A422-E051273F64A9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38748617-C2E7-676A-148B-DFE3F3AE0686}"/>
              </a:ext>
            </a:extLst>
          </p:cNvPr>
          <p:cNvCxnSpPr>
            <a:cxnSpLocks/>
            <a:stCxn id="105" idx="1"/>
            <a:endCxn id="120" idx="1"/>
          </p:cNvCxnSpPr>
          <p:nvPr/>
        </p:nvCxnSpPr>
        <p:spPr>
          <a:xfrm rot="10800000" flipV="1">
            <a:off x="1716127" y="2197168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D7D3F90-0BEE-60A1-B39E-9F705F6B90F3}"/>
              </a:ext>
            </a:extLst>
          </p:cNvPr>
          <p:cNvGrpSpPr/>
          <p:nvPr/>
        </p:nvGrpSpPr>
        <p:grpSpPr>
          <a:xfrm>
            <a:off x="1699435" y="3676681"/>
            <a:ext cx="2091772" cy="566426"/>
            <a:chOff x="1471397" y="3045788"/>
            <a:chExt cx="2091772" cy="566426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37C5DB9-888C-3AC0-17F7-B76F2118DC74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B0E5089-027B-715A-C1AE-B79598AE34FD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B3FEA172-ADC1-BCCE-915B-038A7239AE46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A7612BE-B645-7712-B31C-FF5464979718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5C00D98-0D99-F617-04FF-1C339243BCCA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6340366-89BC-ACE7-EE60-E4186DB1D6A0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4941AF5-2477-2151-8949-4EF6BD6F8927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09CE292-3BD4-FA9D-CC17-8A791DEDCE63}"/>
              </a:ext>
            </a:extLst>
          </p:cNvPr>
          <p:cNvGrpSpPr/>
          <p:nvPr/>
        </p:nvGrpSpPr>
        <p:grpSpPr>
          <a:xfrm>
            <a:off x="1709135" y="2743542"/>
            <a:ext cx="2082245" cy="565200"/>
            <a:chOff x="1481097" y="1844201"/>
            <a:chExt cx="2082245" cy="565200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065902E-EF31-472D-E71C-DEBAAC4B3E02}"/>
                </a:ext>
              </a:extLst>
            </p:cNvPr>
            <p:cNvGrpSpPr/>
            <p:nvPr/>
          </p:nvGrpSpPr>
          <p:grpSpPr>
            <a:xfrm>
              <a:off x="1481097" y="1844201"/>
              <a:ext cx="2068503" cy="565200"/>
              <a:chOff x="1481097" y="1844201"/>
              <a:chExt cx="2068503" cy="56520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CD1FB63D-BF0F-CA44-1E28-82BCE2538D66}"/>
                  </a:ext>
                </a:extLst>
              </p:cNvPr>
              <p:cNvGrpSpPr/>
              <p:nvPr/>
            </p:nvGrpSpPr>
            <p:grpSpPr>
              <a:xfrm>
                <a:off x="1488915" y="1844201"/>
                <a:ext cx="2060685" cy="565200"/>
                <a:chOff x="2467360" y="2224696"/>
                <a:chExt cx="2060685" cy="565200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3C76C431-4188-41DF-F9DE-233CE6F03CC6}"/>
                    </a:ext>
                  </a:extLst>
                </p:cNvPr>
                <p:cNvSpPr/>
                <p:nvPr/>
              </p:nvSpPr>
              <p:spPr>
                <a:xfrm>
                  <a:off x="2467360" y="2224696"/>
                  <a:ext cx="2060685" cy="5652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F6A3FE1-CB6F-A4CB-2131-A588127F4097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34DD866-60A3-0888-DBDA-CECEFFA5EE3E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0D2CDF1-EA55-2636-E81A-32BF563869BF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329ED4E-D38F-CCBF-AAF9-64D98C298DC8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856C8FE-A461-05A0-2A8A-9EB34D79F8BD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EA931F2-D85A-B7BC-FD31-495FB28AE4AC}"/>
              </a:ext>
            </a:extLst>
          </p:cNvPr>
          <p:cNvSpPr/>
          <p:nvPr/>
        </p:nvSpPr>
        <p:spPr>
          <a:xfrm>
            <a:off x="1707738" y="4607124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35" name="Straight Arrow Connector 44">
            <a:extLst>
              <a:ext uri="{FF2B5EF4-FFF2-40B4-BE49-F238E27FC236}">
                <a16:creationId xmlns:a16="http://schemas.microsoft.com/office/drawing/2014/main" id="{F8A89197-204A-6273-44BB-6714F27D9A31}"/>
              </a:ext>
            </a:extLst>
          </p:cNvPr>
          <p:cNvCxnSpPr>
            <a:cxnSpLocks/>
            <a:stCxn id="121" idx="1"/>
            <a:endCxn id="113" idx="1"/>
          </p:cNvCxnSpPr>
          <p:nvPr/>
        </p:nvCxnSpPr>
        <p:spPr>
          <a:xfrm rot="10800000" flipV="1">
            <a:off x="1706427" y="3111884"/>
            <a:ext cx="2709" cy="766510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44">
            <a:extLst>
              <a:ext uri="{FF2B5EF4-FFF2-40B4-BE49-F238E27FC236}">
                <a16:creationId xmlns:a16="http://schemas.microsoft.com/office/drawing/2014/main" id="{A0CF6921-6D84-EFFC-5507-6E5565E05A53}"/>
              </a:ext>
            </a:extLst>
          </p:cNvPr>
          <p:cNvCxnSpPr>
            <a:cxnSpLocks/>
            <a:stCxn id="114" idx="1"/>
            <a:endCxn id="132" idx="1"/>
          </p:cNvCxnSpPr>
          <p:nvPr/>
        </p:nvCxnSpPr>
        <p:spPr>
          <a:xfrm rot="10800000" flipH="1" flipV="1">
            <a:off x="1699434" y="4047571"/>
            <a:ext cx="8303" cy="842765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Arrow Connector 44">
            <a:extLst>
              <a:ext uri="{FF2B5EF4-FFF2-40B4-BE49-F238E27FC236}">
                <a16:creationId xmlns:a16="http://schemas.microsoft.com/office/drawing/2014/main" id="{CB855DC6-19EA-DB89-AF2A-667EDE35437E}"/>
              </a:ext>
            </a:extLst>
          </p:cNvPr>
          <p:cNvCxnSpPr>
            <a:cxnSpLocks/>
            <a:stCxn id="140" idx="3"/>
            <a:endCxn id="100" idx="3"/>
          </p:cNvCxnSpPr>
          <p:nvPr/>
        </p:nvCxnSpPr>
        <p:spPr>
          <a:xfrm flipH="1" flipV="1">
            <a:off x="3785199" y="1172788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44">
            <a:extLst>
              <a:ext uri="{FF2B5EF4-FFF2-40B4-BE49-F238E27FC236}">
                <a16:creationId xmlns:a16="http://schemas.microsoft.com/office/drawing/2014/main" id="{927E768B-DF5B-6B4C-07BE-7C991FE6E09F}"/>
              </a:ext>
            </a:extLst>
          </p:cNvPr>
          <p:cNvCxnSpPr>
            <a:cxnSpLocks/>
            <a:stCxn id="117" idx="3"/>
            <a:endCxn id="141" idx="3"/>
          </p:cNvCxnSpPr>
          <p:nvPr/>
        </p:nvCxnSpPr>
        <p:spPr>
          <a:xfrm flipH="1" flipV="1">
            <a:off x="3781581" y="2189653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CCAE26A3-FC31-2F56-0239-396E84700C1E}"/>
              </a:ext>
            </a:extLst>
          </p:cNvPr>
          <p:cNvSpPr txBox="1"/>
          <p:nvPr/>
        </p:nvSpPr>
        <p:spPr>
          <a:xfrm>
            <a:off x="3544916" y="183580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046E79A-B0E3-4140-1D08-FBE30CB4AA06}"/>
              </a:ext>
            </a:extLst>
          </p:cNvPr>
          <p:cNvSpPr txBox="1"/>
          <p:nvPr/>
        </p:nvSpPr>
        <p:spPr>
          <a:xfrm>
            <a:off x="3537925" y="200498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42" name="Straight Arrow Connector 44">
            <a:extLst>
              <a:ext uri="{FF2B5EF4-FFF2-40B4-BE49-F238E27FC236}">
                <a16:creationId xmlns:a16="http://schemas.microsoft.com/office/drawing/2014/main" id="{2C028AD8-05F5-9690-EF2E-56069102C66B}"/>
              </a:ext>
            </a:extLst>
          </p:cNvPr>
          <p:cNvCxnSpPr>
            <a:cxnSpLocks/>
            <a:stCxn id="109" idx="3"/>
            <a:endCxn id="118" idx="3"/>
          </p:cNvCxnSpPr>
          <p:nvPr/>
        </p:nvCxnSpPr>
        <p:spPr>
          <a:xfrm flipV="1">
            <a:off x="3789809" y="3113282"/>
            <a:ext cx="1571" cy="766588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D4FF57AF-84AB-671E-ECFC-CF82C68F5543}"/>
              </a:ext>
            </a:extLst>
          </p:cNvPr>
          <p:cNvCxnSpPr>
            <a:cxnSpLocks/>
            <a:stCxn id="132" idx="3"/>
            <a:endCxn id="110" idx="3"/>
          </p:cNvCxnSpPr>
          <p:nvPr/>
        </p:nvCxnSpPr>
        <p:spPr>
          <a:xfrm flipV="1">
            <a:off x="3773030" y="4049048"/>
            <a:ext cx="18177" cy="841289"/>
          </a:xfrm>
          <a:prstGeom prst="bentConnector3">
            <a:avLst>
              <a:gd name="adj1" fmla="val 1357633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5" name="Content Placeholder 2">
            <a:extLst>
              <a:ext uri="{FF2B5EF4-FFF2-40B4-BE49-F238E27FC236}">
                <a16:creationId xmlns:a16="http://schemas.microsoft.com/office/drawing/2014/main" id="{BB03976F-A035-9A44-C7BA-FDFAC0563434}"/>
              </a:ext>
            </a:extLst>
          </p:cNvPr>
          <p:cNvSpPr txBox="1">
            <a:spLocks/>
          </p:cNvSpPr>
          <p:nvPr/>
        </p:nvSpPr>
        <p:spPr>
          <a:xfrm>
            <a:off x="288029" y="1525263"/>
            <a:ext cx="1189052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 and forward  commands via secure WebSocket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952317C3-275E-6E9E-9F82-2BF5549F4E79}"/>
              </a:ext>
            </a:extLst>
          </p:cNvPr>
          <p:cNvSpPr txBox="1">
            <a:spLocks/>
          </p:cNvSpPr>
          <p:nvPr/>
        </p:nvSpPr>
        <p:spPr>
          <a:xfrm>
            <a:off x="1699433" y="4276948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AB70832F-B280-359D-2ECA-D9854BCD2534}"/>
              </a:ext>
            </a:extLst>
          </p:cNvPr>
          <p:cNvSpPr txBox="1">
            <a:spLocks/>
          </p:cNvSpPr>
          <p:nvPr/>
        </p:nvSpPr>
        <p:spPr>
          <a:xfrm>
            <a:off x="1718222" y="3339638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1" name="Content Placeholder 2">
            <a:extLst>
              <a:ext uri="{FF2B5EF4-FFF2-40B4-BE49-F238E27FC236}">
                <a16:creationId xmlns:a16="http://schemas.microsoft.com/office/drawing/2014/main" id="{03C55B14-3B80-8D12-E72B-67502EBBA52B}"/>
              </a:ext>
            </a:extLst>
          </p:cNvPr>
          <p:cNvSpPr txBox="1">
            <a:spLocks/>
          </p:cNvSpPr>
          <p:nvPr/>
        </p:nvSpPr>
        <p:spPr>
          <a:xfrm>
            <a:off x="1699432" y="2417444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5A468FFE-6194-D12C-2BBF-0B3315993824}"/>
              </a:ext>
            </a:extLst>
          </p:cNvPr>
          <p:cNvSpPr txBox="1">
            <a:spLocks/>
          </p:cNvSpPr>
          <p:nvPr/>
        </p:nvSpPr>
        <p:spPr>
          <a:xfrm>
            <a:off x="1699431" y="1487036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11681D72-6203-CF3A-7028-7E88C007C62E}"/>
              </a:ext>
            </a:extLst>
          </p:cNvPr>
          <p:cNvSpPr txBox="1">
            <a:spLocks/>
          </p:cNvSpPr>
          <p:nvPr/>
        </p:nvSpPr>
        <p:spPr>
          <a:xfrm>
            <a:off x="4024175" y="1517848"/>
            <a:ext cx="1076064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 and forward events via https call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0EB1F83-97C5-4075-BEFD-2BB38F9CC210}"/>
              </a:ext>
            </a:extLst>
          </p:cNvPr>
          <p:cNvSpPr/>
          <p:nvPr/>
        </p:nvSpPr>
        <p:spPr>
          <a:xfrm>
            <a:off x="7947616" y="894430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59" name="Straight Arrow Connector 44">
            <a:extLst>
              <a:ext uri="{FF2B5EF4-FFF2-40B4-BE49-F238E27FC236}">
                <a16:creationId xmlns:a16="http://schemas.microsoft.com/office/drawing/2014/main" id="{DDCC0A64-2A79-24E8-4306-2B08958C4842}"/>
              </a:ext>
            </a:extLst>
          </p:cNvPr>
          <p:cNvCxnSpPr>
            <a:cxnSpLocks/>
            <a:stCxn id="158" idx="1"/>
            <a:endCxn id="162" idx="1"/>
          </p:cNvCxnSpPr>
          <p:nvPr/>
        </p:nvCxnSpPr>
        <p:spPr>
          <a:xfrm rot="10800000" flipV="1">
            <a:off x="7931666" y="1177643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865ECBF-56E6-7FA9-6D94-3F8496DC079B}"/>
              </a:ext>
            </a:extLst>
          </p:cNvPr>
          <p:cNvGrpSpPr/>
          <p:nvPr/>
        </p:nvGrpSpPr>
        <p:grpSpPr>
          <a:xfrm>
            <a:off x="7931666" y="1824266"/>
            <a:ext cx="2064467" cy="566426"/>
            <a:chOff x="1480526" y="1003960"/>
            <a:chExt cx="2064467" cy="566426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E4A7F0D-A27E-A820-7B9F-C2D2282F3B04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ABD9A14-2AD9-9B7E-F853-0E20D5839242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88C7AF0-8C47-8790-693A-23761F932570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64" name="Straight Arrow Connector 44">
            <a:extLst>
              <a:ext uri="{FF2B5EF4-FFF2-40B4-BE49-F238E27FC236}">
                <a16:creationId xmlns:a16="http://schemas.microsoft.com/office/drawing/2014/main" id="{159A55BD-BA4D-C6CC-1863-D4CA7BA3B24C}"/>
              </a:ext>
            </a:extLst>
          </p:cNvPr>
          <p:cNvCxnSpPr>
            <a:cxnSpLocks/>
            <a:stCxn id="163" idx="1"/>
            <a:endCxn id="178" idx="1"/>
          </p:cNvCxnSpPr>
          <p:nvPr/>
        </p:nvCxnSpPr>
        <p:spPr>
          <a:xfrm rot="10800000" flipV="1">
            <a:off x="7939229" y="2202023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AB3139C-4129-8E5C-3EC8-838E3D5F15DA}"/>
              </a:ext>
            </a:extLst>
          </p:cNvPr>
          <p:cNvGrpSpPr/>
          <p:nvPr/>
        </p:nvGrpSpPr>
        <p:grpSpPr>
          <a:xfrm>
            <a:off x="7922537" y="3681536"/>
            <a:ext cx="2091772" cy="566426"/>
            <a:chOff x="1471397" y="3045788"/>
            <a:chExt cx="2091772" cy="566426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FCC2789-7A11-0BDE-76CD-D557F8C38874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DC85EA9-1E5E-86C2-C7D3-2BAB94EA8DED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  <a:r>
                  <a:rPr lang="en-GB" sz="2400" baseline="30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2</a:t>
                </a: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D6041965-90EC-A8DE-577D-93CBA1993137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301D3432-0241-E08C-BA9F-32895C993DC9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4B4BACCA-BDE4-C7EB-7F79-2F0715EED9A6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9E14FAC-2253-25B1-02C0-536F5F2342FF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1A2A995-9E9C-F213-484B-DA091CE13CC6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1C23468-88C6-88DD-0BF3-FD349FFCCAEF}"/>
              </a:ext>
            </a:extLst>
          </p:cNvPr>
          <p:cNvGrpSpPr/>
          <p:nvPr/>
        </p:nvGrpSpPr>
        <p:grpSpPr>
          <a:xfrm>
            <a:off x="7932237" y="2748397"/>
            <a:ext cx="2082245" cy="565200"/>
            <a:chOff x="1481097" y="1844201"/>
            <a:chExt cx="2082245" cy="565200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8529265-E148-FC06-DDE3-31E25185F14E}"/>
                </a:ext>
              </a:extLst>
            </p:cNvPr>
            <p:cNvGrpSpPr/>
            <p:nvPr/>
          </p:nvGrpSpPr>
          <p:grpSpPr>
            <a:xfrm>
              <a:off x="1481097" y="1844201"/>
              <a:ext cx="2068503" cy="565200"/>
              <a:chOff x="1481097" y="1844201"/>
              <a:chExt cx="2068503" cy="565200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CF7120C3-2E84-43B4-4F09-5DDE490699CE}"/>
                  </a:ext>
                </a:extLst>
              </p:cNvPr>
              <p:cNvGrpSpPr/>
              <p:nvPr/>
            </p:nvGrpSpPr>
            <p:grpSpPr>
              <a:xfrm>
                <a:off x="1488915" y="1844201"/>
                <a:ext cx="2060685" cy="565200"/>
                <a:chOff x="2467360" y="2224696"/>
                <a:chExt cx="2060685" cy="565200"/>
              </a:xfrm>
            </p:grpSpPr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3F8E211C-AAF7-732D-CC7B-4750C4FAB6B5}"/>
                    </a:ext>
                  </a:extLst>
                </p:cNvPr>
                <p:cNvSpPr/>
                <p:nvPr/>
              </p:nvSpPr>
              <p:spPr>
                <a:xfrm>
                  <a:off x="2467360" y="2224696"/>
                  <a:ext cx="2060685" cy="5652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FAB2137-485B-8D1F-EE23-10662AB93A5C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4E17CB5-D7AC-5D0D-708D-5A3A42A02006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62DFF08C-B562-ED72-F429-210A7DC6CFE0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C4B5A3E-70FC-2092-2EAB-6F876C846785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E6314AC-82C5-A5F0-B381-D9502CCDC628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6FF67A5-3347-4EB4-0656-6D5AD569FDCC}"/>
              </a:ext>
            </a:extLst>
          </p:cNvPr>
          <p:cNvGrpSpPr/>
          <p:nvPr/>
        </p:nvGrpSpPr>
        <p:grpSpPr>
          <a:xfrm>
            <a:off x="7930840" y="4612044"/>
            <a:ext cx="2083642" cy="566426"/>
            <a:chOff x="1479700" y="4320245"/>
            <a:chExt cx="2083642" cy="56642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59C7FB14-5E6A-C627-AABE-2FF4B1EFB86F}"/>
                </a:ext>
              </a:extLst>
            </p:cNvPr>
            <p:cNvGrpSpPr/>
            <p:nvPr/>
          </p:nvGrpSpPr>
          <p:grpSpPr>
            <a:xfrm>
              <a:off x="1479700" y="4320245"/>
              <a:ext cx="2069900" cy="566426"/>
              <a:chOff x="1479700" y="4320245"/>
              <a:chExt cx="2069900" cy="566426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F10443B-2194-3E9A-266C-707EA55B5751}"/>
                  </a:ext>
                </a:extLst>
              </p:cNvPr>
              <p:cNvSpPr/>
              <p:nvPr/>
            </p:nvSpPr>
            <p:spPr>
              <a:xfrm>
                <a:off x="1484308" y="4320245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🎬 </a:t>
                </a:r>
                <a:r>
                  <a:rPr lang="en-GB" sz="24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+mj-lt"/>
                    <a:cs typeface="Arial" panose="020B0604020202020204" pitchFamily="34" charset="0"/>
                  </a:rPr>
                  <a:t>Relay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E9A63E3C-585F-09BC-BD8B-151F82E8D37A}"/>
                  </a:ext>
                </a:extLst>
              </p:cNvPr>
              <p:cNvSpPr txBox="1"/>
              <p:nvPr/>
            </p:nvSpPr>
            <p:spPr>
              <a:xfrm>
                <a:off x="1479700" y="433907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869C9D62-FA61-093D-9888-A9BBABA9BBEE}"/>
                  </a:ext>
                </a:extLst>
              </p:cNvPr>
              <p:cNvSpPr txBox="1"/>
              <p:nvPr/>
            </p:nvSpPr>
            <p:spPr>
              <a:xfrm>
                <a:off x="1481098" y="450824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8B38F8D-384D-5FE9-32A0-AE9962549307}"/>
                </a:ext>
              </a:extLst>
            </p:cNvPr>
            <p:cNvSpPr txBox="1"/>
            <p:nvPr/>
          </p:nvSpPr>
          <p:spPr>
            <a:xfrm>
              <a:off x="3318288" y="4334852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D292198-E334-E479-ED58-C16D46199054}"/>
                </a:ext>
              </a:extLst>
            </p:cNvPr>
            <p:cNvSpPr txBox="1"/>
            <p:nvPr/>
          </p:nvSpPr>
          <p:spPr>
            <a:xfrm>
              <a:off x="3319686" y="451241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A635EA8-5C4D-0B12-A7CF-ED38A6F3B595}"/>
              </a:ext>
            </a:extLst>
          </p:cNvPr>
          <p:cNvSpPr/>
          <p:nvPr/>
        </p:nvSpPr>
        <p:spPr>
          <a:xfrm>
            <a:off x="7930840" y="5543158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90" name="Straight Arrow Connector 44">
            <a:extLst>
              <a:ext uri="{FF2B5EF4-FFF2-40B4-BE49-F238E27FC236}">
                <a16:creationId xmlns:a16="http://schemas.microsoft.com/office/drawing/2014/main" id="{1E63590D-C3B1-FA09-1774-A743DC7D1187}"/>
              </a:ext>
            </a:extLst>
          </p:cNvPr>
          <p:cNvCxnSpPr>
            <a:cxnSpLocks/>
            <a:stCxn id="179" idx="1"/>
            <a:endCxn id="171" idx="1"/>
          </p:cNvCxnSpPr>
          <p:nvPr/>
        </p:nvCxnSpPr>
        <p:spPr>
          <a:xfrm rot="10800000" flipV="1">
            <a:off x="7929529" y="3116739"/>
            <a:ext cx="2709" cy="766510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1" name="Straight Arrow Connector 44">
            <a:extLst>
              <a:ext uri="{FF2B5EF4-FFF2-40B4-BE49-F238E27FC236}">
                <a16:creationId xmlns:a16="http://schemas.microsoft.com/office/drawing/2014/main" id="{58B35E40-6380-668D-4BC3-78820C9C0C22}"/>
              </a:ext>
            </a:extLst>
          </p:cNvPr>
          <p:cNvCxnSpPr>
            <a:cxnSpLocks/>
            <a:stCxn id="172" idx="1"/>
            <a:endCxn id="187" idx="1"/>
          </p:cNvCxnSpPr>
          <p:nvPr/>
        </p:nvCxnSpPr>
        <p:spPr>
          <a:xfrm rot="10800000" flipH="1" flipV="1">
            <a:off x="7922536" y="4052426"/>
            <a:ext cx="8303" cy="763109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Arrow Connector 44">
            <a:extLst>
              <a:ext uri="{FF2B5EF4-FFF2-40B4-BE49-F238E27FC236}">
                <a16:creationId xmlns:a16="http://schemas.microsoft.com/office/drawing/2014/main" id="{0167192D-0552-7A31-435D-D0E770D1AB2F}"/>
              </a:ext>
            </a:extLst>
          </p:cNvPr>
          <p:cNvCxnSpPr>
            <a:cxnSpLocks/>
            <a:stCxn id="188" idx="1"/>
            <a:endCxn id="189" idx="1"/>
          </p:cNvCxnSpPr>
          <p:nvPr/>
        </p:nvCxnSpPr>
        <p:spPr>
          <a:xfrm rot="10800000" flipV="1">
            <a:off x="7930840" y="4984713"/>
            <a:ext cx="1398" cy="841657"/>
          </a:xfrm>
          <a:prstGeom prst="bentConnector3">
            <a:avLst>
              <a:gd name="adj1" fmla="val 1645193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3" name="Straight Arrow Connector 44">
            <a:extLst>
              <a:ext uri="{FF2B5EF4-FFF2-40B4-BE49-F238E27FC236}">
                <a16:creationId xmlns:a16="http://schemas.microsoft.com/office/drawing/2014/main" id="{CBEEEB42-AAE7-1473-0140-B45CB1F0A26A}"/>
              </a:ext>
            </a:extLst>
          </p:cNvPr>
          <p:cNvCxnSpPr>
            <a:cxnSpLocks/>
            <a:stCxn id="195" idx="3"/>
            <a:endCxn id="158" idx="3"/>
          </p:cNvCxnSpPr>
          <p:nvPr/>
        </p:nvCxnSpPr>
        <p:spPr>
          <a:xfrm flipH="1" flipV="1">
            <a:off x="10008301" y="1177643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Arrow Connector 44">
            <a:extLst>
              <a:ext uri="{FF2B5EF4-FFF2-40B4-BE49-F238E27FC236}">
                <a16:creationId xmlns:a16="http://schemas.microsoft.com/office/drawing/2014/main" id="{AC44F5E4-1BED-6607-7C2C-453219D41B6E}"/>
              </a:ext>
            </a:extLst>
          </p:cNvPr>
          <p:cNvCxnSpPr>
            <a:cxnSpLocks/>
            <a:stCxn id="175" idx="3"/>
            <a:endCxn id="196" idx="3"/>
          </p:cNvCxnSpPr>
          <p:nvPr/>
        </p:nvCxnSpPr>
        <p:spPr>
          <a:xfrm flipH="1" flipV="1">
            <a:off x="10004683" y="2194508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BCD5A21D-9DDC-E54D-94E7-BF1AFD31ECA4}"/>
              </a:ext>
            </a:extLst>
          </p:cNvPr>
          <p:cNvSpPr txBox="1"/>
          <p:nvPr/>
        </p:nvSpPr>
        <p:spPr>
          <a:xfrm>
            <a:off x="9768018" y="1840664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4A8FBF9-9F28-A09A-2A0B-7887D9407C24}"/>
              </a:ext>
            </a:extLst>
          </p:cNvPr>
          <p:cNvSpPr txBox="1"/>
          <p:nvPr/>
        </p:nvSpPr>
        <p:spPr>
          <a:xfrm>
            <a:off x="9761027" y="200984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97" name="Straight Arrow Connector 44">
            <a:extLst>
              <a:ext uri="{FF2B5EF4-FFF2-40B4-BE49-F238E27FC236}">
                <a16:creationId xmlns:a16="http://schemas.microsoft.com/office/drawing/2014/main" id="{BB9EB29C-7FBC-2654-2B7E-8F8E725D7AF4}"/>
              </a:ext>
            </a:extLst>
          </p:cNvPr>
          <p:cNvCxnSpPr>
            <a:cxnSpLocks/>
            <a:stCxn id="167" idx="3"/>
            <a:endCxn id="176" idx="3"/>
          </p:cNvCxnSpPr>
          <p:nvPr/>
        </p:nvCxnSpPr>
        <p:spPr>
          <a:xfrm flipV="1">
            <a:off x="10012911" y="3118137"/>
            <a:ext cx="1571" cy="766588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8" name="Straight Arrow Connector 44">
            <a:extLst>
              <a:ext uri="{FF2B5EF4-FFF2-40B4-BE49-F238E27FC236}">
                <a16:creationId xmlns:a16="http://schemas.microsoft.com/office/drawing/2014/main" id="{3FE1C58E-1CF2-39C3-80E8-21BBAFE53DCD}"/>
              </a:ext>
            </a:extLst>
          </p:cNvPr>
          <p:cNvCxnSpPr>
            <a:cxnSpLocks/>
            <a:stCxn id="184" idx="3"/>
            <a:endCxn id="168" idx="3"/>
          </p:cNvCxnSpPr>
          <p:nvPr/>
        </p:nvCxnSpPr>
        <p:spPr>
          <a:xfrm flipV="1">
            <a:off x="10013084" y="4053903"/>
            <a:ext cx="1225" cy="757414"/>
          </a:xfrm>
          <a:prstGeom prst="bentConnector3">
            <a:avLst>
              <a:gd name="adj1" fmla="val 1876122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44">
            <a:extLst>
              <a:ext uri="{FF2B5EF4-FFF2-40B4-BE49-F238E27FC236}">
                <a16:creationId xmlns:a16="http://schemas.microsoft.com/office/drawing/2014/main" id="{4E34655A-3E80-390B-0AFB-EA4266820625}"/>
              </a:ext>
            </a:extLst>
          </p:cNvPr>
          <p:cNvCxnSpPr>
            <a:cxnSpLocks/>
            <a:stCxn id="189" idx="3"/>
            <a:endCxn id="185" idx="3"/>
          </p:cNvCxnSpPr>
          <p:nvPr/>
        </p:nvCxnSpPr>
        <p:spPr>
          <a:xfrm flipV="1">
            <a:off x="9996132" y="4988884"/>
            <a:ext cx="18350" cy="837487"/>
          </a:xfrm>
          <a:prstGeom prst="bentConnector3">
            <a:avLst>
              <a:gd name="adj1" fmla="val 134577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Content Placeholder 2">
            <a:extLst>
              <a:ext uri="{FF2B5EF4-FFF2-40B4-BE49-F238E27FC236}">
                <a16:creationId xmlns:a16="http://schemas.microsoft.com/office/drawing/2014/main" id="{67A6E7EC-8F0F-5CF1-144D-04F12550E302}"/>
              </a:ext>
            </a:extLst>
          </p:cNvPr>
          <p:cNvSpPr txBox="1">
            <a:spLocks/>
          </p:cNvSpPr>
          <p:nvPr/>
        </p:nvSpPr>
        <p:spPr>
          <a:xfrm>
            <a:off x="6179574" y="1226126"/>
            <a:ext cx="1512219" cy="160043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translate, then encrypt commands with </a:t>
            </a:r>
            <a:r>
              <a:rPr lang="en-US" sz="1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🎬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Relay’s public key, and send via secure WebSocket</a:t>
            </a:r>
          </a:p>
        </p:txBody>
      </p:sp>
      <p:sp>
        <p:nvSpPr>
          <p:cNvPr id="201" name="Content Placeholder 2">
            <a:extLst>
              <a:ext uri="{FF2B5EF4-FFF2-40B4-BE49-F238E27FC236}">
                <a16:creationId xmlns:a16="http://schemas.microsoft.com/office/drawing/2014/main" id="{34833229-DADA-DF76-CAAF-6C3C9C8E024D}"/>
              </a:ext>
            </a:extLst>
          </p:cNvPr>
          <p:cNvSpPr txBox="1">
            <a:spLocks/>
          </p:cNvSpPr>
          <p:nvPr/>
        </p:nvSpPr>
        <p:spPr>
          <a:xfrm>
            <a:off x="6327603" y="4516147"/>
            <a:ext cx="1355114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decrypt command with </a:t>
            </a:r>
            <a:r>
              <a:rPr lang="en-US" i="0" dirty="0"/>
              <a:t>🎬</a:t>
            </a:r>
            <a:r>
              <a:rPr lang="en-US" dirty="0"/>
              <a:t> Relay’s private key</a:t>
            </a:r>
          </a:p>
        </p:txBody>
      </p:sp>
      <p:sp>
        <p:nvSpPr>
          <p:cNvPr id="202" name="Content Placeholder 2">
            <a:extLst>
              <a:ext uri="{FF2B5EF4-FFF2-40B4-BE49-F238E27FC236}">
                <a16:creationId xmlns:a16="http://schemas.microsoft.com/office/drawing/2014/main" id="{6E5BC961-D132-70DC-DAAB-528397B5C1FA}"/>
              </a:ext>
            </a:extLst>
          </p:cNvPr>
          <p:cNvSpPr txBox="1">
            <a:spLocks/>
          </p:cNvSpPr>
          <p:nvPr/>
        </p:nvSpPr>
        <p:spPr>
          <a:xfrm>
            <a:off x="6340559" y="3485230"/>
            <a:ext cx="1340645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convert internet requests to LoRaWAN</a:t>
            </a:r>
          </a:p>
        </p:txBody>
      </p:sp>
      <p:sp>
        <p:nvSpPr>
          <p:cNvPr id="203" name="Content Placeholder 2">
            <a:extLst>
              <a:ext uri="{FF2B5EF4-FFF2-40B4-BE49-F238E27FC236}">
                <a16:creationId xmlns:a16="http://schemas.microsoft.com/office/drawing/2014/main" id="{EBA81368-0A97-3CA4-AB35-95A9DC63AA75}"/>
              </a:ext>
            </a:extLst>
          </p:cNvPr>
          <p:cNvSpPr txBox="1">
            <a:spLocks/>
          </p:cNvSpPr>
          <p:nvPr/>
        </p:nvSpPr>
        <p:spPr>
          <a:xfrm>
            <a:off x="7943182" y="427977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6"/>
                </a:solidFill>
              </a:rPr>
              <a:t>LoRaWAN</a:t>
            </a:r>
          </a:p>
        </p:txBody>
      </p:sp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51BC8352-48A5-907B-296E-7F1B0BF0FEDC}"/>
              </a:ext>
            </a:extLst>
          </p:cNvPr>
          <p:cNvSpPr txBox="1">
            <a:spLocks/>
          </p:cNvSpPr>
          <p:nvPr/>
        </p:nvSpPr>
        <p:spPr>
          <a:xfrm>
            <a:off x="7922535" y="521298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24346827-5424-25AD-8BC2-8F74A66B687D}"/>
              </a:ext>
            </a:extLst>
          </p:cNvPr>
          <p:cNvSpPr txBox="1">
            <a:spLocks/>
          </p:cNvSpPr>
          <p:nvPr/>
        </p:nvSpPr>
        <p:spPr>
          <a:xfrm>
            <a:off x="7941324" y="3344493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206" name="Content Placeholder 2">
            <a:extLst>
              <a:ext uri="{FF2B5EF4-FFF2-40B4-BE49-F238E27FC236}">
                <a16:creationId xmlns:a16="http://schemas.microsoft.com/office/drawing/2014/main" id="{40F94784-C772-A718-FF7E-6222464B2E26}"/>
              </a:ext>
            </a:extLst>
          </p:cNvPr>
          <p:cNvSpPr txBox="1">
            <a:spLocks/>
          </p:cNvSpPr>
          <p:nvPr/>
        </p:nvSpPr>
        <p:spPr>
          <a:xfrm>
            <a:off x="7922534" y="2422299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41A5F478-6202-F0F4-B5A9-8F6D78B58103}"/>
              </a:ext>
            </a:extLst>
          </p:cNvPr>
          <p:cNvSpPr txBox="1">
            <a:spLocks/>
          </p:cNvSpPr>
          <p:nvPr/>
        </p:nvSpPr>
        <p:spPr>
          <a:xfrm>
            <a:off x="7922533" y="1491891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208" name="Content Placeholder 2">
            <a:extLst>
              <a:ext uri="{FF2B5EF4-FFF2-40B4-BE49-F238E27FC236}">
                <a16:creationId xmlns:a16="http://schemas.microsoft.com/office/drawing/2014/main" id="{6CFC4F8B-B3A7-0CAA-9710-6D5253DC5A53}"/>
              </a:ext>
            </a:extLst>
          </p:cNvPr>
          <p:cNvSpPr txBox="1">
            <a:spLocks/>
          </p:cNvSpPr>
          <p:nvPr/>
        </p:nvSpPr>
        <p:spPr>
          <a:xfrm>
            <a:off x="10256565" y="4487670"/>
            <a:ext cx="1183174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event with </a:t>
            </a:r>
            <a:r>
              <a:rPr lang="en-GB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  Relayer’s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public key</a:t>
            </a:r>
          </a:p>
        </p:txBody>
      </p:sp>
      <p:sp>
        <p:nvSpPr>
          <p:cNvPr id="209" name="Content Placeholder 2">
            <a:extLst>
              <a:ext uri="{FF2B5EF4-FFF2-40B4-BE49-F238E27FC236}">
                <a16:creationId xmlns:a16="http://schemas.microsoft.com/office/drawing/2014/main" id="{3491E443-1DB0-84BD-0B3D-251FA3D2DBA5}"/>
              </a:ext>
            </a:extLst>
          </p:cNvPr>
          <p:cNvSpPr txBox="1">
            <a:spLocks/>
          </p:cNvSpPr>
          <p:nvPr/>
        </p:nvSpPr>
        <p:spPr>
          <a:xfrm>
            <a:off x="10258139" y="3485230"/>
            <a:ext cx="1279820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convert LoRaWAN to secure WebSocket</a:t>
            </a:r>
          </a:p>
        </p:txBody>
      </p:sp>
      <p:sp>
        <p:nvSpPr>
          <p:cNvPr id="210" name="Content Placeholder 2">
            <a:extLst>
              <a:ext uri="{FF2B5EF4-FFF2-40B4-BE49-F238E27FC236}">
                <a16:creationId xmlns:a16="http://schemas.microsoft.com/office/drawing/2014/main" id="{52C059D6-563E-D062-A2B2-7004D33494C5}"/>
              </a:ext>
            </a:extLst>
          </p:cNvPr>
          <p:cNvSpPr txBox="1">
            <a:spLocks/>
          </p:cNvSpPr>
          <p:nvPr/>
        </p:nvSpPr>
        <p:spPr>
          <a:xfrm>
            <a:off x="10255678" y="1226126"/>
            <a:ext cx="1239801" cy="160043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decrypt events with </a:t>
            </a:r>
            <a:r>
              <a:rPr lang="en-GB" sz="1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Relayer’s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private key, translate, and forward via https call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6822B3A-65FB-BA4A-DBFD-0574AA1D049E}"/>
              </a:ext>
            </a:extLst>
          </p:cNvPr>
          <p:cNvSpPr txBox="1"/>
          <p:nvPr/>
        </p:nvSpPr>
        <p:spPr>
          <a:xfrm>
            <a:off x="1706426" y="208617"/>
            <a:ext cx="206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EEC2176-6C77-7EE5-4DF4-1258B30EB779}"/>
              </a:ext>
            </a:extLst>
          </p:cNvPr>
          <p:cNvSpPr txBox="1"/>
          <p:nvPr/>
        </p:nvSpPr>
        <p:spPr>
          <a:xfrm>
            <a:off x="7923235" y="208617"/>
            <a:ext cx="206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Antenna</a:t>
            </a:r>
            <a:r>
              <a:rPr lang="en-GB" sz="2400" i="1" baseline="300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478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9E1E-FE97-09CC-51D6-4F897EDA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FF22A5-481A-3382-9FEC-4E9006F0389D}"/>
              </a:ext>
            </a:extLst>
          </p:cNvPr>
          <p:cNvSpPr/>
          <p:nvPr/>
        </p:nvSpPr>
        <p:spPr>
          <a:xfrm>
            <a:off x="2016593" y="233515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4" name="Straight Arrow Connector 44">
            <a:extLst>
              <a:ext uri="{FF2B5EF4-FFF2-40B4-BE49-F238E27FC236}">
                <a16:creationId xmlns:a16="http://schemas.microsoft.com/office/drawing/2014/main" id="{6465D179-F884-1188-3D57-B93143387BE7}"/>
              </a:ext>
            </a:extLst>
          </p:cNvPr>
          <p:cNvCxnSpPr>
            <a:cxnSpLocks/>
            <a:stCxn id="13" idx="1"/>
            <a:endCxn id="18" idx="1"/>
          </p:cNvCxnSpPr>
          <p:nvPr/>
        </p:nvCxnSpPr>
        <p:spPr>
          <a:xfrm rot="10800000" flipV="1">
            <a:off x="2000643" y="516728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4D8130-D702-B610-E062-353005D3EACB}"/>
              </a:ext>
            </a:extLst>
          </p:cNvPr>
          <p:cNvGrpSpPr/>
          <p:nvPr/>
        </p:nvGrpSpPr>
        <p:grpSpPr>
          <a:xfrm>
            <a:off x="2000643" y="1163351"/>
            <a:ext cx="2064467" cy="566426"/>
            <a:chOff x="1480526" y="1003960"/>
            <a:chExt cx="2064467" cy="5664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058E96-B204-F3E4-DF31-C04D7EA9C315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6BA077-066D-965D-2B54-E93246810FB1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6924A2-60FA-230C-0A22-977CE2BA1D2C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26" name="Straight Arrow Connector 44">
            <a:extLst>
              <a:ext uri="{FF2B5EF4-FFF2-40B4-BE49-F238E27FC236}">
                <a16:creationId xmlns:a16="http://schemas.microsoft.com/office/drawing/2014/main" id="{407DA632-8EE0-BF25-5F55-AAFBFF977123}"/>
              </a:ext>
            </a:extLst>
          </p:cNvPr>
          <p:cNvCxnSpPr>
            <a:cxnSpLocks/>
            <a:stCxn id="21" idx="1"/>
            <a:endCxn id="23" idx="1"/>
          </p:cNvCxnSpPr>
          <p:nvPr/>
        </p:nvCxnSpPr>
        <p:spPr>
          <a:xfrm rot="10800000" flipV="1">
            <a:off x="2008206" y="1541108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E17D1A-D323-0BAA-0185-D911FF9560E9}"/>
              </a:ext>
            </a:extLst>
          </p:cNvPr>
          <p:cNvGrpSpPr/>
          <p:nvPr/>
        </p:nvGrpSpPr>
        <p:grpSpPr>
          <a:xfrm>
            <a:off x="1991514" y="3037399"/>
            <a:ext cx="2091772" cy="566426"/>
            <a:chOff x="1471397" y="3045788"/>
            <a:chExt cx="2091772" cy="56642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EF546B-4638-2BE7-FEA2-893BC84FF583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793BAF-7582-9255-59A6-208D7A96261A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3B4A8ED-2F34-B143-2D5D-FB20180B92D7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4D623A-31F2-0204-1DFD-C8F2D1D14F24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6F4A0B-5DB7-8D29-1C9D-0257D230F2F4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6A1E47-A538-7A2D-86B6-BDB3A884B87D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6642096-D462-F9FE-B5C1-53A14F8DA97F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BD1A54-34FA-EA64-8232-D826FB094BAA}"/>
              </a:ext>
            </a:extLst>
          </p:cNvPr>
          <p:cNvGrpSpPr/>
          <p:nvPr/>
        </p:nvGrpSpPr>
        <p:grpSpPr>
          <a:xfrm>
            <a:off x="2001214" y="2087483"/>
            <a:ext cx="2082245" cy="560061"/>
            <a:chOff x="1481097" y="1844202"/>
            <a:chExt cx="2082245" cy="560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0D6689-B6B1-209E-BAE0-D6B3B02447D0}"/>
                </a:ext>
              </a:extLst>
            </p:cNvPr>
            <p:cNvGrpSpPr/>
            <p:nvPr/>
          </p:nvGrpSpPr>
          <p:grpSpPr>
            <a:xfrm>
              <a:off x="1481097" y="1844202"/>
              <a:ext cx="2068503" cy="560061"/>
              <a:chOff x="1481097" y="1844202"/>
              <a:chExt cx="2068503" cy="560061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15E003F-7835-C560-4A22-DDBFB3913A02}"/>
                  </a:ext>
                </a:extLst>
              </p:cNvPr>
              <p:cNvGrpSpPr/>
              <p:nvPr/>
            </p:nvGrpSpPr>
            <p:grpSpPr>
              <a:xfrm>
                <a:off x="1488915" y="1844202"/>
                <a:ext cx="2060685" cy="560061"/>
                <a:chOff x="2467360" y="2224697"/>
                <a:chExt cx="2060685" cy="560061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5B74DE9-B796-0683-4782-D2194ADC657F}"/>
                    </a:ext>
                  </a:extLst>
                </p:cNvPr>
                <p:cNvSpPr/>
                <p:nvPr/>
              </p:nvSpPr>
              <p:spPr>
                <a:xfrm>
                  <a:off x="2467360" y="2224697"/>
                  <a:ext cx="2060685" cy="56006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D80805A-E892-59EF-E44F-C065EDCC0D41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BF68B-15ED-AEAF-BEF6-1F93AA716677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4BE948-763B-F171-E60C-15D7276EF98A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7B55C0-BB66-8424-C40D-75541EA98D45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5AB6D3-1E05-8288-F20B-E93126BC1F8F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FF32C49-849C-7B5A-7D76-EB2764093D77}"/>
              </a:ext>
            </a:extLst>
          </p:cNvPr>
          <p:cNvGrpSpPr/>
          <p:nvPr/>
        </p:nvGrpSpPr>
        <p:grpSpPr>
          <a:xfrm>
            <a:off x="1999817" y="3967907"/>
            <a:ext cx="2083642" cy="566426"/>
            <a:chOff x="1479700" y="4320245"/>
            <a:chExt cx="2083642" cy="56642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727F0E-513A-7ED1-2989-90F876E740B4}"/>
                </a:ext>
              </a:extLst>
            </p:cNvPr>
            <p:cNvGrpSpPr/>
            <p:nvPr/>
          </p:nvGrpSpPr>
          <p:grpSpPr>
            <a:xfrm>
              <a:off x="1479700" y="4320245"/>
              <a:ext cx="2069900" cy="566426"/>
              <a:chOff x="1479700" y="4320245"/>
              <a:chExt cx="2069900" cy="56642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B2EFCFD-A2E7-546D-0A1B-4DA2B32D02C5}"/>
                  </a:ext>
                </a:extLst>
              </p:cNvPr>
              <p:cNvSpPr/>
              <p:nvPr/>
            </p:nvSpPr>
            <p:spPr>
              <a:xfrm>
                <a:off x="1484308" y="4320245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🎬 </a:t>
                </a:r>
                <a:r>
                  <a:rPr lang="en-GB" sz="24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+mj-lt"/>
                    <a:cs typeface="Arial" panose="020B0604020202020204" pitchFamily="34" charset="0"/>
                  </a:rPr>
                  <a:t>Relay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3228D8-888B-384F-AB37-8492498DBBD4}"/>
                  </a:ext>
                </a:extLst>
              </p:cNvPr>
              <p:cNvSpPr txBox="1"/>
              <p:nvPr/>
            </p:nvSpPr>
            <p:spPr>
              <a:xfrm>
                <a:off x="1479700" y="433907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AAC88D2-5E55-8D97-EDA4-F60063CEA235}"/>
                  </a:ext>
                </a:extLst>
              </p:cNvPr>
              <p:cNvSpPr txBox="1"/>
              <p:nvPr/>
            </p:nvSpPr>
            <p:spPr>
              <a:xfrm>
                <a:off x="1481098" y="450824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BB1CEC-3D95-0BDA-FE92-AB879F73107D}"/>
                </a:ext>
              </a:extLst>
            </p:cNvPr>
            <p:cNvSpPr txBox="1"/>
            <p:nvPr/>
          </p:nvSpPr>
          <p:spPr>
            <a:xfrm>
              <a:off x="3318288" y="4334852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A6F228-50A0-887C-AEB2-1E8D04616302}"/>
                </a:ext>
              </a:extLst>
            </p:cNvPr>
            <p:cNvSpPr txBox="1"/>
            <p:nvPr/>
          </p:nvSpPr>
          <p:spPr>
            <a:xfrm>
              <a:off x="3319686" y="451241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EEE6FF6-1096-02AE-8A08-0659CF9A29B1}"/>
              </a:ext>
            </a:extLst>
          </p:cNvPr>
          <p:cNvSpPr/>
          <p:nvPr/>
        </p:nvSpPr>
        <p:spPr>
          <a:xfrm>
            <a:off x="1999817" y="4899021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49" name="Straight Arrow Connector 44">
            <a:extLst>
              <a:ext uri="{FF2B5EF4-FFF2-40B4-BE49-F238E27FC236}">
                <a16:creationId xmlns:a16="http://schemas.microsoft.com/office/drawing/2014/main" id="{C97AB908-EC36-9CA3-FD97-7C5F69CBAAAD}"/>
              </a:ext>
            </a:extLst>
          </p:cNvPr>
          <p:cNvCxnSpPr>
            <a:cxnSpLocks/>
            <a:stCxn id="24" idx="1"/>
            <a:endCxn id="30" idx="1"/>
          </p:cNvCxnSpPr>
          <p:nvPr/>
        </p:nvCxnSpPr>
        <p:spPr>
          <a:xfrm rot="10800000" flipV="1">
            <a:off x="1998506" y="2455824"/>
            <a:ext cx="2709" cy="783288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44">
            <a:extLst>
              <a:ext uri="{FF2B5EF4-FFF2-40B4-BE49-F238E27FC236}">
                <a16:creationId xmlns:a16="http://schemas.microsoft.com/office/drawing/2014/main" id="{286A2E60-E830-552B-A754-218A54B7D246}"/>
              </a:ext>
            </a:extLst>
          </p:cNvPr>
          <p:cNvCxnSpPr>
            <a:cxnSpLocks/>
            <a:stCxn id="31" idx="1"/>
            <a:endCxn id="34" idx="1"/>
          </p:cNvCxnSpPr>
          <p:nvPr/>
        </p:nvCxnSpPr>
        <p:spPr>
          <a:xfrm rot="10800000" flipH="1" flipV="1">
            <a:off x="1991513" y="3408289"/>
            <a:ext cx="8303" cy="763109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44">
            <a:extLst>
              <a:ext uri="{FF2B5EF4-FFF2-40B4-BE49-F238E27FC236}">
                <a16:creationId xmlns:a16="http://schemas.microsoft.com/office/drawing/2014/main" id="{70241A73-9077-0D7D-16A1-B04B174243AB}"/>
              </a:ext>
            </a:extLst>
          </p:cNvPr>
          <p:cNvCxnSpPr>
            <a:cxnSpLocks/>
            <a:stCxn id="35" idx="1"/>
            <a:endCxn id="8" idx="1"/>
          </p:cNvCxnSpPr>
          <p:nvPr/>
        </p:nvCxnSpPr>
        <p:spPr>
          <a:xfrm rot="10800000" flipV="1">
            <a:off x="1999817" y="4340576"/>
            <a:ext cx="1398" cy="841657"/>
          </a:xfrm>
          <a:prstGeom prst="bentConnector3">
            <a:avLst>
              <a:gd name="adj1" fmla="val 1645193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44">
            <a:extLst>
              <a:ext uri="{FF2B5EF4-FFF2-40B4-BE49-F238E27FC236}">
                <a16:creationId xmlns:a16="http://schemas.microsoft.com/office/drawing/2014/main" id="{C7699A61-4960-A252-B2A6-B4CBE94997CB}"/>
              </a:ext>
            </a:extLst>
          </p:cNvPr>
          <p:cNvCxnSpPr>
            <a:cxnSpLocks/>
            <a:stCxn id="66" idx="3"/>
            <a:endCxn id="13" idx="3"/>
          </p:cNvCxnSpPr>
          <p:nvPr/>
        </p:nvCxnSpPr>
        <p:spPr>
          <a:xfrm flipH="1" flipV="1">
            <a:off x="4077278" y="516728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44">
            <a:extLst>
              <a:ext uri="{FF2B5EF4-FFF2-40B4-BE49-F238E27FC236}">
                <a16:creationId xmlns:a16="http://schemas.microsoft.com/office/drawing/2014/main" id="{30F761CC-41FE-4836-A26B-C6BDD67E5D87}"/>
              </a:ext>
            </a:extLst>
          </p:cNvPr>
          <p:cNvCxnSpPr>
            <a:cxnSpLocks/>
            <a:stCxn id="40" idx="3"/>
            <a:endCxn id="67" idx="3"/>
          </p:cNvCxnSpPr>
          <p:nvPr/>
        </p:nvCxnSpPr>
        <p:spPr>
          <a:xfrm flipH="1" flipV="1">
            <a:off x="4073660" y="1533593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E5105BF-9CC6-D537-C388-38C349FD17E9}"/>
              </a:ext>
            </a:extLst>
          </p:cNvPr>
          <p:cNvSpPr txBox="1"/>
          <p:nvPr/>
        </p:nvSpPr>
        <p:spPr>
          <a:xfrm>
            <a:off x="3836995" y="117974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5894C6-7F74-5B2E-B0AB-84475458114A}"/>
              </a:ext>
            </a:extLst>
          </p:cNvPr>
          <p:cNvSpPr txBox="1"/>
          <p:nvPr/>
        </p:nvSpPr>
        <p:spPr>
          <a:xfrm>
            <a:off x="3830004" y="134892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70" name="Straight Arrow Connector 44">
            <a:extLst>
              <a:ext uri="{FF2B5EF4-FFF2-40B4-BE49-F238E27FC236}">
                <a16:creationId xmlns:a16="http://schemas.microsoft.com/office/drawing/2014/main" id="{A7DB0789-B52F-492F-B0C2-152064C2391D}"/>
              </a:ext>
            </a:extLst>
          </p:cNvPr>
          <p:cNvCxnSpPr>
            <a:cxnSpLocks/>
            <a:stCxn id="37" idx="3"/>
            <a:endCxn id="41" idx="3"/>
          </p:cNvCxnSpPr>
          <p:nvPr/>
        </p:nvCxnSpPr>
        <p:spPr>
          <a:xfrm flipV="1">
            <a:off x="4081888" y="2457222"/>
            <a:ext cx="1571" cy="783366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44">
            <a:extLst>
              <a:ext uri="{FF2B5EF4-FFF2-40B4-BE49-F238E27FC236}">
                <a16:creationId xmlns:a16="http://schemas.microsoft.com/office/drawing/2014/main" id="{E3FFA7B8-F056-0B61-3115-60385C780BF3}"/>
              </a:ext>
            </a:extLst>
          </p:cNvPr>
          <p:cNvCxnSpPr>
            <a:cxnSpLocks/>
            <a:stCxn id="43" idx="3"/>
            <a:endCxn id="38" idx="3"/>
          </p:cNvCxnSpPr>
          <p:nvPr/>
        </p:nvCxnSpPr>
        <p:spPr>
          <a:xfrm flipV="1">
            <a:off x="4082061" y="3409766"/>
            <a:ext cx="1225" cy="757414"/>
          </a:xfrm>
          <a:prstGeom prst="bentConnector3">
            <a:avLst>
              <a:gd name="adj1" fmla="val 1876122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44">
            <a:extLst>
              <a:ext uri="{FF2B5EF4-FFF2-40B4-BE49-F238E27FC236}">
                <a16:creationId xmlns:a16="http://schemas.microsoft.com/office/drawing/2014/main" id="{09727FAA-793D-4704-53E9-C0482BFD21C9}"/>
              </a:ext>
            </a:extLst>
          </p:cNvPr>
          <p:cNvCxnSpPr>
            <a:cxnSpLocks/>
            <a:stCxn id="8" idx="3"/>
            <a:endCxn id="44" idx="3"/>
          </p:cNvCxnSpPr>
          <p:nvPr/>
        </p:nvCxnSpPr>
        <p:spPr>
          <a:xfrm flipV="1">
            <a:off x="4065109" y="4344747"/>
            <a:ext cx="18350" cy="837487"/>
          </a:xfrm>
          <a:prstGeom prst="bentConnector3">
            <a:avLst>
              <a:gd name="adj1" fmla="val 134577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666690F3-658D-65B0-F193-3F37E1FDC2D9}"/>
              </a:ext>
            </a:extLst>
          </p:cNvPr>
          <p:cNvSpPr txBox="1">
            <a:spLocks/>
          </p:cNvSpPr>
          <p:nvPr/>
        </p:nvSpPr>
        <p:spPr>
          <a:xfrm>
            <a:off x="9944" y="1078928"/>
            <a:ext cx="1759216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command with relay’s public key, and send via secure WebSocket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BF4ADE66-D2B6-1A3D-85D6-46C3D72A515B}"/>
              </a:ext>
            </a:extLst>
          </p:cNvPr>
          <p:cNvSpPr txBox="1">
            <a:spLocks/>
          </p:cNvSpPr>
          <p:nvPr/>
        </p:nvSpPr>
        <p:spPr>
          <a:xfrm>
            <a:off x="152924" y="3955900"/>
            <a:ext cx="159877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decrypt command with relay’s private key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626431DF-43E3-781D-7254-48AFB79C0619}"/>
              </a:ext>
            </a:extLst>
          </p:cNvPr>
          <p:cNvSpPr txBox="1">
            <a:spLocks/>
          </p:cNvSpPr>
          <p:nvPr/>
        </p:nvSpPr>
        <p:spPr>
          <a:xfrm>
            <a:off x="144309" y="3054446"/>
            <a:ext cx="159877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convert internet requests to LoRaWAN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144BFE00-62F2-5148-D974-1E6B5330D956}"/>
              </a:ext>
            </a:extLst>
          </p:cNvPr>
          <p:cNvSpPr txBox="1">
            <a:spLocks/>
          </p:cNvSpPr>
          <p:nvPr/>
        </p:nvSpPr>
        <p:spPr>
          <a:xfrm>
            <a:off x="2012159" y="3635635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6"/>
                </a:solidFill>
              </a:rPr>
              <a:t>LoRaWAN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855AD94D-E0AF-97F2-7500-36BE3397B22D}"/>
              </a:ext>
            </a:extLst>
          </p:cNvPr>
          <p:cNvSpPr txBox="1">
            <a:spLocks/>
          </p:cNvSpPr>
          <p:nvPr/>
        </p:nvSpPr>
        <p:spPr>
          <a:xfrm>
            <a:off x="1991512" y="4568845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073A9F12-5450-0BC3-E5B5-2B301D6FCC6C}"/>
              </a:ext>
            </a:extLst>
          </p:cNvPr>
          <p:cNvSpPr txBox="1">
            <a:spLocks/>
          </p:cNvSpPr>
          <p:nvPr/>
        </p:nvSpPr>
        <p:spPr>
          <a:xfrm>
            <a:off x="2010301" y="2691967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1D6D2597-B5FF-6512-1538-918C21DFC1B2}"/>
              </a:ext>
            </a:extLst>
          </p:cNvPr>
          <p:cNvSpPr txBox="1">
            <a:spLocks/>
          </p:cNvSpPr>
          <p:nvPr/>
        </p:nvSpPr>
        <p:spPr>
          <a:xfrm>
            <a:off x="1991511" y="1761384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3AA354A4-F679-B9B0-066D-0AED16A7DB8D}"/>
              </a:ext>
            </a:extLst>
          </p:cNvPr>
          <p:cNvSpPr txBox="1">
            <a:spLocks/>
          </p:cNvSpPr>
          <p:nvPr/>
        </p:nvSpPr>
        <p:spPr>
          <a:xfrm>
            <a:off x="1991510" y="830976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9F328179-EF45-E7D5-B84F-F4E1D22051FE}"/>
              </a:ext>
            </a:extLst>
          </p:cNvPr>
          <p:cNvSpPr txBox="1">
            <a:spLocks/>
          </p:cNvSpPr>
          <p:nvPr/>
        </p:nvSpPr>
        <p:spPr>
          <a:xfrm>
            <a:off x="4325718" y="3982514"/>
            <a:ext cx="2008259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event with relayer’s public key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F715C107-73BC-9AB8-4965-433351B09EFC}"/>
              </a:ext>
            </a:extLst>
          </p:cNvPr>
          <p:cNvSpPr txBox="1">
            <a:spLocks/>
          </p:cNvSpPr>
          <p:nvPr/>
        </p:nvSpPr>
        <p:spPr>
          <a:xfrm>
            <a:off x="4327116" y="3037399"/>
            <a:ext cx="1589977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convert LoRaWAN to secure WebSocket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5B790EB6-6613-16FC-F718-5B6E01FD1141}"/>
              </a:ext>
            </a:extLst>
          </p:cNvPr>
          <p:cNvSpPr txBox="1">
            <a:spLocks/>
          </p:cNvSpPr>
          <p:nvPr/>
        </p:nvSpPr>
        <p:spPr>
          <a:xfrm>
            <a:off x="4324718" y="1078928"/>
            <a:ext cx="1648230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decrypt event with relayer’s private key, and forward via https call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BD09DD8-9FBB-2F9A-BCB6-CEE75FB8CDDC}"/>
              </a:ext>
            </a:extLst>
          </p:cNvPr>
          <p:cNvSpPr/>
          <p:nvPr/>
        </p:nvSpPr>
        <p:spPr>
          <a:xfrm>
            <a:off x="8108543" y="220271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01" name="Straight Arrow Connector 44">
            <a:extLst>
              <a:ext uri="{FF2B5EF4-FFF2-40B4-BE49-F238E27FC236}">
                <a16:creationId xmlns:a16="http://schemas.microsoft.com/office/drawing/2014/main" id="{B1ABC83C-9F2A-16FC-7656-EDAFF8F3F1FB}"/>
              </a:ext>
            </a:extLst>
          </p:cNvPr>
          <p:cNvCxnSpPr>
            <a:cxnSpLocks/>
            <a:stCxn id="100" idx="1"/>
            <a:endCxn id="104" idx="1"/>
          </p:cNvCxnSpPr>
          <p:nvPr/>
        </p:nvCxnSpPr>
        <p:spPr>
          <a:xfrm rot="10800000" flipV="1">
            <a:off x="8092593" y="503484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6368C8D-C9F7-A8C1-6E30-6ECB8148E66A}"/>
              </a:ext>
            </a:extLst>
          </p:cNvPr>
          <p:cNvGrpSpPr/>
          <p:nvPr/>
        </p:nvGrpSpPr>
        <p:grpSpPr>
          <a:xfrm>
            <a:off x="8092593" y="1150107"/>
            <a:ext cx="2064467" cy="566426"/>
            <a:chOff x="1480526" y="1003960"/>
            <a:chExt cx="2064467" cy="566426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B5C7731-1D3E-5718-EDD6-9FF0A036A5E7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B3D0C9D-988C-6FCC-26A2-2CFCFE9F4C4E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D67282D-B3C2-CBD8-4592-0787C11BF0F6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F04D49F3-32EA-B6B3-106E-FFD356FC93DF}"/>
              </a:ext>
            </a:extLst>
          </p:cNvPr>
          <p:cNvCxnSpPr>
            <a:cxnSpLocks/>
            <a:stCxn id="105" idx="1"/>
            <a:endCxn id="120" idx="1"/>
          </p:cNvCxnSpPr>
          <p:nvPr/>
        </p:nvCxnSpPr>
        <p:spPr>
          <a:xfrm rot="10800000" flipV="1">
            <a:off x="8100156" y="1527864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2A69B1-73DD-833C-9E13-2B2859C5D937}"/>
              </a:ext>
            </a:extLst>
          </p:cNvPr>
          <p:cNvGrpSpPr/>
          <p:nvPr/>
        </p:nvGrpSpPr>
        <p:grpSpPr>
          <a:xfrm>
            <a:off x="8083464" y="3024155"/>
            <a:ext cx="2091772" cy="566426"/>
            <a:chOff x="1471397" y="3045788"/>
            <a:chExt cx="2091772" cy="566426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551E737-04CE-F8DF-5820-F0F4F1580F21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2B4B7A6-A8E1-B4B1-5F55-70E2A7EAFF28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25B69265-A313-85E7-56D6-E6D7DF845AD0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89D18341-3927-70B7-86B3-774E5C0EC75E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74174CC-6806-28E9-7CF1-8375115E16B2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1EEEAA-82F0-84C3-06C4-CBF6A57C0710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07695B-EC85-B7A4-2128-E3C0B85B6322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FE21FE0-0A0E-F152-5530-DDDB4BACA5AE}"/>
              </a:ext>
            </a:extLst>
          </p:cNvPr>
          <p:cNvGrpSpPr/>
          <p:nvPr/>
        </p:nvGrpSpPr>
        <p:grpSpPr>
          <a:xfrm>
            <a:off x="8093164" y="2074239"/>
            <a:ext cx="2082245" cy="560061"/>
            <a:chOff x="1481097" y="1844202"/>
            <a:chExt cx="2082245" cy="560061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64F7B58-B6E8-7E8D-0982-EBF10E79BA5F}"/>
                </a:ext>
              </a:extLst>
            </p:cNvPr>
            <p:cNvGrpSpPr/>
            <p:nvPr/>
          </p:nvGrpSpPr>
          <p:grpSpPr>
            <a:xfrm>
              <a:off x="1481097" y="1844202"/>
              <a:ext cx="2068503" cy="560061"/>
              <a:chOff x="1481097" y="1844202"/>
              <a:chExt cx="2068503" cy="560061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14066531-3949-7295-2B88-481154BBA638}"/>
                  </a:ext>
                </a:extLst>
              </p:cNvPr>
              <p:cNvGrpSpPr/>
              <p:nvPr/>
            </p:nvGrpSpPr>
            <p:grpSpPr>
              <a:xfrm>
                <a:off x="1488915" y="1844202"/>
                <a:ext cx="2060685" cy="560061"/>
                <a:chOff x="2467360" y="2224697"/>
                <a:chExt cx="2060685" cy="560061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2F644ED3-857B-830F-82B2-2E7F66BDCEEE}"/>
                    </a:ext>
                  </a:extLst>
                </p:cNvPr>
                <p:cNvSpPr/>
                <p:nvPr/>
              </p:nvSpPr>
              <p:spPr>
                <a:xfrm>
                  <a:off x="2467360" y="2224697"/>
                  <a:ext cx="2060685" cy="56006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63DC18D-35CE-17DF-BCE6-CF35D77043BE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7AA45ED-E948-A7A2-B974-E13AB93B9F7B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C95BBE1-2186-3689-7E5C-5BD972436D72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04D90C2-D984-E91A-5102-0958E9F75ACB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3F9932B-0FB7-44E3-A4DF-2D2A843FB0CB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09F6CB8-E35C-163B-A8A8-BE170C14FA23}"/>
              </a:ext>
            </a:extLst>
          </p:cNvPr>
          <p:cNvSpPr/>
          <p:nvPr/>
        </p:nvSpPr>
        <p:spPr>
          <a:xfrm>
            <a:off x="8091767" y="3962987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35" name="Straight Arrow Connector 44">
            <a:extLst>
              <a:ext uri="{FF2B5EF4-FFF2-40B4-BE49-F238E27FC236}">
                <a16:creationId xmlns:a16="http://schemas.microsoft.com/office/drawing/2014/main" id="{7898581A-6E8B-04FE-4687-871C518DDEFB}"/>
              </a:ext>
            </a:extLst>
          </p:cNvPr>
          <p:cNvCxnSpPr>
            <a:cxnSpLocks/>
            <a:stCxn id="121" idx="1"/>
            <a:endCxn id="113" idx="1"/>
          </p:cNvCxnSpPr>
          <p:nvPr/>
        </p:nvCxnSpPr>
        <p:spPr>
          <a:xfrm rot="10800000" flipV="1">
            <a:off x="8090456" y="2442580"/>
            <a:ext cx="2709" cy="783288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44">
            <a:extLst>
              <a:ext uri="{FF2B5EF4-FFF2-40B4-BE49-F238E27FC236}">
                <a16:creationId xmlns:a16="http://schemas.microsoft.com/office/drawing/2014/main" id="{7D9E52F5-82E8-670A-4538-34236AB46646}"/>
              </a:ext>
            </a:extLst>
          </p:cNvPr>
          <p:cNvCxnSpPr>
            <a:cxnSpLocks/>
            <a:stCxn id="114" idx="1"/>
            <a:endCxn id="132" idx="1"/>
          </p:cNvCxnSpPr>
          <p:nvPr/>
        </p:nvCxnSpPr>
        <p:spPr>
          <a:xfrm rot="10800000" flipH="1" flipV="1">
            <a:off x="8083463" y="3395046"/>
            <a:ext cx="8303" cy="851154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Arrow Connector 44">
            <a:extLst>
              <a:ext uri="{FF2B5EF4-FFF2-40B4-BE49-F238E27FC236}">
                <a16:creationId xmlns:a16="http://schemas.microsoft.com/office/drawing/2014/main" id="{4D9EFFEA-602D-5C19-B4BF-11AB4E2973B6}"/>
              </a:ext>
            </a:extLst>
          </p:cNvPr>
          <p:cNvCxnSpPr>
            <a:cxnSpLocks/>
            <a:stCxn id="140" idx="3"/>
            <a:endCxn id="100" idx="3"/>
          </p:cNvCxnSpPr>
          <p:nvPr/>
        </p:nvCxnSpPr>
        <p:spPr>
          <a:xfrm flipH="1" flipV="1">
            <a:off x="10169228" y="503484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44">
            <a:extLst>
              <a:ext uri="{FF2B5EF4-FFF2-40B4-BE49-F238E27FC236}">
                <a16:creationId xmlns:a16="http://schemas.microsoft.com/office/drawing/2014/main" id="{326B0E9A-30DD-9180-A1F9-4109AF8FE79D}"/>
              </a:ext>
            </a:extLst>
          </p:cNvPr>
          <p:cNvCxnSpPr>
            <a:cxnSpLocks/>
            <a:stCxn id="117" idx="3"/>
            <a:endCxn id="141" idx="3"/>
          </p:cNvCxnSpPr>
          <p:nvPr/>
        </p:nvCxnSpPr>
        <p:spPr>
          <a:xfrm flipH="1" flipV="1">
            <a:off x="10165610" y="1520349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3E988B5-BF09-68DC-0DFD-D08AE0F18719}"/>
              </a:ext>
            </a:extLst>
          </p:cNvPr>
          <p:cNvSpPr txBox="1"/>
          <p:nvPr/>
        </p:nvSpPr>
        <p:spPr>
          <a:xfrm>
            <a:off x="9928945" y="116650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631EE61-0F93-9FD5-43BC-C0CDEAFD0BB0}"/>
              </a:ext>
            </a:extLst>
          </p:cNvPr>
          <p:cNvSpPr txBox="1"/>
          <p:nvPr/>
        </p:nvSpPr>
        <p:spPr>
          <a:xfrm>
            <a:off x="9921954" y="1335683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42" name="Straight Arrow Connector 44">
            <a:extLst>
              <a:ext uri="{FF2B5EF4-FFF2-40B4-BE49-F238E27FC236}">
                <a16:creationId xmlns:a16="http://schemas.microsoft.com/office/drawing/2014/main" id="{025501CD-A441-FD39-51DD-95B50541F801}"/>
              </a:ext>
            </a:extLst>
          </p:cNvPr>
          <p:cNvCxnSpPr>
            <a:cxnSpLocks/>
            <a:stCxn id="109" idx="3"/>
            <a:endCxn id="118" idx="3"/>
          </p:cNvCxnSpPr>
          <p:nvPr/>
        </p:nvCxnSpPr>
        <p:spPr>
          <a:xfrm flipV="1">
            <a:off x="10173838" y="2443978"/>
            <a:ext cx="1571" cy="783366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33074F07-A5F8-8EEE-1EA9-29A68435EFC6}"/>
              </a:ext>
            </a:extLst>
          </p:cNvPr>
          <p:cNvCxnSpPr>
            <a:cxnSpLocks/>
            <a:stCxn id="132" idx="3"/>
            <a:endCxn id="110" idx="3"/>
          </p:cNvCxnSpPr>
          <p:nvPr/>
        </p:nvCxnSpPr>
        <p:spPr>
          <a:xfrm flipV="1">
            <a:off x="10157059" y="3396522"/>
            <a:ext cx="18177" cy="849678"/>
          </a:xfrm>
          <a:prstGeom prst="bentConnector3">
            <a:avLst>
              <a:gd name="adj1" fmla="val 1357633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5" name="Content Placeholder 2">
            <a:extLst>
              <a:ext uri="{FF2B5EF4-FFF2-40B4-BE49-F238E27FC236}">
                <a16:creationId xmlns:a16="http://schemas.microsoft.com/office/drawing/2014/main" id="{49E74E6B-270D-D184-65C7-9E56A0E09BD3}"/>
              </a:ext>
            </a:extLst>
          </p:cNvPr>
          <p:cNvSpPr txBox="1">
            <a:spLocks/>
          </p:cNvSpPr>
          <p:nvPr/>
        </p:nvSpPr>
        <p:spPr>
          <a:xfrm>
            <a:off x="6395314" y="1065684"/>
            <a:ext cx="1465796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send command via secure WebSocket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F63F4E5D-C8C7-2E8A-1659-881D269B5C62}"/>
              </a:ext>
            </a:extLst>
          </p:cNvPr>
          <p:cNvSpPr txBox="1">
            <a:spLocks/>
          </p:cNvSpPr>
          <p:nvPr/>
        </p:nvSpPr>
        <p:spPr>
          <a:xfrm>
            <a:off x="8083462" y="3632811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BC3C1B5E-C681-A207-F7CF-539FE5B8B25A}"/>
              </a:ext>
            </a:extLst>
          </p:cNvPr>
          <p:cNvSpPr txBox="1">
            <a:spLocks/>
          </p:cNvSpPr>
          <p:nvPr/>
        </p:nvSpPr>
        <p:spPr>
          <a:xfrm>
            <a:off x="8102251" y="2678723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1" name="Content Placeholder 2">
            <a:extLst>
              <a:ext uri="{FF2B5EF4-FFF2-40B4-BE49-F238E27FC236}">
                <a16:creationId xmlns:a16="http://schemas.microsoft.com/office/drawing/2014/main" id="{32C37843-0E80-0A5B-A071-492047C2F7C7}"/>
              </a:ext>
            </a:extLst>
          </p:cNvPr>
          <p:cNvSpPr txBox="1">
            <a:spLocks/>
          </p:cNvSpPr>
          <p:nvPr/>
        </p:nvSpPr>
        <p:spPr>
          <a:xfrm>
            <a:off x="8083461" y="1748140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C97AED39-0DBD-63F8-EBC2-EB404F7761F8}"/>
              </a:ext>
            </a:extLst>
          </p:cNvPr>
          <p:cNvSpPr txBox="1">
            <a:spLocks/>
          </p:cNvSpPr>
          <p:nvPr/>
        </p:nvSpPr>
        <p:spPr>
          <a:xfrm>
            <a:off x="8083460" y="81773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8C2D8FE8-668E-A499-345B-8C35D549BCF3}"/>
              </a:ext>
            </a:extLst>
          </p:cNvPr>
          <p:cNvSpPr txBox="1">
            <a:spLocks/>
          </p:cNvSpPr>
          <p:nvPr/>
        </p:nvSpPr>
        <p:spPr>
          <a:xfrm>
            <a:off x="10416668" y="1065684"/>
            <a:ext cx="1109673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forward events via https call</a:t>
            </a:r>
          </a:p>
        </p:txBody>
      </p:sp>
    </p:spTree>
    <p:extLst>
      <p:ext uri="{BB962C8B-B14F-4D97-AF65-F5344CB8AC3E}">
        <p14:creationId xmlns:p14="http://schemas.microsoft.com/office/powerpoint/2010/main" val="245837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64130</TotalTime>
  <Words>536</Words>
  <Application>Microsoft Macintosh PowerPoint</Application>
  <PresentationFormat>Widescreen</PresentationFormat>
  <Paragraphs>228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153</cp:revision>
  <dcterms:created xsi:type="dcterms:W3CDTF">2022-10-07T16:14:37Z</dcterms:created>
  <dcterms:modified xsi:type="dcterms:W3CDTF">2025-04-22T20:22:14Z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2025-04-22T20:22:14Z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08f254ef-ee85-4354-a4e6-4c2984f814f0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