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commentAuthors.xml" ContentType="application/vnd.openxmlformats-officedocument.presentationml.commentAuthor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>
  <p:sldMasterIdLst>
    <p:sldMasterId id="2147483648" r:id="rId1"/>
  </p:sldMasterIdLst>
  <p:notesMasterIdLst>
    <p:notesMasterId r:id="rId9"/>
  </p:notesMasterIdLst>
  <p:handoutMasterIdLst>
    <p:handoutMasterId r:id="rId10"/>
  </p:handoutMasterIdLst>
  <p:sldIdLst>
    <p:sldId id="1836" r:id="rId2"/>
    <p:sldId id="1814" r:id="rId3"/>
    <p:sldId id="1819" r:id="rId4"/>
    <p:sldId id="1816" r:id="rId5"/>
    <p:sldId id="1703" r:id="rId6"/>
    <p:sldId id="1837" r:id="rId7"/>
    <p:sldId id="1838" r:id="rId8"/>
  </p:sldIdLst>
  <p:sldSz cx="12192000" cy="6858000"/>
  <p:notesSz cx="6858000" cy="9144000"/>
  <p:embeddedFontLst>
    <p:embeddedFont>
      <p:font typeface="Amazon Ember" panose="020B0603020204020204" pitchFamily="34" charset="0"/>
      <p:regular r:id="rId11"/>
      <p:bold r:id="rId12"/>
      <p:italic r:id="rId13"/>
      <p:boldItalic r:id="rId14"/>
    </p:embeddedFont>
    <p:embeddedFont>
      <p:font typeface="Amazon Ember Display" panose="020F0603020204020204" pitchFamily="34" charset="0"/>
      <p:regular r:id="rId15"/>
      <p:bold r:id="rId16"/>
      <p:italic r:id="rId17"/>
      <p:boldItalic r:id="rId18"/>
    </p:embeddedFont>
    <p:embeddedFont>
      <p:font typeface="Segoe UI" panose="020B0502040204020203" pitchFamily="34" charset="0"/>
      <p:regular r:id="rId19"/>
      <p:bold r:id="rId20"/>
      <p:italic r:id="rId21"/>
      <p:boldItalic r:id="rId22"/>
    </p:embeddedFont>
  </p:embeddedFont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🔌 Edge Pluggables" id="{3592FE59-F633-A048-98C2-F11C72DC8E07}">
          <p14:sldIdLst>
            <p14:sldId id="1836"/>
            <p14:sldId id="1814"/>
            <p14:sldId id="1819"/>
            <p14:sldId id="1816"/>
            <p14:sldId id="1703"/>
            <p14:sldId id="1837"/>
            <p14:sldId id="1838"/>
          </p14:sldIdLst>
        </p14:section>
      </p14:sectionLst>
    </p:ex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1" name="Angela Sylcott" initials="AS" lastIdx="1" clrIdx="0">
    <p:extLst>
      <p:ext uri="{19B8F6BF-5375-455C-9EA6-DF929625EA0E}">
        <p15:presenceInfo xmlns:p15="http://schemas.microsoft.com/office/powerpoint/2012/main" userId="a657808d9f8d3c9c" providerId="Windows Live"/>
      </p:ext>
    </p:extLst>
  </p:cmAuthor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 useTimings="0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945200"/>
    <a:srgbClr val="AB7942"/>
    <a:srgbClr val="411256"/>
    <a:srgbClr val="C0884B"/>
    <a:srgbClr val="152784"/>
    <a:srgbClr val="ED7100"/>
    <a:srgbClr val="8C4FFF"/>
    <a:srgbClr val="CA24D2"/>
    <a:srgbClr val="BF22C6"/>
    <a:srgbClr val="B821B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F2DE63D5-997A-4646-A377-4702673A728D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F2DE63D5-997A-4646-A377-4702673A728D}" styleName="Light Style 2 - Accent 3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</a:tcBdr>
      </a:tcStyle>
    </a:band1H>
    <a:band1V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</a:tcBdr>
      </a:tcStyle>
    </a:band1V>
    <a:band2V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3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3"/>
        </a:fillRef>
      </a:tcStyle>
    </a:firstRow>
  </a:tblStyle>
  <a:tblStyle styleId="{5A111915-BE36-4E01-A7E5-04B1672EAD32}" styleName="Light Style 2 - Accent 5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5"/>
            </a:lnRef>
          </a:left>
          <a:right>
            <a:lnRef idx="1">
              <a:schemeClr val="accent5"/>
            </a:lnRef>
          </a:right>
          <a:top>
            <a:lnRef idx="1">
              <a:schemeClr val="accent5"/>
            </a:lnRef>
          </a:top>
          <a:bottom>
            <a:lnRef idx="1">
              <a:schemeClr val="accent5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5"/>
            </a:lnRef>
          </a:top>
          <a:bottom>
            <a:lnRef idx="1">
              <a:schemeClr val="accent5"/>
            </a:lnRef>
          </a:bottom>
        </a:tcBdr>
      </a:tcStyle>
    </a:band1H>
    <a:band1V>
      <a:tcStyle>
        <a:tcBdr>
          <a:left>
            <a:lnRef idx="1">
              <a:schemeClr val="accent5"/>
            </a:lnRef>
          </a:left>
          <a:right>
            <a:lnRef idx="1">
              <a:schemeClr val="accent5"/>
            </a:lnRef>
          </a:right>
        </a:tcBdr>
      </a:tcStyle>
    </a:band1V>
    <a:band2V>
      <a:tcStyle>
        <a:tcBdr>
          <a:left>
            <a:lnRef idx="1">
              <a:schemeClr val="accent5"/>
            </a:lnRef>
          </a:left>
          <a:right>
            <a:lnRef idx="1">
              <a:schemeClr val="accent5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5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5"/>
        </a:fillRef>
      </a:tcStyle>
    </a:firstRow>
  </a:tblStyle>
  <a:tblStyle styleId="{912C8C85-51F0-491E-9774-3900AFEF0FD7}" styleName="Light Style 2 - Accent 6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6"/>
            </a:lnRef>
          </a:left>
          <a:right>
            <a:lnRef idx="1">
              <a:schemeClr val="accent6"/>
            </a:lnRef>
          </a:right>
          <a:top>
            <a:lnRef idx="1">
              <a:schemeClr val="accent6"/>
            </a:lnRef>
          </a:top>
          <a:bottom>
            <a:lnRef idx="1">
              <a:schemeClr val="accent6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6"/>
            </a:lnRef>
          </a:top>
          <a:bottom>
            <a:lnRef idx="1">
              <a:schemeClr val="accent6"/>
            </a:lnRef>
          </a:bottom>
        </a:tcBdr>
      </a:tcStyle>
    </a:band1H>
    <a:band1V>
      <a:tcStyle>
        <a:tcBdr>
          <a:left>
            <a:lnRef idx="1">
              <a:schemeClr val="accent6"/>
            </a:lnRef>
          </a:left>
          <a:right>
            <a:lnRef idx="1">
              <a:schemeClr val="accent6"/>
            </a:lnRef>
          </a:right>
        </a:tcBdr>
      </a:tcStyle>
    </a:band1V>
    <a:band2V>
      <a:tcStyle>
        <a:tcBdr>
          <a:left>
            <a:lnRef idx="1">
              <a:schemeClr val="accent6"/>
            </a:lnRef>
          </a:left>
          <a:right>
            <a:lnRef idx="1">
              <a:schemeClr val="accent6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6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6"/>
        </a:fillRef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27490" autoAdjust="0"/>
    <p:restoredTop sz="96966" autoAdjust="0"/>
  </p:normalViewPr>
  <p:slideViewPr>
    <p:cSldViewPr snapToGrid="0">
      <p:cViewPr varScale="1">
        <p:scale>
          <a:sx n="109" d="100"/>
          <a:sy n="109" d="100"/>
        </p:scale>
        <p:origin x="208" y="800"/>
      </p:cViewPr>
      <p:guideLst/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" d="1"/>
        <a:sy n="1" d="1"/>
      </p:scale>
      <p:origin x="0" y="0"/>
    </p:cViewPr>
  </p:notesTextViewPr>
  <p:sorterViewPr>
    <p:cViewPr>
      <p:scale>
        <a:sx n="140" d="100"/>
        <a:sy n="140" d="100"/>
      </p:scale>
      <p:origin x="0" y="0"/>
    </p:cViewPr>
  </p:sorterViewPr>
  <p:notesViewPr>
    <p:cSldViewPr snapToGrid="0" showGuides="1">
      <p:cViewPr varScale="1">
        <p:scale>
          <a:sx n="118" d="100"/>
          <a:sy n="118" d="100"/>
        </p:scale>
        <p:origin x="5160" y="216"/>
      </p:cViewPr>
      <p:guideLst/>
    </p:cSldViewPr>
  </p:notes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font" Target="fonts/font3.fntdata"/><Relationship Id="rId18" Type="http://schemas.openxmlformats.org/officeDocument/2006/relationships/font" Target="fonts/font8.fntdata"/><Relationship Id="rId26" Type="http://schemas.openxmlformats.org/officeDocument/2006/relationships/theme" Target="theme/theme1.xml"/><Relationship Id="rId3" Type="http://schemas.openxmlformats.org/officeDocument/2006/relationships/slide" Target="slides/slide2.xml"/><Relationship Id="rId21" Type="http://schemas.openxmlformats.org/officeDocument/2006/relationships/font" Target="fonts/font11.fntdata"/><Relationship Id="rId7" Type="http://schemas.openxmlformats.org/officeDocument/2006/relationships/slide" Target="slides/slide6.xml"/><Relationship Id="rId12" Type="http://schemas.openxmlformats.org/officeDocument/2006/relationships/font" Target="fonts/font2.fntdata"/><Relationship Id="rId17" Type="http://schemas.openxmlformats.org/officeDocument/2006/relationships/font" Target="fonts/font7.fntdata"/><Relationship Id="rId25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font" Target="fonts/font6.fntdata"/><Relationship Id="rId20" Type="http://schemas.openxmlformats.org/officeDocument/2006/relationships/font" Target="fonts/font10.fntdata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font" Target="fonts/font1.fntdata"/><Relationship Id="rId24" Type="http://schemas.openxmlformats.org/officeDocument/2006/relationships/presProps" Target="presProps.xml"/><Relationship Id="rId5" Type="http://schemas.openxmlformats.org/officeDocument/2006/relationships/slide" Target="slides/slide4.xml"/><Relationship Id="rId15" Type="http://schemas.openxmlformats.org/officeDocument/2006/relationships/font" Target="fonts/font5.fntdata"/><Relationship Id="rId23" Type="http://schemas.openxmlformats.org/officeDocument/2006/relationships/commentAuthors" Target="commentAuthors.xml"/><Relationship Id="rId10" Type="http://schemas.openxmlformats.org/officeDocument/2006/relationships/handoutMaster" Target="handoutMasters/handoutMaster1.xml"/><Relationship Id="rId19" Type="http://schemas.openxmlformats.org/officeDocument/2006/relationships/font" Target="fonts/font9.fntdata"/><Relationship Id="rId4" Type="http://schemas.openxmlformats.org/officeDocument/2006/relationships/slide" Target="slides/slide3.xml"/><Relationship Id="rId9" Type="http://schemas.openxmlformats.org/officeDocument/2006/relationships/notesMaster" Target="notesMasters/notesMaster1.xml"/><Relationship Id="rId14" Type="http://schemas.openxmlformats.org/officeDocument/2006/relationships/font" Target="fonts/font4.fntdata"/><Relationship Id="rId22" Type="http://schemas.openxmlformats.org/officeDocument/2006/relationships/font" Target="fonts/font12.fntdata"/><Relationship Id="rId27" Type="http://schemas.openxmlformats.org/officeDocument/2006/relationships/tableStyles" Target="tableStyles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9D30B3F9-42E9-426B-B3D2-D6012D7491A2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194310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pPr algn="ctr"/>
            <a:fld id="{C71F7584-9745-40DA-BD49-9A41A97B2D2E}" type="slidenum">
              <a:rPr lang="en-US" sz="1000" smtClean="0"/>
              <a:pPr algn="ctr"/>
              <a:t>‹#›</a:t>
            </a:fld>
            <a:endParaRPr lang="en-US" sz="1000"/>
          </a:p>
        </p:txBody>
      </p:sp>
    </p:spTree>
    <p:extLst>
      <p:ext uri="{BB962C8B-B14F-4D97-AF65-F5344CB8AC3E}">
        <p14:creationId xmlns:p14="http://schemas.microsoft.com/office/powerpoint/2010/main" val="1292530059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438150" y="457200"/>
            <a:ext cx="5981700" cy="3364706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419100" y="4197679"/>
            <a:ext cx="6000750" cy="4328803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dirty="0"/>
              <a:t>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194310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ctr">
              <a:defRPr sz="1000"/>
            </a:lvl1pPr>
          </a:lstStyle>
          <a:p>
            <a:fld id="{A3D89E5F-BEEF-42A1-A57B-E5A736D51194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4487195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spcAft>
        <a:spcPts val="300"/>
      </a:spcAft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225425" indent="-106363" algn="l" defTabSz="914400" rtl="0" eaLnBrk="1" latinLnBrk="0" hangingPunct="1">
      <a:spcAft>
        <a:spcPts val="300"/>
      </a:spcAft>
      <a:buFont typeface="Arial" panose="020B0604020202020204" pitchFamily="34" charset="0"/>
      <a:buChar char="•"/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463550" indent="-119063" algn="l" defTabSz="914400" rtl="0" eaLnBrk="1" latinLnBrk="0" hangingPunct="1">
      <a:spcAft>
        <a:spcPts val="300"/>
      </a:spcAft>
      <a:buFont typeface="Arial" panose="020B0604020202020204" pitchFamily="34" charset="0"/>
      <a:buChar char="•"/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747713" indent="-119063" algn="l" defTabSz="914400" rtl="0" eaLnBrk="1" latinLnBrk="0" hangingPunct="1">
      <a:spcAft>
        <a:spcPts val="300"/>
      </a:spcAft>
      <a:buFont typeface="Arial" panose="020B0604020202020204" pitchFamily="34" charset="0"/>
      <a:buChar char="•"/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973138" indent="-117475" algn="l" defTabSz="914400" rtl="0" eaLnBrk="1" latinLnBrk="0" hangingPunct="1">
      <a:spcAft>
        <a:spcPts val="300"/>
      </a:spcAft>
      <a:buFont typeface="Arial" panose="020B0604020202020204" pitchFamily="34" charset="0"/>
      <a:buChar char="•"/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  <p:extLst>
    <p:ext uri="{620B2872-D7B9-4A21-9093-7833F8D536E1}">
      <p15:sldGuideLst xmlns:p15="http://schemas.microsoft.com/office/powerpoint/2012/main">
        <p15:guide id="1" pos="2160" userDrawn="1">
          <p15:clr>
            <a:srgbClr val="F26B43"/>
          </p15:clr>
        </p15:guide>
        <p15:guide id="2" orient="horz" pos="2880" userDrawn="1">
          <p15:clr>
            <a:srgbClr val="F26B43"/>
          </p15:clr>
        </p15:guide>
        <p15:guide id="3" pos="264" userDrawn="1">
          <p15:clr>
            <a:srgbClr val="F26B43"/>
          </p15:clr>
        </p15:guide>
        <p15:guide id="4" pos="4056" userDrawn="1">
          <p15:clr>
            <a:srgbClr val="F26B43"/>
          </p15:clr>
        </p15:guide>
        <p15:guide id="5" orient="horz" pos="288" userDrawn="1">
          <p15:clr>
            <a:srgbClr val="F26B43"/>
          </p15:clr>
        </p15:guide>
        <p15:guide id="6" orient="horz" pos="2640" userDrawn="1">
          <p15:clr>
            <a:srgbClr val="F26B43"/>
          </p15:clr>
        </p15:guide>
      </p15:sldGuideLst>
    </p:ext>
  </p:extLst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73F7A6A-1C9F-63A7-FC1A-C66FEB45230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B864C56-5016-715A-487A-97C47485FFC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438150" y="457200"/>
            <a:ext cx="5981700" cy="3363913"/>
          </a:xfrm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5A6474F2-A43D-B98B-245B-D3EA53DAFBF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Header Placeholder 3">
            <a:extLst>
              <a:ext uri="{FF2B5EF4-FFF2-40B4-BE49-F238E27FC236}">
                <a16:creationId xmlns:a16="http://schemas.microsoft.com/office/drawing/2014/main" id="{A3EBE32B-EF2C-4585-A64C-04F50CCACD18}"/>
              </a:ext>
            </a:extLst>
          </p:cNvPr>
          <p:cNvSpPr>
            <a:spLocks noGrp="1"/>
          </p:cNvSpPr>
          <p:nvPr>
            <p:ph type="hdr" sz="quarter" idx="10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F2B451F-659D-8ED5-5B24-9C49949DB8B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defTabSz="914099" eaLnBrk="0" hangingPunct="0"/>
            <a:endParaRPr lang="en-US" sz="400">
              <a:gradFill>
                <a:gsLst>
                  <a:gs pos="0">
                    <a:prstClr val="black"/>
                  </a:gs>
                  <a:gs pos="100000">
                    <a:prstClr val="black"/>
                  </a:gs>
                </a:gsLst>
                <a:lin ang="5400000" scaled="0"/>
              </a:gradFill>
              <a:ea typeface="Segoe UI" pitchFamily="34" charset="0"/>
            </a:endParaRPr>
          </a:p>
        </p:txBody>
      </p:sp>
      <p:sp>
        <p:nvSpPr>
          <p:cNvPr id="6" name="Date Placeholder 5">
            <a:extLst>
              <a:ext uri="{FF2B5EF4-FFF2-40B4-BE49-F238E27FC236}">
                <a16:creationId xmlns:a16="http://schemas.microsoft.com/office/drawing/2014/main" id="{39760B9F-ED18-A099-8704-366FC5D1256F}"/>
              </a:ext>
            </a:extLst>
          </p:cNvPr>
          <p:cNvSpPr>
            <a:spLocks noGrp="1"/>
          </p:cNvSpPr>
          <p:nvPr>
            <p:ph type="dt" idx="12"/>
          </p:nvPr>
        </p:nvSpPr>
        <p:spPr/>
        <p:txBody>
          <a:bodyPr/>
          <a:lstStyle/>
          <a:p>
            <a:fld id="{542F96DF-134D-4F6A-BFA6-E032E504EEEB}" type="datetime8">
              <a:rPr lang="en-US" smtClean="0"/>
              <a:t>9/2/25 11:23 AM</a:t>
            </a:fld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64108A39-8DF2-0F93-0801-083394769262}"/>
              </a:ext>
            </a:extLst>
          </p:cNvPr>
          <p:cNvSpPr>
            <a:spLocks noGrp="1"/>
          </p:cNvSpPr>
          <p:nvPr>
            <p:ph type="sldNum" sz="quarter" idx="13"/>
          </p:nvPr>
        </p:nvSpPr>
        <p:spPr/>
        <p:txBody>
          <a:bodyPr/>
          <a:lstStyle/>
          <a:p>
            <a:fld id="{B4008EB6-D09E-4580-8CD6-DDB14511944F}" type="slidenum">
              <a:rPr lang="en-US" smtClean="0"/>
              <a:pPr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33814722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>
            <a:extLst>
              <a:ext uri="{FF2B5EF4-FFF2-40B4-BE49-F238E27FC236}">
                <a16:creationId xmlns:a16="http://schemas.microsoft.com/office/drawing/2014/main" id="{281DE984-16AE-31CB-F6EB-9E948FF26CFC}"/>
              </a:ext>
            </a:extLst>
          </p:cNvPr>
          <p:cNvSpPr/>
          <p:nvPr userDrawn="1"/>
        </p:nvSpPr>
        <p:spPr>
          <a:xfrm>
            <a:off x="-8546" y="-8547"/>
            <a:ext cx="12238646" cy="6895121"/>
          </a:xfrm>
          <a:prstGeom prst="rect">
            <a:avLst/>
          </a:prstGeom>
          <a:solidFill>
            <a:schemeClr val="bg1"/>
          </a:solidFill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lIns="45720" tIns="45720" rIns="45720" rtlCol="0" anchor="ctr"/>
          <a:lstStyle/>
          <a:p>
            <a:pPr algn="ctr"/>
            <a:endParaRPr lang="en-GB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81681748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extLst>
    <p:ext uri="{DCECCB84-F9BA-43D5-87BE-67443E8EF086}">
      <p15:sldGuideLst xmlns:p15="http://schemas.microsoft.com/office/powerpoint/2012/main"/>
    </p:ext>
  </p:extLst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471148940"/>
      </p:ext>
    </p:extLst>
  </p:cSld>
  <p:clrMap bg1="dk1" tx1="lt1" bg2="dk2" tx2="lt2" accent1="accent1" accent2="accent2" accent3="accent3" accent4="accent4" accent5="accent5" accent6="accent6" hlink="hlink" folHlink="folHlink"/>
  <p:sldLayoutIdLst>
    <p:sldLayoutId id="2147483717" r:id="rId1"/>
  </p:sldLayoutIdLst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000" b="1" kern="1200">
          <a:solidFill>
            <a:schemeClr val="tx1"/>
          </a:solidFill>
          <a:latin typeface="Amazon Ember Display" panose="020F0603020204020204" pitchFamily="34" charset="0"/>
          <a:ea typeface="Amazon Ember Display" panose="020F0603020204020204" pitchFamily="34" charset="0"/>
          <a:cs typeface="Amazon Ember Display" panose="020F0603020204020204" pitchFamily="34" charset="0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0"/>
        </a:spcBef>
        <a:spcAft>
          <a:spcPts val="1200"/>
        </a:spcAft>
        <a:buSzPct val="90000"/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Amazon Ember Display" panose="020F0603020204020204" pitchFamily="34" charset="0"/>
          <a:ea typeface="Amazon Ember Display" panose="020F0603020204020204" pitchFamily="34" charset="0"/>
          <a:cs typeface="Amazon Ember Display" panose="020F0603020204020204" pitchFamily="34" charset="0"/>
        </a:defRPr>
      </a:lvl1pPr>
      <a:lvl2pPr marL="514350" indent="-228600" algn="l" defTabSz="914400" rtl="0" eaLnBrk="1" latinLnBrk="0" hangingPunct="1">
        <a:lnSpc>
          <a:spcPct val="90000"/>
        </a:lnSpc>
        <a:spcBef>
          <a:spcPts val="0"/>
        </a:spcBef>
        <a:spcAft>
          <a:spcPts val="1200"/>
        </a:spcAft>
        <a:buSzPct val="90000"/>
        <a:buFont typeface="Wingdings" panose="05000000000000000000" pitchFamily="2" charset="2"/>
        <a:buChar char="§"/>
        <a:defRPr sz="2000" kern="1200">
          <a:solidFill>
            <a:schemeClr val="tx1"/>
          </a:solidFill>
          <a:latin typeface="Amazon Ember Display" panose="020F0603020204020204" pitchFamily="34" charset="0"/>
          <a:ea typeface="Amazon Ember Display" panose="020F0603020204020204" pitchFamily="34" charset="0"/>
          <a:cs typeface="Amazon Ember Display" panose="020F0603020204020204" pitchFamily="34" charset="0"/>
        </a:defRPr>
      </a:lvl2pPr>
      <a:lvl3pPr marL="857250" indent="-228600" algn="l" defTabSz="914400" rtl="0" eaLnBrk="1" latinLnBrk="0" hangingPunct="1">
        <a:lnSpc>
          <a:spcPct val="90000"/>
        </a:lnSpc>
        <a:spcBef>
          <a:spcPts val="0"/>
        </a:spcBef>
        <a:spcAft>
          <a:spcPts val="1200"/>
        </a:spcAft>
        <a:buFont typeface="Amazon Ember" panose="020B0603020204020204" pitchFamily="34" charset="0"/>
        <a:buChar char="–"/>
        <a:defRPr sz="1800" kern="1200">
          <a:solidFill>
            <a:schemeClr val="tx1"/>
          </a:solidFill>
          <a:latin typeface="Amazon Ember Display" panose="020F0603020204020204" pitchFamily="34" charset="0"/>
          <a:ea typeface="Amazon Ember Display" panose="020F0603020204020204" pitchFamily="34" charset="0"/>
          <a:cs typeface="Amazon Ember Display" panose="020F0603020204020204" pitchFamily="34" charset="0"/>
        </a:defRPr>
      </a:lvl3pPr>
      <a:lvl4pPr marL="1085850" indent="-171450" algn="l" defTabSz="914400" rtl="0" eaLnBrk="1" latinLnBrk="0" hangingPunct="1">
        <a:lnSpc>
          <a:spcPct val="90000"/>
        </a:lnSpc>
        <a:spcBef>
          <a:spcPts val="0"/>
        </a:spcBef>
        <a:spcAft>
          <a:spcPts val="1200"/>
        </a:spcAft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Amazon Ember Display" panose="020F0603020204020204" pitchFamily="34" charset="0"/>
          <a:ea typeface="Amazon Ember Display" panose="020F0603020204020204" pitchFamily="34" charset="0"/>
          <a:cs typeface="Amazon Ember Display" panose="020F0603020204020204" pitchFamily="34" charset="0"/>
        </a:defRPr>
      </a:lvl4pPr>
      <a:lvl5pPr marL="1314450" indent="-171450" algn="l" defTabSz="914400" rtl="0" eaLnBrk="1" latinLnBrk="0" hangingPunct="1">
        <a:lnSpc>
          <a:spcPct val="90000"/>
        </a:lnSpc>
        <a:spcBef>
          <a:spcPts val="0"/>
        </a:spcBef>
        <a:spcAft>
          <a:spcPts val="1200"/>
        </a:spcAft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Amazon Ember Display" panose="020F0603020204020204" pitchFamily="34" charset="0"/>
          <a:ea typeface="Amazon Ember Display" panose="020F0603020204020204" pitchFamily="34" charset="0"/>
          <a:cs typeface="Amazon Ember Display" panose="020F0603020204020204" pitchFamily="34" charset="0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pos="240" userDrawn="1">
          <p15:clr>
            <a:srgbClr val="F26B43"/>
          </p15:clr>
        </p15:guide>
        <p15:guide id="2" pos="7440" userDrawn="1">
          <p15:clr>
            <a:srgbClr val="F26B43"/>
          </p15:clr>
        </p15:guide>
        <p15:guide id="3" orient="horz" pos="192" userDrawn="1">
          <p15:clr>
            <a:srgbClr val="F26B43"/>
          </p15:clr>
        </p15:guide>
        <p15:guide id="4" orient="horz" pos="3936" userDrawn="1">
          <p15:clr>
            <a:srgbClr val="F26B43"/>
          </p15:clr>
        </p15:guide>
        <p15:guide id="5" orient="horz" pos="936" userDrawn="1">
          <p15:clr>
            <a:srgbClr val="F26B43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2F95F3B-04EA-EAFE-EEA5-2C8F773F8D7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8EBD749F-8381-9345-E40D-CB92FD08E637}"/>
              </a:ext>
            </a:extLst>
          </p:cNvPr>
          <p:cNvSpPr txBox="1"/>
          <p:nvPr/>
        </p:nvSpPr>
        <p:spPr>
          <a:xfrm>
            <a:off x="1521508" y="1613118"/>
            <a:ext cx="9148983" cy="3631763"/>
          </a:xfrm>
          <a:prstGeom prst="rect">
            <a:avLst/>
          </a:prstGeom>
          <a:noFill/>
        </p:spPr>
        <p:txBody>
          <a:bodyPr wrap="square" lIns="0" rIns="0" rtlCol="0">
            <a:spAutoFit/>
          </a:bodyPr>
          <a:lstStyle/>
          <a:p>
            <a:pPr algn="ctr"/>
            <a:r>
              <a:rPr lang="en-GB" sz="11500" dirty="0">
                <a:solidFill>
                  <a:srgbClr val="FFFF00"/>
                </a:solidFill>
              </a:rPr>
              <a:t>🔌 Edge Pluggables</a:t>
            </a:r>
          </a:p>
        </p:txBody>
      </p:sp>
    </p:spTree>
    <p:extLst>
      <p:ext uri="{BB962C8B-B14F-4D97-AF65-F5344CB8AC3E}">
        <p14:creationId xmlns:p14="http://schemas.microsoft.com/office/powerpoint/2010/main" val="22001538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88403CF-082A-771E-3FED-B6833D2B53F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Rectangle 216">
            <a:extLst>
              <a:ext uri="{FF2B5EF4-FFF2-40B4-BE49-F238E27FC236}">
                <a16:creationId xmlns:a16="http://schemas.microsoft.com/office/drawing/2014/main" id="{BF4993CE-0A8B-B277-FE57-57249A31C6BD}"/>
              </a:ext>
            </a:extLst>
          </p:cNvPr>
          <p:cNvSpPr/>
          <p:nvPr/>
        </p:nvSpPr>
        <p:spPr>
          <a:xfrm>
            <a:off x="518242" y="336886"/>
            <a:ext cx="2437201" cy="4697130"/>
          </a:xfrm>
          <a:prstGeom prst="rect">
            <a:avLst/>
          </a:prstGeom>
          <a:solidFill>
            <a:schemeClr val="bg1">
              <a:lumMod val="85000"/>
              <a:lumOff val="15000"/>
            </a:schemeClr>
          </a:solidFill>
          <a:ln w="12700">
            <a:solidFill>
              <a:srgbClr val="5A6B86"/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tIns="36000"/>
          <a:lstStyle/>
          <a:p>
            <a:pPr eaLnBrk="1" fontAlgn="auto" hangingPunct="1">
              <a:spcBef>
                <a:spcPts val="0"/>
              </a:spcBef>
              <a:spcAft>
                <a:spcPts val="0"/>
              </a:spcAft>
              <a:defRPr/>
            </a:pPr>
            <a:r>
              <a:rPr lang="en-GB" sz="2800" baseline="-11000" dirty="0">
                <a:solidFill>
                  <a:schemeClr val="bg2">
                    <a:lumMod val="40000"/>
                    <a:lumOff val="60000"/>
                  </a:schemeClr>
                </a:solidFill>
                <a:effectLst>
                  <a:glow>
                    <a:schemeClr val="bg1"/>
                  </a:glow>
                </a:effectLst>
              </a:rPr>
              <a:t>🏭</a:t>
            </a:r>
            <a:r>
              <a:rPr lang="en-GB" sz="2000" i="1" dirty="0">
                <a:solidFill>
                  <a:schemeClr val="bg2">
                    <a:lumMod val="40000"/>
                    <a:lumOff val="60000"/>
                  </a:schemeClr>
                </a:solidFill>
                <a:effectLst>
                  <a:glow>
                    <a:schemeClr val="bg1"/>
                  </a:glow>
                </a:effectLst>
              </a:rPr>
              <a:t> </a:t>
            </a:r>
            <a:r>
              <a:rPr lang="en-US" sz="2000" i="1" dirty="0">
                <a:solidFill>
                  <a:schemeClr val="bg2">
                    <a:lumMod val="40000"/>
                    <a:lumOff val="60000"/>
                  </a:schemeClr>
                </a:solidFill>
                <a:effectLst>
                  <a:glow>
                    <a:schemeClr val="bg1"/>
                  </a:glow>
                </a:effectLst>
              </a:rPr>
              <a:t>supplier</a:t>
            </a:r>
          </a:p>
        </p:txBody>
      </p:sp>
      <p:sp>
        <p:nvSpPr>
          <p:cNvPr id="213" name="Rectangle 212">
            <a:extLst>
              <a:ext uri="{FF2B5EF4-FFF2-40B4-BE49-F238E27FC236}">
                <a16:creationId xmlns:a16="http://schemas.microsoft.com/office/drawing/2014/main" id="{27001B6C-1B05-7B3A-3972-200560B12E69}"/>
              </a:ext>
            </a:extLst>
          </p:cNvPr>
          <p:cNvSpPr/>
          <p:nvPr/>
        </p:nvSpPr>
        <p:spPr>
          <a:xfrm>
            <a:off x="4755727" y="336884"/>
            <a:ext cx="2304179" cy="2714326"/>
          </a:xfrm>
          <a:prstGeom prst="rect">
            <a:avLst/>
          </a:prstGeom>
          <a:solidFill>
            <a:schemeClr val="bg1">
              <a:lumMod val="85000"/>
              <a:lumOff val="15000"/>
            </a:schemeClr>
          </a:solidFill>
          <a:ln w="12700">
            <a:solidFill>
              <a:srgbClr val="5A6B86"/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tIns="36000"/>
          <a:lstStyle/>
          <a:p>
            <a:pPr eaLnBrk="1" fontAlgn="auto" hangingPunct="1">
              <a:spcBef>
                <a:spcPts val="0"/>
              </a:spcBef>
              <a:spcAft>
                <a:spcPts val="0"/>
              </a:spcAft>
              <a:defRPr/>
            </a:pPr>
            <a:r>
              <a:rPr lang="en-GB" sz="2800" baseline="-11000" dirty="0">
                <a:solidFill>
                  <a:schemeClr val="bg2">
                    <a:lumMod val="40000"/>
                    <a:lumOff val="60000"/>
                  </a:schemeClr>
                </a:solidFill>
                <a:effectLst>
                  <a:glow>
                    <a:schemeClr val="bg1"/>
                  </a:glow>
                </a:effectLst>
              </a:rPr>
              <a:t>🏭</a:t>
            </a:r>
            <a:r>
              <a:rPr lang="en-GB" sz="2000" i="1" dirty="0">
                <a:solidFill>
                  <a:schemeClr val="bg2">
                    <a:lumMod val="40000"/>
                    <a:lumOff val="60000"/>
                  </a:schemeClr>
                </a:solidFill>
                <a:effectLst>
                  <a:glow>
                    <a:schemeClr val="bg1"/>
                  </a:glow>
                </a:effectLst>
              </a:rPr>
              <a:t> </a:t>
            </a:r>
            <a:r>
              <a:rPr lang="en-US" sz="2000" i="1" dirty="0">
                <a:solidFill>
                  <a:schemeClr val="bg2">
                    <a:lumMod val="40000"/>
                    <a:lumOff val="60000"/>
                  </a:schemeClr>
                </a:solidFill>
                <a:effectLst>
                  <a:glow>
                    <a:schemeClr val="bg1"/>
                  </a:glow>
                </a:effectLst>
              </a:rPr>
              <a:t>supplier</a:t>
            </a:r>
          </a:p>
        </p:txBody>
      </p:sp>
      <p:sp>
        <p:nvSpPr>
          <p:cNvPr id="141" name="TextBox 140">
            <a:extLst>
              <a:ext uri="{FF2B5EF4-FFF2-40B4-BE49-F238E27FC236}">
                <a16:creationId xmlns:a16="http://schemas.microsoft.com/office/drawing/2014/main" id="{18368CC5-4263-C26A-7D79-E01544522E81}"/>
              </a:ext>
            </a:extLst>
          </p:cNvPr>
          <p:cNvSpPr txBox="1"/>
          <p:nvPr/>
        </p:nvSpPr>
        <p:spPr>
          <a:xfrm>
            <a:off x="4951945" y="2284060"/>
            <a:ext cx="1908553" cy="566426"/>
          </a:xfrm>
          <a:prstGeom prst="rect">
            <a:avLst/>
          </a:prstGeom>
          <a:solidFill>
            <a:schemeClr val="bg1"/>
          </a:solidFill>
          <a:ln w="28575">
            <a:solidFill>
              <a:schemeClr val="tx1">
                <a:lumMod val="50000"/>
              </a:schemeClr>
            </a:solidFill>
            <a:prstDash val="soli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44000" tIns="108000" rIns="144000" bIns="144000" anchor="ctr"/>
          <a:lstStyle>
            <a:defPPr>
              <a:defRPr lang="en-US"/>
            </a:defPPr>
            <a:lvl1pPr>
              <a:defRPr sz="3200" baseline="-9000">
                <a:solidFill>
                  <a:schemeClr val="bg2">
                    <a:lumMod val="40000"/>
                    <a:lumOff val="60000"/>
                  </a:schemeClr>
                </a:solidFill>
                <a:effectLst>
                  <a:glow>
                    <a:schemeClr val="bg1"/>
                  </a:glow>
                </a:effectLst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r>
              <a:rPr lang="en-GB" dirty="0"/>
              <a:t>📡</a:t>
            </a:r>
            <a:r>
              <a:rPr lang="en-GB" baseline="0" dirty="0"/>
              <a:t> </a:t>
            </a:r>
            <a:r>
              <a:rPr lang="en-GB" sz="2400" baseline="0" dirty="0">
                <a:solidFill>
                  <a:schemeClr val="tx1"/>
                </a:solidFill>
                <a:latin typeface="+mj-lt"/>
                <a:cs typeface="Arial" panose="020B0604020202020204" pitchFamily="34" charset="0"/>
              </a:rPr>
              <a:t>Antenna</a:t>
            </a:r>
          </a:p>
        </p:txBody>
      </p:sp>
      <p:cxnSp>
        <p:nvCxnSpPr>
          <p:cNvPr id="45" name="Straight Arrow Connector 44">
            <a:extLst>
              <a:ext uri="{FF2B5EF4-FFF2-40B4-BE49-F238E27FC236}">
                <a16:creationId xmlns:a16="http://schemas.microsoft.com/office/drawing/2014/main" id="{3A580EA0-7064-7A42-BF4F-FFE77546ADC7}"/>
              </a:ext>
            </a:extLst>
          </p:cNvPr>
          <p:cNvCxnSpPr>
            <a:cxnSpLocks/>
            <a:stCxn id="113" idx="1"/>
            <a:endCxn id="164" idx="3"/>
          </p:cNvCxnSpPr>
          <p:nvPr/>
        </p:nvCxnSpPr>
        <p:spPr>
          <a:xfrm rot="10800000" flipH="1">
            <a:off x="691275" y="1124275"/>
            <a:ext cx="10695503" cy="1432701"/>
          </a:xfrm>
          <a:prstGeom prst="bentConnector5">
            <a:avLst>
              <a:gd name="adj1" fmla="val -4297"/>
              <a:gd name="adj2" fmla="val -195143"/>
              <a:gd name="adj3" fmla="val 105287"/>
            </a:avLst>
          </a:prstGeom>
          <a:ln>
            <a:solidFill>
              <a:schemeClr val="accent4"/>
            </a:solidFill>
            <a:prstDash val="dash"/>
            <a:headEnd type="triangle" w="lg" len="lg"/>
            <a:tailEnd type="triangle" w="lg" len="lg"/>
          </a:ln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sp>
        <p:nvSpPr>
          <p:cNvPr id="112" name="Rectangle 111">
            <a:extLst>
              <a:ext uri="{FF2B5EF4-FFF2-40B4-BE49-F238E27FC236}">
                <a16:creationId xmlns:a16="http://schemas.microsoft.com/office/drawing/2014/main" id="{A9836AB8-D213-2672-DC2A-C5EC1B0EB221}"/>
              </a:ext>
            </a:extLst>
          </p:cNvPr>
          <p:cNvSpPr/>
          <p:nvPr/>
        </p:nvSpPr>
        <p:spPr>
          <a:xfrm>
            <a:off x="705482" y="2897823"/>
            <a:ext cx="2198728" cy="1978528"/>
          </a:xfrm>
          <a:prstGeom prst="rect">
            <a:avLst/>
          </a:prstGeom>
          <a:noFill/>
          <a:ln w="28575">
            <a:noFill/>
            <a:prstDash val="soli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horz" lIns="144000" tIns="144000" rIns="144000" bIns="144000" anchor="t"/>
          <a:lstStyle/>
          <a:p>
            <a:r>
              <a:rPr lang="en-GB" sz="3200" baseline="-9000" dirty="0">
                <a:solidFill>
                  <a:schemeClr val="bg2">
                    <a:lumMod val="40000"/>
                    <a:lumOff val="60000"/>
                  </a:schemeClr>
                </a:solidFill>
                <a:effectLst>
                  <a:glow>
                    <a:schemeClr val="bg1"/>
                  </a:glow>
                </a:effectLst>
              </a:rPr>
              <a:t>📸</a:t>
            </a:r>
            <a:r>
              <a:rPr lang="en-GB" sz="2400" dirty="0">
                <a:solidFill>
                  <a:sysClr val="windowText" lastClr="000000"/>
                </a:solidFill>
                <a:latin typeface="+mj-lt"/>
                <a:cs typeface="Arial" panose="020B0604020202020204" pitchFamily="34" charset="0"/>
              </a:rPr>
              <a:t> </a:t>
            </a:r>
            <a:r>
              <a:rPr lang="en-GB" sz="2400" dirty="0">
                <a:solidFill>
                  <a:schemeClr val="tx1"/>
                </a:solidFill>
                <a:latin typeface="+mj-lt"/>
                <a:cs typeface="Arial" panose="020B0604020202020204" pitchFamily="34" charset="0"/>
              </a:rPr>
              <a:t>camera</a:t>
            </a:r>
            <a:br>
              <a:rPr lang="en-GB" sz="2400" dirty="0">
                <a:solidFill>
                  <a:schemeClr val="tx1"/>
                </a:solidFill>
                <a:latin typeface="+mj-lt"/>
                <a:cs typeface="Arial" panose="020B0604020202020204" pitchFamily="34" charset="0"/>
              </a:rPr>
            </a:br>
            <a:r>
              <a:rPr lang="en-GB" sz="3200" baseline="-9000" dirty="0">
                <a:solidFill>
                  <a:schemeClr val="bg2">
                    <a:lumMod val="40000"/>
                    <a:lumOff val="60000"/>
                  </a:schemeClr>
                </a:solidFill>
                <a:effectLst>
                  <a:glow>
                    <a:schemeClr val="bg1"/>
                  </a:glow>
                </a:effectLst>
              </a:rPr>
              <a:t>✨</a:t>
            </a:r>
            <a:r>
              <a:rPr lang="en-GB" sz="2400" dirty="0">
                <a:solidFill>
                  <a:sysClr val="windowText" lastClr="000000"/>
                </a:solidFill>
                <a:latin typeface="+mj-lt"/>
                <a:cs typeface="Arial" panose="020B0604020202020204" pitchFamily="34" charset="0"/>
              </a:rPr>
              <a:t> </a:t>
            </a:r>
            <a:r>
              <a:rPr lang="en-GB" sz="2400" dirty="0">
                <a:solidFill>
                  <a:schemeClr val="tx1"/>
                </a:solidFill>
                <a:latin typeface="+mj-lt"/>
                <a:cs typeface="Arial" panose="020B0604020202020204" pitchFamily="34" charset="0"/>
              </a:rPr>
              <a:t>scanner</a:t>
            </a:r>
          </a:p>
          <a:p>
            <a:pPr>
              <a:defRPr/>
            </a:pPr>
            <a:r>
              <a:rPr lang="en-GB" sz="3200" baseline="-9000" dirty="0">
                <a:solidFill>
                  <a:schemeClr val="bg2">
                    <a:lumMod val="40000"/>
                    <a:lumOff val="60000"/>
                  </a:schemeClr>
                </a:solidFill>
                <a:effectLst>
                  <a:glow>
                    <a:schemeClr val="bg1"/>
                  </a:glow>
                </a:effectLst>
              </a:rPr>
              <a:t>🖐️</a:t>
            </a:r>
            <a:r>
              <a:rPr lang="en-GB" sz="3200" baseline="-9000" dirty="0">
                <a:solidFill>
                  <a:schemeClr val="tx1"/>
                </a:solidFill>
                <a:effectLst>
                  <a:glow>
                    <a:schemeClr val="bg1"/>
                  </a:glow>
                </a:effectLst>
                <a:latin typeface="+mj-lt"/>
                <a:cs typeface="Arial" panose="020B0604020202020204" pitchFamily="34" charset="0"/>
              </a:rPr>
              <a:t> </a:t>
            </a:r>
            <a:r>
              <a:rPr lang="en-GB" sz="2400" dirty="0">
                <a:solidFill>
                  <a:schemeClr val="tx1"/>
                </a:solidFill>
                <a:latin typeface="+mj-lt"/>
                <a:cs typeface="Arial" panose="020B0604020202020204" pitchFamily="34" charset="0"/>
              </a:rPr>
              <a:t>palmist</a:t>
            </a:r>
            <a:br>
              <a:rPr lang="en-GB" sz="2400" dirty="0">
                <a:solidFill>
                  <a:schemeClr val="tx1"/>
                </a:solidFill>
                <a:latin typeface="+mj-lt"/>
                <a:cs typeface="Arial" panose="020B0604020202020204" pitchFamily="34" charset="0"/>
              </a:rPr>
            </a:br>
            <a:r>
              <a:rPr lang="en-GB" sz="3200" baseline="-9000" dirty="0">
                <a:solidFill>
                  <a:schemeClr val="bg2">
                    <a:lumMod val="40000"/>
                    <a:lumOff val="60000"/>
                  </a:schemeClr>
                </a:solidFill>
                <a:effectLst>
                  <a:glow>
                    <a:schemeClr val="bg1"/>
                  </a:glow>
                </a:effectLst>
              </a:rPr>
              <a:t>🦋</a:t>
            </a:r>
            <a:r>
              <a:rPr lang="en-GB" sz="2400" dirty="0">
                <a:solidFill>
                  <a:schemeClr val="tx1"/>
                </a:solidFill>
                <a:latin typeface="+mj-lt"/>
                <a:cs typeface="Arial" panose="020B0604020202020204" pitchFamily="34" charset="0"/>
              </a:rPr>
              <a:t> ephemeral </a:t>
            </a:r>
            <a:br>
              <a:rPr lang="en-GB" sz="2400" dirty="0">
                <a:solidFill>
                  <a:schemeClr val="tx1"/>
                </a:solidFill>
                <a:latin typeface="+mj-lt"/>
                <a:cs typeface="Arial" panose="020B0604020202020204" pitchFamily="34" charset="0"/>
              </a:rPr>
            </a:br>
            <a:r>
              <a:rPr lang="en-GB" sz="3200" baseline="-9000" dirty="0">
                <a:solidFill>
                  <a:schemeClr val="bg2">
                    <a:lumMod val="40000"/>
                    <a:lumOff val="60000"/>
                  </a:schemeClr>
                </a:solidFill>
                <a:effectLst>
                  <a:glow>
                    <a:schemeClr val="bg1"/>
                  </a:glow>
                </a:effectLst>
              </a:rPr>
              <a:t>🎬</a:t>
            </a:r>
            <a:r>
              <a:rPr lang="en-GB" sz="2400" dirty="0">
                <a:solidFill>
                  <a:schemeClr val="tx1"/>
                </a:solidFill>
                <a:latin typeface="+mj-lt"/>
                <a:cs typeface="Arial" panose="020B0604020202020204" pitchFamily="34" charset="0"/>
              </a:rPr>
              <a:t> relay</a:t>
            </a:r>
          </a:p>
        </p:txBody>
      </p:sp>
      <p:sp>
        <p:nvSpPr>
          <p:cNvPr id="113" name="Rectangle 112">
            <a:extLst>
              <a:ext uri="{FF2B5EF4-FFF2-40B4-BE49-F238E27FC236}">
                <a16:creationId xmlns:a16="http://schemas.microsoft.com/office/drawing/2014/main" id="{482F71CE-A9A8-F758-C333-9428B11DAC8E}"/>
              </a:ext>
            </a:extLst>
          </p:cNvPr>
          <p:cNvSpPr/>
          <p:nvPr/>
        </p:nvSpPr>
        <p:spPr>
          <a:xfrm>
            <a:off x="691276" y="2273762"/>
            <a:ext cx="2088710" cy="566426"/>
          </a:xfrm>
          <a:prstGeom prst="rect">
            <a:avLst/>
          </a:prstGeom>
          <a:solidFill>
            <a:schemeClr val="bg1"/>
          </a:solidFill>
          <a:ln w="28575">
            <a:solidFill>
              <a:schemeClr val="tx1">
                <a:lumMod val="50000"/>
              </a:schemeClr>
            </a:solidFill>
            <a:prstDash val="soli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44000" tIns="144000" rIns="144000" bIns="144000" anchor="ctr"/>
          <a:lstStyle/>
          <a:p>
            <a:r>
              <a:rPr lang="en-GB" sz="3200" baseline="-9000" dirty="0">
                <a:solidFill>
                  <a:schemeClr val="bg2">
                    <a:lumMod val="40000"/>
                    <a:lumOff val="60000"/>
                  </a:schemeClr>
                </a:solidFill>
                <a:effectLst>
                  <a:glow>
                    <a:schemeClr val="bg1"/>
                  </a:glow>
                </a:effectLst>
              </a:rPr>
              <a:t>🔌 </a:t>
            </a:r>
            <a:r>
              <a:rPr lang="en-GB" sz="2400" dirty="0">
                <a:solidFill>
                  <a:schemeClr val="tx1"/>
                </a:solidFill>
                <a:effectLst>
                  <a:glow>
                    <a:schemeClr val="bg1"/>
                  </a:glow>
                </a:effectLst>
                <a:latin typeface="+mj-lt"/>
                <a:cs typeface="Arial" panose="020B0604020202020204" pitchFamily="34" charset="0"/>
              </a:rPr>
              <a:t>Pluggable</a:t>
            </a:r>
          </a:p>
        </p:txBody>
      </p:sp>
      <p:sp>
        <p:nvSpPr>
          <p:cNvPr id="137" name="TextBox 136">
            <a:extLst>
              <a:ext uri="{FF2B5EF4-FFF2-40B4-BE49-F238E27FC236}">
                <a16:creationId xmlns:a16="http://schemas.microsoft.com/office/drawing/2014/main" id="{5AEE0ED9-10A7-12DE-A6C7-6AA5C12F7964}"/>
              </a:ext>
            </a:extLst>
          </p:cNvPr>
          <p:cNvSpPr txBox="1"/>
          <p:nvPr/>
        </p:nvSpPr>
        <p:spPr>
          <a:xfrm>
            <a:off x="2353587" y="2292010"/>
            <a:ext cx="426399" cy="566426"/>
          </a:xfrm>
          <a:prstGeom prst="rect">
            <a:avLst/>
          </a:prstGeom>
          <a:noFill/>
        </p:spPr>
        <p:txBody>
          <a:bodyPr wrap="none" lIns="0" rIns="0" rtlCol="0">
            <a:noAutofit/>
          </a:bodyPr>
          <a:lstStyle/>
          <a:p>
            <a:pPr algn="l"/>
            <a:r>
              <a:rPr lang="en-US" dirty="0"/>
              <a:t>       </a:t>
            </a:r>
          </a:p>
        </p:txBody>
      </p:sp>
      <p:sp>
        <p:nvSpPr>
          <p:cNvPr id="142" name="TextBox 141">
            <a:extLst>
              <a:ext uri="{FF2B5EF4-FFF2-40B4-BE49-F238E27FC236}">
                <a16:creationId xmlns:a16="http://schemas.microsoft.com/office/drawing/2014/main" id="{B014D2E9-3B3D-9714-076E-51CFF2ECE5B5}"/>
              </a:ext>
            </a:extLst>
          </p:cNvPr>
          <p:cNvSpPr txBox="1"/>
          <p:nvPr/>
        </p:nvSpPr>
        <p:spPr>
          <a:xfrm>
            <a:off x="5798972" y="2292010"/>
            <a:ext cx="426399" cy="568773"/>
          </a:xfrm>
          <a:prstGeom prst="rect">
            <a:avLst/>
          </a:prstGeom>
          <a:noFill/>
        </p:spPr>
        <p:txBody>
          <a:bodyPr wrap="none" lIns="0" rIns="0" rtlCol="0">
            <a:noAutofit/>
          </a:bodyPr>
          <a:lstStyle/>
          <a:p>
            <a:pPr algn="l"/>
            <a:r>
              <a:rPr lang="en-US" dirty="0"/>
              <a:t>       </a:t>
            </a:r>
          </a:p>
        </p:txBody>
      </p:sp>
      <p:sp>
        <p:nvSpPr>
          <p:cNvPr id="144" name="Rectangle 143">
            <a:extLst>
              <a:ext uri="{FF2B5EF4-FFF2-40B4-BE49-F238E27FC236}">
                <a16:creationId xmlns:a16="http://schemas.microsoft.com/office/drawing/2014/main" id="{78780C63-F65B-A2B2-B30A-12EA03F7F96E}"/>
              </a:ext>
            </a:extLst>
          </p:cNvPr>
          <p:cNvSpPr/>
          <p:nvPr/>
        </p:nvSpPr>
        <p:spPr>
          <a:xfrm>
            <a:off x="4957469" y="851302"/>
            <a:ext cx="1908552" cy="566426"/>
          </a:xfrm>
          <a:prstGeom prst="rect">
            <a:avLst/>
          </a:prstGeom>
          <a:solidFill>
            <a:schemeClr val="tx1">
              <a:lumMod val="95000"/>
            </a:schemeClr>
          </a:solidFill>
          <a:ln w="28575">
            <a:solidFill>
              <a:schemeClr val="tx1">
                <a:lumMod val="50000"/>
              </a:schemeClr>
            </a:solidFill>
            <a:prstDash val="soli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44000" tIns="144000" rIns="144000" bIns="144000" anchor="ctr"/>
          <a:lstStyle/>
          <a:p>
            <a:r>
              <a:rPr lang="en-GB" sz="3200" baseline="-9000" dirty="0">
                <a:solidFill>
                  <a:schemeClr val="bg2">
                    <a:lumMod val="40000"/>
                    <a:lumOff val="60000"/>
                  </a:schemeClr>
                </a:solidFill>
                <a:effectLst>
                  <a:glow>
                    <a:schemeClr val="bg1"/>
                  </a:glow>
                </a:effectLst>
              </a:rPr>
              <a:t>🛰️</a:t>
            </a:r>
            <a:r>
              <a:rPr lang="en-GB" sz="2400" dirty="0">
                <a:solidFill>
                  <a:sysClr val="windowText" lastClr="000000"/>
                </a:solidFill>
                <a:latin typeface="+mj-lt"/>
                <a:cs typeface="Arial" panose="020B0604020202020204" pitchFamily="34" charset="0"/>
              </a:rPr>
              <a:t> Relayer</a:t>
            </a:r>
            <a:endParaRPr lang="en-GB" sz="2000" dirty="0">
              <a:solidFill>
                <a:sysClr val="windowText" lastClr="000000"/>
              </a:solidFill>
              <a:latin typeface="+mj-lt"/>
              <a:cs typeface="Arial" panose="020B0604020202020204" pitchFamily="34" charset="0"/>
            </a:endParaRPr>
          </a:p>
        </p:txBody>
      </p:sp>
      <p:sp>
        <p:nvSpPr>
          <p:cNvPr id="164" name="Rectangle 163">
            <a:extLst>
              <a:ext uri="{FF2B5EF4-FFF2-40B4-BE49-F238E27FC236}">
                <a16:creationId xmlns:a16="http://schemas.microsoft.com/office/drawing/2014/main" id="{A063D14E-90CE-3483-5DD4-38502AC92203}"/>
              </a:ext>
            </a:extLst>
          </p:cNvPr>
          <p:cNvSpPr/>
          <p:nvPr/>
        </p:nvSpPr>
        <p:spPr>
          <a:xfrm>
            <a:off x="9455328" y="843182"/>
            <a:ext cx="1931451" cy="562183"/>
          </a:xfrm>
          <a:prstGeom prst="rect">
            <a:avLst/>
          </a:prstGeom>
          <a:solidFill>
            <a:schemeClr val="tx1">
              <a:lumMod val="95000"/>
            </a:schemeClr>
          </a:solidFill>
          <a:ln w="28575">
            <a:solidFill>
              <a:schemeClr val="tx1">
                <a:lumMod val="50000"/>
              </a:schemeClr>
            </a:solidFill>
            <a:prstDash val="soli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44000" tIns="144000" rIns="144000" bIns="144000" anchor="ctr"/>
          <a:lstStyle/>
          <a:p>
            <a:r>
              <a:rPr lang="en-GB" sz="2400" dirty="0">
                <a:solidFill>
                  <a:sysClr val="windowText" lastClr="000000"/>
                </a:solidFill>
                <a:latin typeface="+mj-lt"/>
                <a:cs typeface="Arial" panose="020B0604020202020204" pitchFamily="34" charset="0"/>
              </a:rPr>
              <a:t>👥 Domain</a:t>
            </a:r>
          </a:p>
        </p:txBody>
      </p:sp>
      <p:sp>
        <p:nvSpPr>
          <p:cNvPr id="168" name="TextBox 167">
            <a:extLst>
              <a:ext uri="{FF2B5EF4-FFF2-40B4-BE49-F238E27FC236}">
                <a16:creationId xmlns:a16="http://schemas.microsoft.com/office/drawing/2014/main" id="{BC77B6C5-BD94-BD0F-3FC8-7F6502E49586}"/>
              </a:ext>
            </a:extLst>
          </p:cNvPr>
          <p:cNvSpPr txBox="1"/>
          <p:nvPr/>
        </p:nvSpPr>
        <p:spPr>
          <a:xfrm>
            <a:off x="3172885" y="2126316"/>
            <a:ext cx="1559147" cy="4206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sz="2000" i="1" dirty="0">
                <a:solidFill>
                  <a:schemeClr val="bg2">
                    <a:lumMod val="40000"/>
                    <a:lumOff val="60000"/>
                  </a:schemeClr>
                </a:solidFill>
                <a:effectLst>
                  <a:glow>
                    <a:schemeClr val="bg1"/>
                  </a:glow>
                </a:effectLst>
              </a:rPr>
              <a:t>plugged</a:t>
            </a:r>
            <a:r>
              <a:rPr lang="en-GB" sz="3200" baseline="-11000" dirty="0">
                <a:solidFill>
                  <a:schemeClr val="bg2">
                    <a:lumMod val="40000"/>
                    <a:lumOff val="60000"/>
                  </a:schemeClr>
                </a:solidFill>
                <a:effectLst>
                  <a:glow>
                    <a:schemeClr val="bg1"/>
                  </a:glow>
                </a:effectLst>
              </a:rPr>
              <a:t> </a:t>
            </a:r>
            <a:r>
              <a:rPr lang="en-GB" sz="3200" baseline="-9000" dirty="0">
                <a:solidFill>
                  <a:schemeClr val="bg2">
                    <a:lumMod val="40000"/>
                    <a:lumOff val="60000"/>
                  </a:schemeClr>
                </a:solidFill>
                <a:effectLst>
                  <a:glow>
                    <a:schemeClr val="bg1"/>
                  </a:glow>
                </a:effectLst>
              </a:rPr>
              <a:t>🔌</a:t>
            </a:r>
          </a:p>
        </p:txBody>
      </p:sp>
      <p:cxnSp>
        <p:nvCxnSpPr>
          <p:cNvPr id="169" name="Straight Arrow Connector 44">
            <a:extLst>
              <a:ext uri="{FF2B5EF4-FFF2-40B4-BE49-F238E27FC236}">
                <a16:creationId xmlns:a16="http://schemas.microsoft.com/office/drawing/2014/main" id="{8DAFF99D-771B-7F0E-BD11-FDA282642B4F}"/>
              </a:ext>
            </a:extLst>
          </p:cNvPr>
          <p:cNvCxnSpPr>
            <a:cxnSpLocks/>
            <a:stCxn id="137" idx="3"/>
            <a:endCxn id="141" idx="1"/>
          </p:cNvCxnSpPr>
          <p:nvPr/>
        </p:nvCxnSpPr>
        <p:spPr>
          <a:xfrm flipV="1">
            <a:off x="2779986" y="2567273"/>
            <a:ext cx="2171959" cy="7950"/>
          </a:xfrm>
          <a:prstGeom prst="straightConnector1">
            <a:avLst/>
          </a:prstGeom>
          <a:ln>
            <a:solidFill>
              <a:schemeClr val="accent4"/>
            </a:solidFill>
            <a:prstDash val="solid"/>
            <a:headEnd type="triangle" w="lg" len="lg"/>
            <a:tailEnd type="triangle" w="lg" len="lg"/>
          </a:ln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cxnSp>
        <p:nvCxnSpPr>
          <p:cNvPr id="187" name="Straight Arrow Connector 44">
            <a:extLst>
              <a:ext uri="{FF2B5EF4-FFF2-40B4-BE49-F238E27FC236}">
                <a16:creationId xmlns:a16="http://schemas.microsoft.com/office/drawing/2014/main" id="{D9FCEF01-124A-A190-0277-F2D007566750}"/>
              </a:ext>
            </a:extLst>
          </p:cNvPr>
          <p:cNvCxnSpPr>
            <a:cxnSpLocks/>
            <a:stCxn id="141" idx="0"/>
            <a:endCxn id="144" idx="2"/>
          </p:cNvCxnSpPr>
          <p:nvPr/>
        </p:nvCxnSpPr>
        <p:spPr>
          <a:xfrm flipV="1">
            <a:off x="5906222" y="1417728"/>
            <a:ext cx="5523" cy="866332"/>
          </a:xfrm>
          <a:prstGeom prst="straightConnector1">
            <a:avLst/>
          </a:prstGeom>
          <a:ln>
            <a:solidFill>
              <a:schemeClr val="accent4"/>
            </a:solidFill>
            <a:prstDash val="solid"/>
            <a:headEnd type="triangle" w="lg" len="lg"/>
            <a:tailEnd type="triangle" w="lg" len="lg"/>
          </a:ln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sp>
        <p:nvSpPr>
          <p:cNvPr id="190" name="TextBox 189">
            <a:extLst>
              <a:ext uri="{FF2B5EF4-FFF2-40B4-BE49-F238E27FC236}">
                <a16:creationId xmlns:a16="http://schemas.microsoft.com/office/drawing/2014/main" id="{EF005A2B-B4BF-6620-2A13-6F8909C2C0F1}"/>
              </a:ext>
            </a:extLst>
          </p:cNvPr>
          <p:cNvSpPr txBox="1"/>
          <p:nvPr/>
        </p:nvSpPr>
        <p:spPr>
          <a:xfrm>
            <a:off x="5903577" y="1671832"/>
            <a:ext cx="1078390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sz="2800" baseline="-11000" dirty="0">
                <a:solidFill>
                  <a:schemeClr val="bg2">
                    <a:lumMod val="40000"/>
                    <a:lumOff val="60000"/>
                  </a:schemeClr>
                </a:solidFill>
                <a:effectLst>
                  <a:glow>
                    <a:schemeClr val="bg1"/>
                  </a:glow>
                </a:effectLst>
              </a:rPr>
              <a:t>🌐</a:t>
            </a:r>
            <a:r>
              <a:rPr lang="en-GB" sz="2400" baseline="-11000" dirty="0">
                <a:solidFill>
                  <a:schemeClr val="bg2">
                    <a:lumMod val="40000"/>
                    <a:lumOff val="60000"/>
                  </a:schemeClr>
                </a:solidFill>
                <a:effectLst>
                  <a:glow>
                    <a:schemeClr val="bg1"/>
                  </a:glow>
                </a:effectLst>
              </a:rPr>
              <a:t> </a:t>
            </a:r>
            <a:r>
              <a:rPr lang="en-GB" sz="2000" i="1" dirty="0">
                <a:solidFill>
                  <a:schemeClr val="bg2">
                    <a:lumMod val="40000"/>
                    <a:lumOff val="60000"/>
                  </a:schemeClr>
                </a:solidFill>
                <a:effectLst>
                  <a:glow>
                    <a:schemeClr val="bg1"/>
                  </a:glow>
                </a:effectLst>
              </a:rPr>
              <a:t>web</a:t>
            </a:r>
            <a:endParaRPr lang="en-GB" sz="3200" baseline="-11000" dirty="0">
              <a:solidFill>
                <a:schemeClr val="bg2">
                  <a:lumMod val="40000"/>
                  <a:lumOff val="60000"/>
                </a:schemeClr>
              </a:solidFill>
              <a:effectLst>
                <a:glow>
                  <a:schemeClr val="bg1"/>
                </a:glow>
              </a:effectLst>
            </a:endParaRPr>
          </a:p>
        </p:txBody>
      </p:sp>
      <p:cxnSp>
        <p:nvCxnSpPr>
          <p:cNvPr id="191" name="Straight Arrow Connector 44">
            <a:extLst>
              <a:ext uri="{FF2B5EF4-FFF2-40B4-BE49-F238E27FC236}">
                <a16:creationId xmlns:a16="http://schemas.microsoft.com/office/drawing/2014/main" id="{A38495E3-DEC6-9CF7-2929-39008C48F7A1}"/>
              </a:ext>
            </a:extLst>
          </p:cNvPr>
          <p:cNvCxnSpPr>
            <a:cxnSpLocks/>
            <a:stCxn id="164" idx="1"/>
            <a:endCxn id="144" idx="3"/>
          </p:cNvCxnSpPr>
          <p:nvPr/>
        </p:nvCxnSpPr>
        <p:spPr>
          <a:xfrm flipH="1">
            <a:off x="6866021" y="1124274"/>
            <a:ext cx="2589307" cy="10241"/>
          </a:xfrm>
          <a:prstGeom prst="straightConnector1">
            <a:avLst/>
          </a:prstGeom>
          <a:ln>
            <a:solidFill>
              <a:schemeClr val="accent4"/>
            </a:solidFill>
            <a:prstDash val="solid"/>
            <a:headEnd type="triangle" w="lg" len="lg"/>
            <a:tailEnd type="triangle" w="lg" len="lg"/>
          </a:ln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sp>
        <p:nvSpPr>
          <p:cNvPr id="228" name="Rectangle 227">
            <a:extLst>
              <a:ext uri="{FF2B5EF4-FFF2-40B4-BE49-F238E27FC236}">
                <a16:creationId xmlns:a16="http://schemas.microsoft.com/office/drawing/2014/main" id="{81E39BF0-600C-D35F-1163-BFA84E684F78}"/>
              </a:ext>
            </a:extLst>
          </p:cNvPr>
          <p:cNvSpPr/>
          <p:nvPr/>
        </p:nvSpPr>
        <p:spPr>
          <a:xfrm>
            <a:off x="691276" y="859319"/>
            <a:ext cx="2088711" cy="565252"/>
          </a:xfrm>
          <a:prstGeom prst="rect">
            <a:avLst/>
          </a:prstGeom>
          <a:solidFill>
            <a:schemeClr val="tx1">
              <a:lumMod val="95000"/>
            </a:schemeClr>
          </a:solidFill>
          <a:ln w="28575">
            <a:solidFill>
              <a:schemeClr val="tx1">
                <a:lumMod val="50000"/>
              </a:schemeClr>
            </a:solidFill>
            <a:prstDash val="soli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44000" tIns="144000" rIns="144000" bIns="144000" anchor="ctr"/>
          <a:lstStyle/>
          <a:p>
            <a:r>
              <a:rPr lang="en-GB" sz="3200" baseline="-9000" dirty="0">
                <a:solidFill>
                  <a:schemeClr val="bg2">
                    <a:lumMod val="40000"/>
                    <a:lumOff val="60000"/>
                  </a:schemeClr>
                </a:solidFill>
                <a:effectLst>
                  <a:glow>
                    <a:schemeClr val="bg1"/>
                  </a:glow>
                </a:effectLst>
              </a:rPr>
              <a:t>🍏</a:t>
            </a:r>
            <a:r>
              <a:rPr lang="en-GB" sz="2400" dirty="0">
                <a:solidFill>
                  <a:sysClr val="windowText" lastClr="000000"/>
                </a:solidFill>
                <a:latin typeface="+mj-lt"/>
                <a:cs typeface="Arial" panose="020B0604020202020204" pitchFamily="34" charset="0"/>
              </a:rPr>
              <a:t> Brand</a:t>
            </a:r>
          </a:p>
        </p:txBody>
      </p:sp>
      <p:cxnSp>
        <p:nvCxnSpPr>
          <p:cNvPr id="231" name="Straight Arrow Connector 44">
            <a:extLst>
              <a:ext uri="{FF2B5EF4-FFF2-40B4-BE49-F238E27FC236}">
                <a16:creationId xmlns:a16="http://schemas.microsoft.com/office/drawing/2014/main" id="{2E917044-2FA9-6A48-915C-634A005724DC}"/>
              </a:ext>
            </a:extLst>
          </p:cNvPr>
          <p:cNvCxnSpPr>
            <a:cxnSpLocks/>
            <a:stCxn id="228" idx="2"/>
            <a:endCxn id="113" idx="0"/>
          </p:cNvCxnSpPr>
          <p:nvPr/>
        </p:nvCxnSpPr>
        <p:spPr>
          <a:xfrm flipH="1">
            <a:off x="1735631" y="1424571"/>
            <a:ext cx="1" cy="849191"/>
          </a:xfrm>
          <a:prstGeom prst="straightConnector1">
            <a:avLst/>
          </a:prstGeom>
          <a:ln>
            <a:solidFill>
              <a:schemeClr val="tx1"/>
            </a:solidFill>
            <a:prstDash val="solid"/>
            <a:tailEnd type="triangle" w="lg" len="lg"/>
          </a:ln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sp>
        <p:nvSpPr>
          <p:cNvPr id="234" name="TextBox 233">
            <a:extLst>
              <a:ext uri="{FF2B5EF4-FFF2-40B4-BE49-F238E27FC236}">
                <a16:creationId xmlns:a16="http://schemas.microsoft.com/office/drawing/2014/main" id="{271B3536-9855-D333-D4EF-203DEDF5441D}"/>
              </a:ext>
            </a:extLst>
          </p:cNvPr>
          <p:cNvSpPr txBox="1"/>
          <p:nvPr/>
        </p:nvSpPr>
        <p:spPr>
          <a:xfrm>
            <a:off x="1782912" y="1481647"/>
            <a:ext cx="918944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sz="2000" i="1" dirty="0">
                <a:solidFill>
                  <a:schemeClr val="bg2">
                    <a:lumMod val="40000"/>
                    <a:lumOff val="60000"/>
                  </a:schemeClr>
                </a:solidFill>
                <a:effectLst>
                  <a:glow>
                    <a:schemeClr val="bg1"/>
                  </a:glow>
                </a:effectLst>
              </a:rPr>
              <a:t>sell</a:t>
            </a:r>
            <a:endParaRPr lang="en-GB" sz="3200" baseline="-11000" dirty="0">
              <a:solidFill>
                <a:schemeClr val="bg2">
                  <a:lumMod val="40000"/>
                  <a:lumOff val="60000"/>
                </a:schemeClr>
              </a:solidFill>
              <a:effectLst>
                <a:glow>
                  <a:schemeClr val="bg1"/>
                </a:glow>
              </a:effectLst>
            </a:endParaRPr>
          </a:p>
        </p:txBody>
      </p:sp>
      <p:grpSp>
        <p:nvGrpSpPr>
          <p:cNvPr id="257" name="Group 256">
            <a:extLst>
              <a:ext uri="{FF2B5EF4-FFF2-40B4-BE49-F238E27FC236}">
                <a16:creationId xmlns:a16="http://schemas.microsoft.com/office/drawing/2014/main" id="{AC68DB34-B6A8-D5E3-62DB-E3A6F2020EBD}"/>
              </a:ext>
            </a:extLst>
          </p:cNvPr>
          <p:cNvGrpSpPr/>
          <p:nvPr/>
        </p:nvGrpSpPr>
        <p:grpSpPr>
          <a:xfrm>
            <a:off x="9426964" y="2197379"/>
            <a:ext cx="1988691" cy="1383576"/>
            <a:chOff x="4959152" y="4727414"/>
            <a:chExt cx="1988691" cy="1383576"/>
          </a:xfrm>
        </p:grpSpPr>
        <p:grpSp>
          <p:nvGrpSpPr>
            <p:cNvPr id="258" name="Group 257">
              <a:extLst>
                <a:ext uri="{FF2B5EF4-FFF2-40B4-BE49-F238E27FC236}">
                  <a16:creationId xmlns:a16="http://schemas.microsoft.com/office/drawing/2014/main" id="{ADCFD867-7C44-F97C-937D-120B4C05381D}"/>
                </a:ext>
              </a:extLst>
            </p:cNvPr>
            <p:cNvGrpSpPr/>
            <p:nvPr/>
          </p:nvGrpSpPr>
          <p:grpSpPr>
            <a:xfrm>
              <a:off x="4959152" y="4727414"/>
              <a:ext cx="1988691" cy="1316816"/>
              <a:chOff x="4768207" y="3215212"/>
              <a:chExt cx="1988691" cy="1316816"/>
            </a:xfrm>
          </p:grpSpPr>
          <p:grpSp>
            <p:nvGrpSpPr>
              <p:cNvPr id="260" name="Group 259">
                <a:extLst>
                  <a:ext uri="{FF2B5EF4-FFF2-40B4-BE49-F238E27FC236}">
                    <a16:creationId xmlns:a16="http://schemas.microsoft.com/office/drawing/2014/main" id="{D06E6AAB-CAC8-41FF-69AD-EFCD075DBAF9}"/>
                  </a:ext>
                </a:extLst>
              </p:cNvPr>
              <p:cNvGrpSpPr/>
              <p:nvPr/>
            </p:nvGrpSpPr>
            <p:grpSpPr>
              <a:xfrm>
                <a:off x="4768207" y="3215212"/>
                <a:ext cx="1988691" cy="1316816"/>
                <a:chOff x="6139542" y="58284"/>
                <a:chExt cx="1988691" cy="1316816"/>
              </a:xfrm>
            </p:grpSpPr>
            <p:sp>
              <p:nvSpPr>
                <p:cNvPr id="264" name="Rectangle 263">
                  <a:extLst>
                    <a:ext uri="{FF2B5EF4-FFF2-40B4-BE49-F238E27FC236}">
                      <a16:creationId xmlns:a16="http://schemas.microsoft.com/office/drawing/2014/main" id="{ED63FD0D-8DC1-8495-E5E1-FE14FB018671}"/>
                    </a:ext>
                  </a:extLst>
                </p:cNvPr>
                <p:cNvSpPr/>
                <p:nvPr/>
              </p:nvSpPr>
              <p:spPr>
                <a:xfrm>
                  <a:off x="6236556" y="149580"/>
                  <a:ext cx="1791009" cy="562183"/>
                </a:xfrm>
                <a:prstGeom prst="rect">
                  <a:avLst/>
                </a:prstGeom>
                <a:solidFill>
                  <a:schemeClr val="tx1">
                    <a:lumMod val="95000"/>
                  </a:schemeClr>
                </a:solidFill>
                <a:ln w="28575">
                  <a:solidFill>
                    <a:schemeClr val="tx1">
                      <a:lumMod val="50000"/>
                    </a:schemeClr>
                  </a:solidFill>
                  <a:prstDash val="solid"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lIns="144000" tIns="144000" rIns="144000" bIns="144000" anchor="ctr"/>
                <a:lstStyle/>
                <a:p>
                  <a:r>
                    <a:rPr lang="en-GB" sz="3200" baseline="-9000" dirty="0">
                      <a:solidFill>
                        <a:schemeClr val="bg2">
                          <a:lumMod val="40000"/>
                          <a:lumOff val="60000"/>
                        </a:schemeClr>
                      </a:solidFill>
                      <a:effectLst>
                        <a:glow>
                          <a:schemeClr val="bg1"/>
                        </a:glow>
                      </a:effectLst>
                    </a:rPr>
                    <a:t>🧑‍🦰</a:t>
                  </a:r>
                  <a:r>
                    <a:rPr lang="en-GB" sz="2400" dirty="0">
                      <a:solidFill>
                        <a:sysClr val="windowText" lastClr="000000"/>
                      </a:solidFill>
                      <a:latin typeface="+mj-lt"/>
                      <a:cs typeface="Arial" panose="020B0604020202020204" pitchFamily="34" charset="0"/>
                    </a:rPr>
                    <a:t> Wallet</a:t>
                  </a:r>
                </a:p>
              </p:txBody>
            </p:sp>
            <p:sp>
              <p:nvSpPr>
                <p:cNvPr id="265" name="Rectangle 264">
                  <a:extLst>
                    <a:ext uri="{FF2B5EF4-FFF2-40B4-BE49-F238E27FC236}">
                      <a16:creationId xmlns:a16="http://schemas.microsoft.com/office/drawing/2014/main" id="{611C074F-22A4-414A-38A7-9C0968D98E50}"/>
                    </a:ext>
                  </a:extLst>
                </p:cNvPr>
                <p:cNvSpPr/>
                <p:nvPr/>
              </p:nvSpPr>
              <p:spPr>
                <a:xfrm>
                  <a:off x="6139542" y="58284"/>
                  <a:ext cx="1988691" cy="1316816"/>
                </a:xfrm>
                <a:prstGeom prst="rect">
                  <a:avLst/>
                </a:prstGeom>
                <a:noFill/>
                <a:ln w="12700">
                  <a:solidFill>
                    <a:srgbClr val="5A6B86"/>
                  </a:solidFill>
                  <a:prstDash val="dash"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tIns="36000"/>
                <a:lstStyle/>
                <a:p>
                  <a:pPr eaLnBrk="1" fontAlgn="auto" hangingPunct="1">
                    <a:spcBef>
                      <a:spcPts val="0"/>
                    </a:spcBef>
                    <a:spcAft>
                      <a:spcPts val="0"/>
                    </a:spcAft>
                    <a:defRPr/>
                  </a:pPr>
                  <a:endParaRPr lang="en-US" sz="2000" i="1" dirty="0">
                    <a:solidFill>
                      <a:schemeClr val="bg2">
                        <a:lumMod val="40000"/>
                        <a:lumOff val="60000"/>
                      </a:schemeClr>
                    </a:solidFill>
                    <a:effectLst>
                      <a:glow>
                        <a:schemeClr val="bg1"/>
                      </a:glow>
                    </a:effectLst>
                  </a:endParaRPr>
                </a:p>
              </p:txBody>
            </p:sp>
          </p:grpSp>
          <p:sp>
            <p:nvSpPr>
              <p:cNvPr id="261" name="Rectangle 260">
                <a:extLst>
                  <a:ext uri="{FF2B5EF4-FFF2-40B4-BE49-F238E27FC236}">
                    <a16:creationId xmlns:a16="http://schemas.microsoft.com/office/drawing/2014/main" id="{29E08B6E-9C96-7DD3-374D-45F1CE3F47B6}"/>
                  </a:ext>
                </a:extLst>
              </p:cNvPr>
              <p:cNvSpPr/>
              <p:nvPr/>
            </p:nvSpPr>
            <p:spPr>
              <a:xfrm>
                <a:off x="5501604" y="3951814"/>
                <a:ext cx="530040" cy="482053"/>
              </a:xfrm>
              <a:prstGeom prst="rect">
                <a:avLst/>
              </a:prstGeom>
              <a:solidFill>
                <a:schemeClr val="tx1">
                  <a:lumMod val="95000"/>
                </a:schemeClr>
              </a:solidFill>
              <a:ln w="28575">
                <a:solidFill>
                  <a:schemeClr val="tx1">
                    <a:lumMod val="50000"/>
                  </a:schemeClr>
                </a:solidFill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144000" tIns="144000" rIns="144000" bIns="144000" anchor="ctr"/>
              <a:lstStyle/>
              <a:p>
                <a:pPr>
                  <a:lnSpc>
                    <a:spcPts val="1500"/>
                  </a:lnSpc>
                  <a:defRPr/>
                </a:pPr>
                <a:r>
                  <a:rPr lang="en-GB" sz="3200" baseline="-9000" dirty="0">
                    <a:solidFill>
                      <a:schemeClr val="bg2">
                        <a:lumMod val="40000"/>
                        <a:lumOff val="60000"/>
                      </a:schemeClr>
                    </a:solidFill>
                    <a:effectLst>
                      <a:glow>
                        <a:schemeClr val="bg1"/>
                      </a:glow>
                    </a:effectLst>
                  </a:rPr>
                  <a:t> 📣</a:t>
                </a:r>
                <a:endParaRPr lang="en-GB" sz="2400" dirty="0">
                  <a:solidFill>
                    <a:sysClr val="windowText" lastClr="000000"/>
                  </a:solidFill>
                  <a:latin typeface="+mj-lt"/>
                  <a:cs typeface="Arial" panose="020B0604020202020204" pitchFamily="34" charset="0"/>
                </a:endParaRPr>
              </a:p>
            </p:txBody>
          </p:sp>
          <p:sp>
            <p:nvSpPr>
              <p:cNvPr id="262" name="Rectangle 261">
                <a:extLst>
                  <a:ext uri="{FF2B5EF4-FFF2-40B4-BE49-F238E27FC236}">
                    <a16:creationId xmlns:a16="http://schemas.microsoft.com/office/drawing/2014/main" id="{8598BD18-DF65-6F7A-7BBE-8BCD9BCB4FF1}"/>
                  </a:ext>
                </a:extLst>
              </p:cNvPr>
              <p:cNvSpPr/>
              <p:nvPr/>
            </p:nvSpPr>
            <p:spPr>
              <a:xfrm>
                <a:off x="6133877" y="3951813"/>
                <a:ext cx="530040" cy="482053"/>
              </a:xfrm>
              <a:prstGeom prst="rect">
                <a:avLst/>
              </a:prstGeom>
              <a:solidFill>
                <a:schemeClr val="tx1">
                  <a:lumMod val="95000"/>
                </a:schemeClr>
              </a:solidFill>
              <a:ln w="28575">
                <a:solidFill>
                  <a:schemeClr val="tx1">
                    <a:lumMod val="50000"/>
                  </a:schemeClr>
                </a:solidFill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144000" tIns="144000" rIns="144000" bIns="144000" anchor="ctr"/>
              <a:lstStyle/>
              <a:p>
                <a:pPr>
                  <a:lnSpc>
                    <a:spcPts val="1500"/>
                  </a:lnSpc>
                  <a:defRPr/>
                </a:pPr>
                <a:r>
                  <a:rPr lang="en-GB" sz="3200" baseline="-9000" dirty="0">
                    <a:solidFill>
                      <a:schemeClr val="bg2">
                        <a:lumMod val="40000"/>
                        <a:lumOff val="60000"/>
                      </a:schemeClr>
                    </a:solidFill>
                    <a:effectLst>
                      <a:glow>
                        <a:schemeClr val="bg1"/>
                      </a:glow>
                    </a:effectLst>
                  </a:rPr>
                  <a:t> </a:t>
                </a:r>
                <a:r>
                  <a:rPr lang="en-GB" sz="3200" baseline="-10000" dirty="0"/>
                  <a:t>📱</a:t>
                </a:r>
                <a:endParaRPr lang="en-GB" sz="2400" dirty="0">
                  <a:solidFill>
                    <a:sysClr val="windowText" lastClr="000000"/>
                  </a:solidFill>
                  <a:latin typeface="+mj-lt"/>
                  <a:cs typeface="Arial" panose="020B0604020202020204" pitchFamily="34" charset="0"/>
                </a:endParaRPr>
              </a:p>
            </p:txBody>
          </p:sp>
          <p:sp>
            <p:nvSpPr>
              <p:cNvPr id="263" name="Rectangle 262">
                <a:extLst>
                  <a:ext uri="{FF2B5EF4-FFF2-40B4-BE49-F238E27FC236}">
                    <a16:creationId xmlns:a16="http://schemas.microsoft.com/office/drawing/2014/main" id="{FB2E1ECB-A6F2-8E3F-2164-76D013485C26}"/>
                  </a:ext>
                </a:extLst>
              </p:cNvPr>
              <p:cNvSpPr/>
              <p:nvPr/>
            </p:nvSpPr>
            <p:spPr>
              <a:xfrm>
                <a:off x="4861649" y="3951814"/>
                <a:ext cx="530040" cy="482053"/>
              </a:xfrm>
              <a:prstGeom prst="rect">
                <a:avLst/>
              </a:prstGeom>
              <a:solidFill>
                <a:schemeClr val="tx1">
                  <a:lumMod val="95000"/>
                </a:schemeClr>
              </a:solidFill>
              <a:ln w="28575">
                <a:solidFill>
                  <a:schemeClr val="tx1">
                    <a:lumMod val="50000"/>
                  </a:schemeClr>
                </a:solidFill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144000" tIns="144000" rIns="144000" bIns="144000" anchor="ctr"/>
              <a:lstStyle/>
              <a:p>
                <a:pPr>
                  <a:lnSpc>
                    <a:spcPts val="1500"/>
                  </a:lnSpc>
                  <a:defRPr/>
                </a:pPr>
                <a:r>
                  <a:rPr lang="en-GB" sz="3200" baseline="-9000" dirty="0">
                    <a:solidFill>
                      <a:schemeClr val="bg2">
                        <a:lumMod val="40000"/>
                        <a:lumOff val="60000"/>
                      </a:schemeClr>
                    </a:solidFill>
                    <a:effectLst>
                      <a:glow>
                        <a:schemeClr val="bg1"/>
                      </a:glow>
                    </a:effectLst>
                  </a:rPr>
                  <a:t>  </a:t>
                </a:r>
                <a:endParaRPr lang="en-GB" sz="2400" dirty="0">
                  <a:solidFill>
                    <a:sysClr val="windowText" lastClr="000000"/>
                  </a:solidFill>
                  <a:latin typeface="+mj-lt"/>
                  <a:cs typeface="Arial" panose="020B0604020202020204" pitchFamily="34" charset="0"/>
                </a:endParaRPr>
              </a:p>
            </p:txBody>
          </p:sp>
        </p:grpSp>
        <p:sp>
          <p:nvSpPr>
            <p:cNvPr id="259" name="TextBox 258">
              <a:extLst>
                <a:ext uri="{FF2B5EF4-FFF2-40B4-BE49-F238E27FC236}">
                  <a16:creationId xmlns:a16="http://schemas.microsoft.com/office/drawing/2014/main" id="{0934BC59-7CA9-B291-82E8-F73D799408E3}"/>
                </a:ext>
              </a:extLst>
            </p:cNvPr>
            <p:cNvSpPr txBox="1"/>
            <p:nvPr/>
          </p:nvSpPr>
          <p:spPr>
            <a:xfrm>
              <a:off x="5016883" y="5341549"/>
              <a:ext cx="502683" cy="769441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GB" sz="4400" baseline="-9000" dirty="0">
                  <a:solidFill>
                    <a:schemeClr val="bg2">
                      <a:lumMod val="40000"/>
                      <a:lumOff val="60000"/>
                    </a:schemeClr>
                  </a:solidFill>
                  <a:effectLst>
                    <a:glow>
                      <a:schemeClr val="bg1"/>
                    </a:glow>
                  </a:effectLst>
                </a:rPr>
                <a:t>🤵</a:t>
              </a:r>
              <a:endParaRPr lang="en-US" sz="4400" dirty="0"/>
            </a:p>
          </p:txBody>
        </p:sp>
      </p:grpSp>
      <p:cxnSp>
        <p:nvCxnSpPr>
          <p:cNvPr id="266" name="Straight Arrow Connector 44">
            <a:extLst>
              <a:ext uri="{FF2B5EF4-FFF2-40B4-BE49-F238E27FC236}">
                <a16:creationId xmlns:a16="http://schemas.microsoft.com/office/drawing/2014/main" id="{0C2D3AE4-6F0D-E05A-BE80-639051C2A916}"/>
              </a:ext>
            </a:extLst>
          </p:cNvPr>
          <p:cNvCxnSpPr>
            <a:cxnSpLocks/>
            <a:stCxn id="264" idx="1"/>
            <a:endCxn id="141" idx="3"/>
          </p:cNvCxnSpPr>
          <p:nvPr/>
        </p:nvCxnSpPr>
        <p:spPr>
          <a:xfrm flipH="1" flipV="1">
            <a:off x="6860498" y="2567273"/>
            <a:ext cx="2663480" cy="2494"/>
          </a:xfrm>
          <a:prstGeom prst="straightConnector1">
            <a:avLst/>
          </a:prstGeom>
          <a:ln>
            <a:solidFill>
              <a:schemeClr val="tx1"/>
            </a:solidFill>
            <a:prstDash val="solid"/>
            <a:tailEnd type="triangle" w="lg" len="lg"/>
          </a:ln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sp>
        <p:nvSpPr>
          <p:cNvPr id="276" name="TextBox 275">
            <a:extLst>
              <a:ext uri="{FF2B5EF4-FFF2-40B4-BE49-F238E27FC236}">
                <a16:creationId xmlns:a16="http://schemas.microsoft.com/office/drawing/2014/main" id="{BB565719-A753-347A-A890-1668B597BF2C}"/>
              </a:ext>
            </a:extLst>
          </p:cNvPr>
          <p:cNvSpPr txBox="1"/>
          <p:nvPr/>
        </p:nvSpPr>
        <p:spPr>
          <a:xfrm>
            <a:off x="8893746" y="4893352"/>
            <a:ext cx="3007136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sz="2000" i="1" dirty="0">
                <a:solidFill>
                  <a:schemeClr val="bg2">
                    <a:lumMod val="40000"/>
                    <a:lumOff val="60000"/>
                  </a:schemeClr>
                </a:solidFill>
                <a:effectLst>
                  <a:glow>
                    <a:schemeClr val="bg1"/>
                  </a:glow>
                </a:effectLst>
              </a:rPr>
              <a:t>two-way communication</a:t>
            </a:r>
            <a:endParaRPr lang="en-GB" sz="3200" baseline="-11000" dirty="0">
              <a:solidFill>
                <a:schemeClr val="bg2">
                  <a:lumMod val="40000"/>
                  <a:lumOff val="60000"/>
                </a:schemeClr>
              </a:solidFill>
              <a:effectLst>
                <a:glow>
                  <a:schemeClr val="bg1"/>
                </a:glow>
              </a:effectLst>
            </a:endParaRPr>
          </a:p>
        </p:txBody>
      </p:sp>
      <p:cxnSp>
        <p:nvCxnSpPr>
          <p:cNvPr id="284" name="Straight Arrow Connector 44">
            <a:extLst>
              <a:ext uri="{FF2B5EF4-FFF2-40B4-BE49-F238E27FC236}">
                <a16:creationId xmlns:a16="http://schemas.microsoft.com/office/drawing/2014/main" id="{96457E4D-2F0F-D7EA-FFDE-CF18B5328081}"/>
              </a:ext>
            </a:extLst>
          </p:cNvPr>
          <p:cNvCxnSpPr>
            <a:cxnSpLocks/>
            <a:stCxn id="291" idx="2"/>
          </p:cNvCxnSpPr>
          <p:nvPr/>
        </p:nvCxnSpPr>
        <p:spPr>
          <a:xfrm rot="5400000">
            <a:off x="6173639" y="350582"/>
            <a:ext cx="444478" cy="6765407"/>
          </a:xfrm>
          <a:prstGeom prst="bentConnector2">
            <a:avLst/>
          </a:prstGeom>
          <a:ln>
            <a:solidFill>
              <a:schemeClr val="tx1"/>
            </a:solidFill>
            <a:prstDash val="solid"/>
            <a:tailEnd type="triangle" w="lg" len="lg"/>
          </a:ln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sp>
        <p:nvSpPr>
          <p:cNvPr id="291" name="TextBox 290">
            <a:extLst>
              <a:ext uri="{FF2B5EF4-FFF2-40B4-BE49-F238E27FC236}">
                <a16:creationId xmlns:a16="http://schemas.microsoft.com/office/drawing/2014/main" id="{8D1C366C-5E88-B8E8-E89E-0604F7AF881F}"/>
              </a:ext>
            </a:extLst>
          </p:cNvPr>
          <p:cNvSpPr txBox="1"/>
          <p:nvPr/>
        </p:nvSpPr>
        <p:spPr>
          <a:xfrm>
            <a:off x="9601563" y="2194231"/>
            <a:ext cx="354036" cy="1316815"/>
          </a:xfrm>
          <a:prstGeom prst="rect">
            <a:avLst/>
          </a:prstGeom>
          <a:noFill/>
        </p:spPr>
        <p:txBody>
          <a:bodyPr wrap="none" lIns="0" rIns="0" rtlCol="0">
            <a:noAutofit/>
          </a:bodyPr>
          <a:lstStyle/>
          <a:p>
            <a:pPr algn="l"/>
            <a:r>
              <a:rPr lang="en-US" dirty="0"/>
              <a:t>   </a:t>
            </a:r>
          </a:p>
        </p:txBody>
      </p:sp>
      <p:sp>
        <p:nvSpPr>
          <p:cNvPr id="299" name="TextBox 298">
            <a:extLst>
              <a:ext uri="{FF2B5EF4-FFF2-40B4-BE49-F238E27FC236}">
                <a16:creationId xmlns:a16="http://schemas.microsoft.com/office/drawing/2014/main" id="{456B4C48-4343-0912-F784-6025408A27CE}"/>
              </a:ext>
            </a:extLst>
          </p:cNvPr>
          <p:cNvSpPr txBox="1"/>
          <p:nvPr/>
        </p:nvSpPr>
        <p:spPr>
          <a:xfrm>
            <a:off x="7120810" y="2121445"/>
            <a:ext cx="1559147" cy="4206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sz="2000" i="1" dirty="0">
                <a:solidFill>
                  <a:schemeClr val="bg2">
                    <a:lumMod val="40000"/>
                    <a:lumOff val="60000"/>
                  </a:schemeClr>
                </a:solidFill>
                <a:effectLst>
                  <a:glow>
                    <a:schemeClr val="bg1"/>
                  </a:glow>
                </a:effectLst>
              </a:rPr>
              <a:t>tap/scan </a:t>
            </a:r>
            <a:r>
              <a:rPr lang="en-GB" sz="3200" baseline="-17000" dirty="0">
                <a:solidFill>
                  <a:schemeClr val="bg2">
                    <a:lumMod val="40000"/>
                    <a:lumOff val="60000"/>
                  </a:schemeClr>
                </a:solidFill>
                <a:effectLst>
                  <a:glow>
                    <a:schemeClr val="bg1"/>
                  </a:glow>
                </a:effectLst>
              </a:rPr>
              <a:t>🔆</a:t>
            </a:r>
            <a:endParaRPr lang="en-GB" sz="3200" baseline="-9000" dirty="0">
              <a:solidFill>
                <a:schemeClr val="bg2">
                  <a:lumMod val="40000"/>
                  <a:lumOff val="60000"/>
                </a:schemeClr>
              </a:solidFill>
              <a:effectLst>
                <a:glow>
                  <a:schemeClr val="bg1"/>
                </a:glow>
              </a:effectLst>
            </a:endParaRPr>
          </a:p>
        </p:txBody>
      </p:sp>
      <p:sp>
        <p:nvSpPr>
          <p:cNvPr id="307" name="TextBox 306">
            <a:extLst>
              <a:ext uri="{FF2B5EF4-FFF2-40B4-BE49-F238E27FC236}">
                <a16:creationId xmlns:a16="http://schemas.microsoft.com/office/drawing/2014/main" id="{C3F5840E-C3DD-2674-FC21-C2A4FBBCE76C}"/>
              </a:ext>
            </a:extLst>
          </p:cNvPr>
          <p:cNvSpPr txBox="1"/>
          <p:nvPr/>
        </p:nvSpPr>
        <p:spPr>
          <a:xfrm>
            <a:off x="3150216" y="3486977"/>
            <a:ext cx="1559147" cy="4206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sz="2000" i="1" dirty="0">
                <a:solidFill>
                  <a:schemeClr val="bg2">
                    <a:lumMod val="40000"/>
                    <a:lumOff val="60000"/>
                  </a:schemeClr>
                </a:solidFill>
                <a:effectLst>
                  <a:glow>
                    <a:schemeClr val="bg1"/>
                  </a:glow>
                </a:effectLst>
              </a:rPr>
              <a:t>tap/scan </a:t>
            </a:r>
            <a:r>
              <a:rPr lang="en-GB" sz="3200" baseline="-17000" dirty="0">
                <a:solidFill>
                  <a:schemeClr val="bg2">
                    <a:lumMod val="40000"/>
                    <a:lumOff val="60000"/>
                  </a:schemeClr>
                </a:solidFill>
                <a:effectLst>
                  <a:glow>
                    <a:schemeClr val="bg1"/>
                  </a:glow>
                </a:effectLst>
              </a:rPr>
              <a:t>🔆</a:t>
            </a:r>
            <a:endParaRPr lang="en-GB" sz="3200" baseline="-9000" dirty="0">
              <a:solidFill>
                <a:schemeClr val="bg2">
                  <a:lumMod val="40000"/>
                  <a:lumOff val="60000"/>
                </a:schemeClr>
              </a:solidFill>
              <a:effectLst>
                <a:glow>
                  <a:schemeClr val="bg1"/>
                </a:glow>
              </a:effectLst>
            </a:endParaRPr>
          </a:p>
        </p:txBody>
      </p:sp>
      <p:sp>
        <p:nvSpPr>
          <p:cNvPr id="308" name="TextBox 307">
            <a:extLst>
              <a:ext uri="{FF2B5EF4-FFF2-40B4-BE49-F238E27FC236}">
                <a16:creationId xmlns:a16="http://schemas.microsoft.com/office/drawing/2014/main" id="{1D7804AE-B8EB-185A-384B-6448CA8F2F99}"/>
              </a:ext>
            </a:extLst>
          </p:cNvPr>
          <p:cNvSpPr txBox="1"/>
          <p:nvPr/>
        </p:nvSpPr>
        <p:spPr>
          <a:xfrm>
            <a:off x="7899243" y="708271"/>
            <a:ext cx="1078390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sz="2800" baseline="-11000" dirty="0">
                <a:solidFill>
                  <a:schemeClr val="bg2">
                    <a:lumMod val="40000"/>
                    <a:lumOff val="60000"/>
                  </a:schemeClr>
                </a:solidFill>
                <a:effectLst>
                  <a:glow>
                    <a:schemeClr val="bg1"/>
                  </a:glow>
                </a:effectLst>
              </a:rPr>
              <a:t>🌐</a:t>
            </a:r>
            <a:r>
              <a:rPr lang="en-GB" sz="2400" baseline="-11000" dirty="0">
                <a:solidFill>
                  <a:schemeClr val="bg2">
                    <a:lumMod val="40000"/>
                    <a:lumOff val="60000"/>
                  </a:schemeClr>
                </a:solidFill>
                <a:effectLst>
                  <a:glow>
                    <a:schemeClr val="bg1"/>
                  </a:glow>
                </a:effectLst>
              </a:rPr>
              <a:t> </a:t>
            </a:r>
            <a:r>
              <a:rPr lang="en-GB" sz="2000" i="1" dirty="0">
                <a:solidFill>
                  <a:schemeClr val="bg2">
                    <a:lumMod val="40000"/>
                    <a:lumOff val="60000"/>
                  </a:schemeClr>
                </a:solidFill>
                <a:effectLst>
                  <a:glow>
                    <a:schemeClr val="bg1"/>
                  </a:glow>
                </a:effectLst>
              </a:rPr>
              <a:t>web</a:t>
            </a:r>
            <a:endParaRPr lang="en-GB" sz="3200" baseline="-11000" dirty="0">
              <a:solidFill>
                <a:schemeClr val="bg2">
                  <a:lumMod val="40000"/>
                  <a:lumOff val="60000"/>
                </a:schemeClr>
              </a:solidFill>
              <a:effectLst>
                <a:glow>
                  <a:schemeClr val="bg1"/>
                </a:glow>
              </a:effectLst>
            </a:endParaRPr>
          </a:p>
        </p:txBody>
      </p:sp>
      <p:sp>
        <p:nvSpPr>
          <p:cNvPr id="313" name="TextBox 312">
            <a:extLst>
              <a:ext uri="{FF2B5EF4-FFF2-40B4-BE49-F238E27FC236}">
                <a16:creationId xmlns:a16="http://schemas.microsoft.com/office/drawing/2014/main" id="{AA6F5CAD-FEA6-63F2-A561-21CDD2BCC8A8}"/>
              </a:ext>
            </a:extLst>
          </p:cNvPr>
          <p:cNvSpPr txBox="1"/>
          <p:nvPr/>
        </p:nvSpPr>
        <p:spPr>
          <a:xfrm>
            <a:off x="3187212" y="3986437"/>
            <a:ext cx="3752937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000" i="1" dirty="0">
                <a:solidFill>
                  <a:schemeClr val="bg2">
                    <a:lumMod val="40000"/>
                    <a:lumOff val="60000"/>
                  </a:schemeClr>
                </a:solidFill>
                <a:effectLst>
                  <a:glow>
                    <a:schemeClr val="bg1"/>
                  </a:glow>
                </a:effectLst>
              </a:rPr>
              <a:t>-</a:t>
            </a:r>
            <a:r>
              <a:rPr lang="en-US" sz="2800" baseline="-11000" dirty="0">
                <a:solidFill>
                  <a:schemeClr val="bg2">
                    <a:lumMod val="40000"/>
                    <a:lumOff val="60000"/>
                  </a:schemeClr>
                </a:solidFill>
                <a:effectLst>
                  <a:glow>
                    <a:schemeClr val="bg1"/>
                  </a:glow>
                </a:effectLst>
              </a:rPr>
              <a:t> 🧩</a:t>
            </a:r>
            <a:r>
              <a:rPr lang="en-US" sz="1800" b="0" baseline="-9000" dirty="0">
                <a:solidFill>
                  <a:schemeClr val="bg2">
                    <a:lumMod val="40000"/>
                    <a:lumOff val="60000"/>
                  </a:schemeClr>
                </a:solidFill>
                <a:effectLst>
                  <a:glow>
                    <a:schemeClr val="bg1"/>
                  </a:glow>
                </a:effectLst>
              </a:rPr>
              <a:t> </a:t>
            </a:r>
            <a:r>
              <a:rPr lang="en-US" sz="2000" i="1" dirty="0">
                <a:solidFill>
                  <a:schemeClr val="bg2">
                    <a:lumMod val="40000"/>
                    <a:lumOff val="60000"/>
                  </a:schemeClr>
                </a:solidFill>
                <a:effectLst>
                  <a:glow>
                    <a:schemeClr val="bg1"/>
                  </a:glow>
                </a:effectLst>
              </a:rPr>
              <a:t>pluggable API schema code</a:t>
            </a:r>
          </a:p>
        </p:txBody>
      </p:sp>
      <p:sp>
        <p:nvSpPr>
          <p:cNvPr id="315" name="TextBox 314">
            <a:extLst>
              <a:ext uri="{FF2B5EF4-FFF2-40B4-BE49-F238E27FC236}">
                <a16:creationId xmlns:a16="http://schemas.microsoft.com/office/drawing/2014/main" id="{659CBC13-6018-C53B-884E-3F7B64A39B8C}"/>
              </a:ext>
            </a:extLst>
          </p:cNvPr>
          <p:cNvSpPr txBox="1"/>
          <p:nvPr/>
        </p:nvSpPr>
        <p:spPr>
          <a:xfrm>
            <a:off x="7099190" y="2568892"/>
            <a:ext cx="1996458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000" i="1" dirty="0">
                <a:solidFill>
                  <a:schemeClr val="bg2">
                    <a:lumMod val="40000"/>
                    <a:lumOff val="60000"/>
                  </a:schemeClr>
                </a:solidFill>
                <a:effectLst>
                  <a:glow>
                    <a:schemeClr val="bg1"/>
                  </a:glow>
                </a:effectLst>
              </a:rPr>
              <a:t>- add pluggable</a:t>
            </a:r>
          </a:p>
        </p:txBody>
      </p:sp>
      <p:cxnSp>
        <p:nvCxnSpPr>
          <p:cNvPr id="316" name="Straight Arrow Connector 44">
            <a:extLst>
              <a:ext uri="{FF2B5EF4-FFF2-40B4-BE49-F238E27FC236}">
                <a16:creationId xmlns:a16="http://schemas.microsoft.com/office/drawing/2014/main" id="{AF6351DE-6539-B96D-0719-04DAE13AEC2C}"/>
              </a:ext>
            </a:extLst>
          </p:cNvPr>
          <p:cNvCxnSpPr>
            <a:cxnSpLocks/>
            <a:stCxn id="291" idx="0"/>
          </p:cNvCxnSpPr>
          <p:nvPr/>
        </p:nvCxnSpPr>
        <p:spPr>
          <a:xfrm flipV="1">
            <a:off x="9778581" y="1481647"/>
            <a:ext cx="1" cy="712584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triangle" w="lg" len="lg"/>
          </a:ln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sp>
        <p:nvSpPr>
          <p:cNvPr id="319" name="TextBox 318">
            <a:extLst>
              <a:ext uri="{FF2B5EF4-FFF2-40B4-BE49-F238E27FC236}">
                <a16:creationId xmlns:a16="http://schemas.microsoft.com/office/drawing/2014/main" id="{B5CA4BAA-E5F5-3F10-1765-2386C1807363}"/>
              </a:ext>
            </a:extLst>
          </p:cNvPr>
          <p:cNvSpPr txBox="1"/>
          <p:nvPr/>
        </p:nvSpPr>
        <p:spPr>
          <a:xfrm>
            <a:off x="9809989" y="1671832"/>
            <a:ext cx="1067215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000" i="1" dirty="0">
                <a:solidFill>
                  <a:schemeClr val="bg2">
                    <a:lumMod val="40000"/>
                    <a:lumOff val="60000"/>
                  </a:schemeClr>
                </a:solidFill>
                <a:effectLst>
                  <a:glow>
                    <a:schemeClr val="bg1"/>
                  </a:glow>
                </a:effectLst>
              </a:rPr>
              <a:t>admin</a:t>
            </a:r>
          </a:p>
        </p:txBody>
      </p:sp>
      <p:grpSp>
        <p:nvGrpSpPr>
          <p:cNvPr id="321" name="Group 320">
            <a:extLst>
              <a:ext uri="{FF2B5EF4-FFF2-40B4-BE49-F238E27FC236}">
                <a16:creationId xmlns:a16="http://schemas.microsoft.com/office/drawing/2014/main" id="{D2740E97-48BC-0C26-256B-29B5D67CD598}"/>
              </a:ext>
            </a:extLst>
          </p:cNvPr>
          <p:cNvGrpSpPr/>
          <p:nvPr/>
        </p:nvGrpSpPr>
        <p:grpSpPr>
          <a:xfrm>
            <a:off x="4949301" y="1640772"/>
            <a:ext cx="557618" cy="560061"/>
            <a:chOff x="4951946" y="3423309"/>
            <a:chExt cx="557618" cy="560061"/>
          </a:xfrm>
        </p:grpSpPr>
        <p:sp>
          <p:nvSpPr>
            <p:cNvPr id="322" name="Rectangle 321">
              <a:extLst>
                <a:ext uri="{FF2B5EF4-FFF2-40B4-BE49-F238E27FC236}">
                  <a16:creationId xmlns:a16="http://schemas.microsoft.com/office/drawing/2014/main" id="{4D38F2A1-A07C-40B7-BC7F-668F6C2221D7}"/>
                </a:ext>
              </a:extLst>
            </p:cNvPr>
            <p:cNvSpPr/>
            <p:nvPr/>
          </p:nvSpPr>
          <p:spPr>
            <a:xfrm>
              <a:off x="4951946" y="3423309"/>
              <a:ext cx="557618" cy="560061"/>
            </a:xfrm>
            <a:prstGeom prst="rect">
              <a:avLst/>
            </a:prstGeom>
            <a:solidFill>
              <a:schemeClr val="bg1"/>
            </a:solidFill>
            <a:ln w="28575">
              <a:solidFill>
                <a:schemeClr val="tx1">
                  <a:lumMod val="50000"/>
                </a:schemeClr>
              </a:solidFill>
              <a:prstDash val="solid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44000" tIns="108000" rIns="144000" bIns="144000" anchor="ctr"/>
            <a:lstStyle/>
            <a:p>
              <a:endParaRPr lang="en-US" sz="3200" baseline="-9000" dirty="0">
                <a:solidFill>
                  <a:schemeClr val="bg2">
                    <a:lumMod val="40000"/>
                    <a:lumOff val="60000"/>
                  </a:schemeClr>
                </a:solidFill>
                <a:effectLst>
                  <a:glow>
                    <a:schemeClr val="bg1"/>
                  </a:glow>
                </a:effectLst>
              </a:endParaRPr>
            </a:p>
          </p:txBody>
        </p:sp>
        <p:sp>
          <p:nvSpPr>
            <p:cNvPr id="323" name="TextBox 322">
              <a:extLst>
                <a:ext uri="{FF2B5EF4-FFF2-40B4-BE49-F238E27FC236}">
                  <a16:creationId xmlns:a16="http://schemas.microsoft.com/office/drawing/2014/main" id="{43FA9ABF-539F-CE39-916E-E56C74C63662}"/>
                </a:ext>
              </a:extLst>
            </p:cNvPr>
            <p:cNvSpPr txBox="1"/>
            <p:nvPr/>
          </p:nvSpPr>
          <p:spPr>
            <a:xfrm>
              <a:off x="5001539" y="3491756"/>
              <a:ext cx="421463" cy="461665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GB" sz="3200" baseline="-9000" noProof="1">
                  <a:solidFill>
                    <a:schemeClr val="bg2">
                      <a:lumMod val="40000"/>
                      <a:lumOff val="60000"/>
                    </a:schemeClr>
                  </a:solidFill>
                  <a:effectLst>
                    <a:glow>
                      <a:schemeClr val="bg1"/>
                    </a:glow>
                  </a:effectLst>
                </a:rPr>
                <a:t>🛜</a:t>
              </a:r>
              <a:r>
                <a:rPr lang="en-GB" sz="2000" noProof="1"/>
                <a:t> </a:t>
              </a:r>
              <a:r>
                <a:rPr lang="en-GB" sz="2400" noProof="1"/>
                <a:t> </a:t>
              </a:r>
              <a:endParaRPr lang="en-GB" sz="2000" noProof="1"/>
            </a:p>
          </p:txBody>
        </p:sp>
      </p:grpSp>
      <p:sp>
        <p:nvSpPr>
          <p:cNvPr id="2" name="TextBox 1">
            <a:extLst>
              <a:ext uri="{FF2B5EF4-FFF2-40B4-BE49-F238E27FC236}">
                <a16:creationId xmlns:a16="http://schemas.microsoft.com/office/drawing/2014/main" id="{AF139A87-F126-7351-56ED-2CA1C7C17118}"/>
              </a:ext>
            </a:extLst>
          </p:cNvPr>
          <p:cNvSpPr txBox="1"/>
          <p:nvPr/>
        </p:nvSpPr>
        <p:spPr>
          <a:xfrm>
            <a:off x="218143" y="6278524"/>
            <a:ext cx="1992533" cy="523220"/>
          </a:xfrm>
          <a:prstGeom prst="rect">
            <a:avLst/>
          </a:prstGeom>
          <a:noFill/>
        </p:spPr>
        <p:txBody>
          <a:bodyPr wrap="none" lIns="0" rIns="0" rtlCol="0">
            <a:spAutoFit/>
          </a:bodyPr>
          <a:lstStyle/>
          <a:p>
            <a:pPr algn="l"/>
            <a:r>
              <a:rPr lang="en-GB" sz="2800" dirty="0">
                <a:solidFill>
                  <a:srgbClr val="FFFF00"/>
                </a:solidFill>
              </a:rPr>
              <a:t>PLUGGABLE</a:t>
            </a:r>
          </a:p>
        </p:txBody>
      </p:sp>
    </p:spTree>
    <p:extLst>
      <p:ext uri="{BB962C8B-B14F-4D97-AF65-F5344CB8AC3E}">
        <p14:creationId xmlns:p14="http://schemas.microsoft.com/office/powerpoint/2010/main" val="287018801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Rectangle 66">
            <a:extLst>
              <a:ext uri="{FF2B5EF4-FFF2-40B4-BE49-F238E27FC236}">
                <a16:creationId xmlns:a16="http://schemas.microsoft.com/office/drawing/2014/main" id="{23BC242E-68B3-A520-B939-3E1FDC6F727A}"/>
              </a:ext>
            </a:extLst>
          </p:cNvPr>
          <p:cNvSpPr/>
          <p:nvPr/>
        </p:nvSpPr>
        <p:spPr>
          <a:xfrm>
            <a:off x="510137" y="279130"/>
            <a:ext cx="2161706" cy="2502571"/>
          </a:xfrm>
          <a:prstGeom prst="rect">
            <a:avLst/>
          </a:prstGeom>
          <a:solidFill>
            <a:schemeClr val="bg1">
              <a:lumMod val="85000"/>
              <a:lumOff val="15000"/>
            </a:schemeClr>
          </a:solidFill>
          <a:ln w="12700">
            <a:solidFill>
              <a:srgbClr val="5A6B86"/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tIns="36000"/>
          <a:lstStyle/>
          <a:p>
            <a:pPr algn="ctr" eaLnBrk="1" fontAlgn="auto" hangingPunct="1">
              <a:spcBef>
                <a:spcPts val="0"/>
              </a:spcBef>
              <a:spcAft>
                <a:spcPts val="0"/>
              </a:spcAft>
              <a:defRPr/>
            </a:pPr>
            <a:endParaRPr lang="en-US" sz="2000" i="1" dirty="0">
              <a:solidFill>
                <a:schemeClr val="bg2">
                  <a:lumMod val="40000"/>
                  <a:lumOff val="60000"/>
                </a:schemeClr>
              </a:solidFill>
              <a:effectLst>
                <a:glow>
                  <a:schemeClr val="bg1"/>
                </a:glow>
              </a:effectLst>
            </a:endParaRP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32FB9754-CFE3-D103-65A3-9040FE1D1BE8}"/>
              </a:ext>
            </a:extLst>
          </p:cNvPr>
          <p:cNvSpPr/>
          <p:nvPr/>
        </p:nvSpPr>
        <p:spPr>
          <a:xfrm>
            <a:off x="4062930" y="1161286"/>
            <a:ext cx="4445419" cy="566426"/>
          </a:xfrm>
          <a:prstGeom prst="rect">
            <a:avLst/>
          </a:prstGeom>
          <a:solidFill>
            <a:schemeClr val="tx1">
              <a:lumMod val="95000"/>
            </a:schemeClr>
          </a:solidFill>
          <a:ln w="28575">
            <a:solidFill>
              <a:schemeClr val="tx1">
                <a:lumMod val="50000"/>
              </a:schemeClr>
            </a:solidFill>
            <a:prstDash val="soli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44000" tIns="144000" rIns="144000" bIns="144000" anchor="ctr"/>
          <a:lstStyle/>
          <a:p>
            <a:pPr algn="ctr"/>
            <a:r>
              <a:rPr lang="en-GB" sz="3200" baseline="-9000" dirty="0">
                <a:solidFill>
                  <a:schemeClr val="bg2">
                    <a:lumMod val="40000"/>
                    <a:lumOff val="60000"/>
                  </a:schemeClr>
                </a:solidFill>
                <a:effectLst>
                  <a:glow>
                    <a:schemeClr val="bg1"/>
                  </a:glow>
                </a:effectLst>
              </a:rPr>
              <a:t>🛰️</a:t>
            </a:r>
            <a:r>
              <a:rPr lang="en-GB" sz="2400" dirty="0">
                <a:solidFill>
                  <a:sysClr val="windowText" lastClr="000000"/>
                </a:solidFill>
                <a:latin typeface="+mj-lt"/>
                <a:cs typeface="Arial" panose="020B0604020202020204" pitchFamily="34" charset="0"/>
              </a:rPr>
              <a:t> Relayer</a:t>
            </a:r>
            <a:endParaRPr lang="en-GB" sz="2000" dirty="0">
              <a:solidFill>
                <a:sysClr val="windowText" lastClr="000000"/>
              </a:solidFill>
              <a:latin typeface="+mj-lt"/>
              <a:cs typeface="Arial" panose="020B0604020202020204" pitchFamily="34" charset="0"/>
            </a:endParaRPr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4FE0072E-2A4B-7302-AB62-CE4E73535AA0}"/>
              </a:ext>
            </a:extLst>
          </p:cNvPr>
          <p:cNvSpPr/>
          <p:nvPr/>
        </p:nvSpPr>
        <p:spPr>
          <a:xfrm>
            <a:off x="608038" y="383248"/>
            <a:ext cx="1984040" cy="565252"/>
          </a:xfrm>
          <a:prstGeom prst="rect">
            <a:avLst/>
          </a:prstGeom>
          <a:solidFill>
            <a:schemeClr val="tx1">
              <a:lumMod val="95000"/>
            </a:schemeClr>
          </a:solidFill>
          <a:ln w="28575">
            <a:solidFill>
              <a:schemeClr val="tx1">
                <a:lumMod val="50000"/>
              </a:schemeClr>
            </a:solidFill>
            <a:prstDash val="soli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44000" tIns="144000" rIns="144000" bIns="144000" anchor="ctr"/>
          <a:lstStyle/>
          <a:p>
            <a:r>
              <a:rPr lang="en-GB" sz="3200" baseline="-9000" dirty="0">
                <a:solidFill>
                  <a:schemeClr val="bg2">
                    <a:lumMod val="40000"/>
                    <a:lumOff val="60000"/>
                  </a:schemeClr>
                </a:solidFill>
                <a:effectLst>
                  <a:glow>
                    <a:schemeClr val="bg1"/>
                  </a:glow>
                </a:effectLst>
              </a:rPr>
              <a:t>🍏</a:t>
            </a:r>
            <a:r>
              <a:rPr lang="en-GB" sz="2400" dirty="0">
                <a:solidFill>
                  <a:sysClr val="windowText" lastClr="000000"/>
                </a:solidFill>
                <a:latin typeface="+mj-lt"/>
                <a:cs typeface="Arial" panose="020B0604020202020204" pitchFamily="34" charset="0"/>
              </a:rPr>
              <a:t> Brand</a:t>
            </a:r>
          </a:p>
        </p:txBody>
      </p:sp>
      <p:grpSp>
        <p:nvGrpSpPr>
          <p:cNvPr id="136" name="Group 135">
            <a:extLst>
              <a:ext uri="{FF2B5EF4-FFF2-40B4-BE49-F238E27FC236}">
                <a16:creationId xmlns:a16="http://schemas.microsoft.com/office/drawing/2014/main" id="{E6518315-7C80-6552-F50A-F658F81B8140}"/>
              </a:ext>
            </a:extLst>
          </p:cNvPr>
          <p:cNvGrpSpPr/>
          <p:nvPr/>
        </p:nvGrpSpPr>
        <p:grpSpPr>
          <a:xfrm>
            <a:off x="5157213" y="2479212"/>
            <a:ext cx="2266896" cy="2261936"/>
            <a:chOff x="4483455" y="2469589"/>
            <a:chExt cx="2266896" cy="2261936"/>
          </a:xfrm>
        </p:grpSpPr>
        <p:sp>
          <p:nvSpPr>
            <p:cNvPr id="42" name="Rectangle 41">
              <a:extLst>
                <a:ext uri="{FF2B5EF4-FFF2-40B4-BE49-F238E27FC236}">
                  <a16:creationId xmlns:a16="http://schemas.microsoft.com/office/drawing/2014/main" id="{BA257192-1585-150C-6170-C0BFF34302E7}"/>
                </a:ext>
              </a:extLst>
            </p:cNvPr>
            <p:cNvSpPr/>
            <p:nvPr/>
          </p:nvSpPr>
          <p:spPr>
            <a:xfrm>
              <a:off x="4483455" y="2469589"/>
              <a:ext cx="2266896" cy="2261936"/>
            </a:xfrm>
            <a:prstGeom prst="rect">
              <a:avLst/>
            </a:prstGeom>
            <a:solidFill>
              <a:schemeClr val="bg1">
                <a:lumMod val="85000"/>
                <a:lumOff val="15000"/>
              </a:schemeClr>
            </a:solidFill>
            <a:ln w="12700">
              <a:solidFill>
                <a:srgbClr val="5A6B86"/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tIns="36000"/>
            <a:lstStyle/>
            <a:p>
              <a:pPr algn="ctr" eaLnBrk="1" fontAlgn="auto" hangingPunct="1">
                <a:spcBef>
                  <a:spcPts val="0"/>
                </a:spcBef>
                <a:spcAft>
                  <a:spcPts val="0"/>
                </a:spcAft>
                <a:defRPr/>
              </a:pPr>
              <a:endParaRPr lang="en-US" sz="2000" i="1" dirty="0">
                <a:solidFill>
                  <a:schemeClr val="bg2">
                    <a:lumMod val="40000"/>
                    <a:lumOff val="60000"/>
                  </a:schemeClr>
                </a:solidFill>
                <a:effectLst>
                  <a:glow>
                    <a:schemeClr val="bg1"/>
                  </a:glow>
                </a:effectLst>
              </a:endParaRPr>
            </a:p>
          </p:txBody>
        </p:sp>
        <p:sp>
          <p:nvSpPr>
            <p:cNvPr id="43" name="TextBox 42">
              <a:extLst>
                <a:ext uri="{FF2B5EF4-FFF2-40B4-BE49-F238E27FC236}">
                  <a16:creationId xmlns:a16="http://schemas.microsoft.com/office/drawing/2014/main" id="{0326BEC2-CD07-1238-A814-A73D61FEA861}"/>
                </a:ext>
              </a:extLst>
            </p:cNvPr>
            <p:cNvSpPr txBox="1"/>
            <p:nvPr/>
          </p:nvSpPr>
          <p:spPr>
            <a:xfrm>
              <a:off x="4582529" y="3310444"/>
              <a:ext cx="2065292" cy="566426"/>
            </a:xfrm>
            <a:prstGeom prst="rect">
              <a:avLst/>
            </a:prstGeom>
            <a:solidFill>
              <a:schemeClr val="bg1"/>
            </a:solidFill>
            <a:ln w="28575">
              <a:solidFill>
                <a:schemeClr val="tx1">
                  <a:lumMod val="50000"/>
                </a:schemeClr>
              </a:solidFill>
              <a:prstDash val="solid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44000" tIns="108000" rIns="144000" bIns="144000" anchor="ctr"/>
            <a:lstStyle>
              <a:defPPr>
                <a:defRPr lang="en-US"/>
              </a:defPPr>
              <a:lvl1pPr>
                <a:defRPr sz="3200" baseline="-9000">
                  <a:solidFill>
                    <a:schemeClr val="bg2">
                      <a:lumMod val="40000"/>
                      <a:lumOff val="60000"/>
                    </a:schemeClr>
                  </a:solidFill>
                  <a:effectLst>
                    <a:glow>
                      <a:schemeClr val="bg1"/>
                    </a:glow>
                  </a:effectLst>
                </a:defRPr>
              </a:lvl1pPr>
              <a:lvl2pPr>
                <a:defRPr>
                  <a:solidFill>
                    <a:schemeClr val="lt1"/>
                  </a:solidFill>
                </a:defRPr>
              </a:lvl2pPr>
              <a:lvl3pPr>
                <a:defRPr>
                  <a:solidFill>
                    <a:schemeClr val="lt1"/>
                  </a:solidFill>
                </a:defRPr>
              </a:lvl3pPr>
              <a:lvl4pPr>
                <a:defRPr>
                  <a:solidFill>
                    <a:schemeClr val="lt1"/>
                  </a:solidFill>
                </a:defRPr>
              </a:lvl4pPr>
              <a:lvl5pPr>
                <a:defRPr>
                  <a:solidFill>
                    <a:schemeClr val="lt1"/>
                  </a:solidFill>
                </a:defRPr>
              </a:lvl5pPr>
              <a:lvl6pPr>
                <a:defRPr>
                  <a:solidFill>
                    <a:schemeClr val="lt1"/>
                  </a:solidFill>
                </a:defRPr>
              </a:lvl6pPr>
              <a:lvl7pPr>
                <a:defRPr>
                  <a:solidFill>
                    <a:schemeClr val="lt1"/>
                  </a:solidFill>
                </a:defRPr>
              </a:lvl7pPr>
              <a:lvl8pPr>
                <a:defRPr>
                  <a:solidFill>
                    <a:schemeClr val="lt1"/>
                  </a:solidFill>
                </a:defRPr>
              </a:lvl8pPr>
              <a:lvl9pPr>
                <a:defRPr>
                  <a:solidFill>
                    <a:schemeClr val="lt1"/>
                  </a:solidFill>
                </a:defRPr>
              </a:lvl9pPr>
            </a:lstStyle>
            <a:p>
              <a:r>
                <a:rPr lang="en-GB" dirty="0"/>
                <a:t>📡</a:t>
              </a:r>
              <a:r>
                <a:rPr lang="en-GB" baseline="0" dirty="0"/>
                <a:t> </a:t>
              </a:r>
              <a:r>
                <a:rPr lang="en-GB" sz="2400" baseline="0" dirty="0">
                  <a:solidFill>
                    <a:schemeClr val="tx1"/>
                  </a:solidFill>
                  <a:latin typeface="+mj-lt"/>
                  <a:cs typeface="Arial" panose="020B0604020202020204" pitchFamily="34" charset="0"/>
                </a:rPr>
                <a:t>Antenna</a:t>
              </a:r>
            </a:p>
          </p:txBody>
        </p:sp>
        <p:grpSp>
          <p:nvGrpSpPr>
            <p:cNvPr id="44" name="Group 43">
              <a:extLst>
                <a:ext uri="{FF2B5EF4-FFF2-40B4-BE49-F238E27FC236}">
                  <a16:creationId xmlns:a16="http://schemas.microsoft.com/office/drawing/2014/main" id="{DEF3630F-F003-8C86-FF85-64C28389407D}"/>
                </a:ext>
              </a:extLst>
            </p:cNvPr>
            <p:cNvGrpSpPr/>
            <p:nvPr/>
          </p:nvGrpSpPr>
          <p:grpSpPr>
            <a:xfrm>
              <a:off x="4587136" y="2575800"/>
              <a:ext cx="2060685" cy="560061"/>
              <a:chOff x="4951945" y="3423309"/>
              <a:chExt cx="2060685" cy="560061"/>
            </a:xfrm>
          </p:grpSpPr>
          <p:sp>
            <p:nvSpPr>
              <p:cNvPr id="45" name="Rectangle 44">
                <a:extLst>
                  <a:ext uri="{FF2B5EF4-FFF2-40B4-BE49-F238E27FC236}">
                    <a16:creationId xmlns:a16="http://schemas.microsoft.com/office/drawing/2014/main" id="{55F6102F-2D3F-8A49-3AB3-FDEA81B255CB}"/>
                  </a:ext>
                </a:extLst>
              </p:cNvPr>
              <p:cNvSpPr/>
              <p:nvPr/>
            </p:nvSpPr>
            <p:spPr>
              <a:xfrm>
                <a:off x="4951945" y="3423309"/>
                <a:ext cx="2060685" cy="560061"/>
              </a:xfrm>
              <a:prstGeom prst="rect">
                <a:avLst/>
              </a:prstGeom>
              <a:solidFill>
                <a:schemeClr val="bg1"/>
              </a:solidFill>
              <a:ln w="28575">
                <a:solidFill>
                  <a:schemeClr val="tx1">
                    <a:lumMod val="50000"/>
                  </a:schemeClr>
                </a:solidFill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144000" tIns="108000" rIns="144000" bIns="144000" anchor="ctr"/>
              <a:lstStyle/>
              <a:p>
                <a:endParaRPr lang="en-US" sz="3200" baseline="-9000" dirty="0">
                  <a:solidFill>
                    <a:schemeClr val="bg2">
                      <a:lumMod val="40000"/>
                      <a:lumOff val="60000"/>
                    </a:schemeClr>
                  </a:solidFill>
                  <a:effectLst>
                    <a:glow>
                      <a:schemeClr val="bg1"/>
                    </a:glow>
                  </a:effectLst>
                </a:endParaRPr>
              </a:p>
            </p:txBody>
          </p:sp>
          <p:sp>
            <p:nvSpPr>
              <p:cNvPr id="46" name="TextBox 45">
                <a:extLst>
                  <a:ext uri="{FF2B5EF4-FFF2-40B4-BE49-F238E27FC236}">
                    <a16:creationId xmlns:a16="http://schemas.microsoft.com/office/drawing/2014/main" id="{26CCB614-25CE-FC81-B440-A1A95897C5F3}"/>
                  </a:ext>
                </a:extLst>
              </p:cNvPr>
              <p:cNvSpPr txBox="1"/>
              <p:nvPr/>
            </p:nvSpPr>
            <p:spPr>
              <a:xfrm>
                <a:off x="5001539" y="3491756"/>
                <a:ext cx="1560435" cy="46166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r>
                  <a:rPr lang="en-GB" sz="3200" baseline="-9000" noProof="1">
                    <a:solidFill>
                      <a:schemeClr val="bg2">
                        <a:lumMod val="40000"/>
                        <a:lumOff val="60000"/>
                      </a:schemeClr>
                    </a:solidFill>
                    <a:effectLst>
                      <a:glow>
                        <a:schemeClr val="bg1"/>
                      </a:glow>
                    </a:effectLst>
                  </a:rPr>
                  <a:t>🛜</a:t>
                </a:r>
                <a:r>
                  <a:rPr lang="en-GB" sz="2000" noProof="1"/>
                  <a:t> </a:t>
                </a:r>
                <a:r>
                  <a:rPr lang="en-GB" sz="2400" noProof="1"/>
                  <a:t>Wi-Fier</a:t>
                </a:r>
                <a:endParaRPr lang="en-GB" sz="2000" noProof="1"/>
              </a:p>
            </p:txBody>
          </p:sp>
        </p:grpSp>
        <p:sp>
          <p:nvSpPr>
            <p:cNvPr id="47" name="Rectangle 46">
              <a:extLst>
                <a:ext uri="{FF2B5EF4-FFF2-40B4-BE49-F238E27FC236}">
                  <a16:creationId xmlns:a16="http://schemas.microsoft.com/office/drawing/2014/main" id="{9C04BF04-B0AB-4D87-F6C2-896B4DA89BD0}"/>
                </a:ext>
              </a:extLst>
            </p:cNvPr>
            <p:cNvSpPr/>
            <p:nvPr/>
          </p:nvSpPr>
          <p:spPr>
            <a:xfrm>
              <a:off x="4582529" y="4058888"/>
              <a:ext cx="2065292" cy="566426"/>
            </a:xfrm>
            <a:prstGeom prst="rect">
              <a:avLst/>
            </a:prstGeom>
            <a:solidFill>
              <a:schemeClr val="bg1"/>
            </a:solidFill>
            <a:ln w="28575">
              <a:solidFill>
                <a:schemeClr val="tx1">
                  <a:lumMod val="50000"/>
                </a:schemeClr>
              </a:solidFill>
              <a:prstDash val="solid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44000" tIns="144000" rIns="144000" bIns="144000" anchor="ctr"/>
            <a:lstStyle/>
            <a:p>
              <a:r>
                <a:rPr lang="en-GB" sz="3200" baseline="-9000" dirty="0">
                  <a:solidFill>
                    <a:schemeClr val="bg2">
                      <a:lumMod val="40000"/>
                      <a:lumOff val="60000"/>
                    </a:schemeClr>
                  </a:solidFill>
                  <a:effectLst>
                    <a:glow>
                      <a:schemeClr val="bg1"/>
                    </a:glow>
                  </a:effectLst>
                </a:rPr>
                <a:t>🔌 </a:t>
              </a:r>
              <a:r>
                <a:rPr lang="en-GB" sz="2400" dirty="0">
                  <a:solidFill>
                    <a:schemeClr val="tx1"/>
                  </a:solidFill>
                  <a:effectLst>
                    <a:glow>
                      <a:schemeClr val="bg1"/>
                    </a:glow>
                  </a:effectLst>
                  <a:latin typeface="+mj-lt"/>
                  <a:cs typeface="Arial" panose="020B0604020202020204" pitchFamily="34" charset="0"/>
                </a:rPr>
                <a:t>Pluggable</a:t>
              </a:r>
            </a:p>
          </p:txBody>
        </p:sp>
      </p:grpSp>
      <p:cxnSp>
        <p:nvCxnSpPr>
          <p:cNvPr id="55" name="Straight Arrow Connector 44">
            <a:extLst>
              <a:ext uri="{FF2B5EF4-FFF2-40B4-BE49-F238E27FC236}">
                <a16:creationId xmlns:a16="http://schemas.microsoft.com/office/drawing/2014/main" id="{5AC2F4C2-9E50-E4BD-D5D2-3A76FE4570D3}"/>
              </a:ext>
            </a:extLst>
          </p:cNvPr>
          <p:cNvCxnSpPr>
            <a:cxnSpLocks/>
          </p:cNvCxnSpPr>
          <p:nvPr/>
        </p:nvCxnSpPr>
        <p:spPr>
          <a:xfrm>
            <a:off x="5717749" y="1727712"/>
            <a:ext cx="5021" cy="751500"/>
          </a:xfrm>
          <a:prstGeom prst="straightConnector1">
            <a:avLst/>
          </a:prstGeom>
          <a:ln>
            <a:solidFill>
              <a:schemeClr val="accent4"/>
            </a:solidFill>
            <a:prstDash val="solid"/>
            <a:headEnd type="triangle" w="lg" len="lg"/>
            <a:tailEnd type="triangle" w="lg" len="lg"/>
          </a:ln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sp>
        <p:nvSpPr>
          <p:cNvPr id="57" name="TextBox 56">
            <a:extLst>
              <a:ext uri="{FF2B5EF4-FFF2-40B4-BE49-F238E27FC236}">
                <a16:creationId xmlns:a16="http://schemas.microsoft.com/office/drawing/2014/main" id="{F87DC56E-1D91-37AD-963E-9C3E548E3F96}"/>
              </a:ext>
            </a:extLst>
          </p:cNvPr>
          <p:cNvSpPr txBox="1"/>
          <p:nvPr/>
        </p:nvSpPr>
        <p:spPr>
          <a:xfrm>
            <a:off x="5788560" y="1755979"/>
            <a:ext cx="1692805" cy="70788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sz="2000" i="1" dirty="0">
                <a:solidFill>
                  <a:schemeClr val="bg2">
                    <a:lumMod val="40000"/>
                    <a:lumOff val="60000"/>
                  </a:schemeClr>
                </a:solidFill>
                <a:effectLst>
                  <a:glow>
                    <a:schemeClr val="bg1"/>
                  </a:glow>
                </a:effectLst>
              </a:rPr>
              <a:t>bidirectional channel</a:t>
            </a:r>
            <a:endParaRPr lang="en-GB" sz="2800" baseline="-11000" dirty="0">
              <a:solidFill>
                <a:schemeClr val="bg2">
                  <a:lumMod val="40000"/>
                  <a:lumOff val="60000"/>
                </a:schemeClr>
              </a:solidFill>
              <a:effectLst>
                <a:glow>
                  <a:schemeClr val="bg1"/>
                </a:glow>
              </a:effectLst>
            </a:endParaRPr>
          </a:p>
        </p:txBody>
      </p:sp>
      <p:sp>
        <p:nvSpPr>
          <p:cNvPr id="63" name="Rectangle 62">
            <a:extLst>
              <a:ext uri="{FF2B5EF4-FFF2-40B4-BE49-F238E27FC236}">
                <a16:creationId xmlns:a16="http://schemas.microsoft.com/office/drawing/2014/main" id="{6921361D-EE7D-C590-3558-DB1EAAAED3CC}"/>
              </a:ext>
            </a:extLst>
          </p:cNvPr>
          <p:cNvSpPr/>
          <p:nvPr/>
        </p:nvSpPr>
        <p:spPr>
          <a:xfrm>
            <a:off x="608039" y="1065916"/>
            <a:ext cx="1984040" cy="760959"/>
          </a:xfrm>
          <a:prstGeom prst="rect">
            <a:avLst/>
          </a:prstGeom>
          <a:solidFill>
            <a:schemeClr val="bg1"/>
          </a:solidFill>
          <a:ln w="12700">
            <a:solidFill>
              <a:srgbClr val="5A6B86"/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108000" tIns="72000" rIns="108000" bIns="72000">
            <a:spAutoFit/>
          </a:bodyPr>
          <a:lstStyle/>
          <a:p>
            <a:pPr eaLnBrk="1" fontAlgn="auto" hangingPunct="1">
              <a:spcBef>
                <a:spcPts val="0"/>
              </a:spcBef>
              <a:spcAft>
                <a:spcPts val="0"/>
              </a:spcAft>
              <a:defRPr/>
            </a:pPr>
            <a:r>
              <a:rPr lang="en-GB" sz="2800" baseline="-11000" dirty="0">
                <a:solidFill>
                  <a:schemeClr val="bg2">
                    <a:lumMod val="40000"/>
                    <a:lumOff val="60000"/>
                  </a:schemeClr>
                </a:solidFill>
                <a:effectLst>
                  <a:glow>
                    <a:schemeClr val="bg1"/>
                  </a:glow>
                </a:effectLst>
              </a:rPr>
              <a:t>🔆 </a:t>
            </a:r>
            <a:r>
              <a:rPr lang="en-GB" sz="2000" i="1" dirty="0">
                <a:solidFill>
                  <a:schemeClr val="bg2">
                    <a:lumMod val="40000"/>
                    <a:lumOff val="60000"/>
                  </a:schemeClr>
                </a:solidFill>
                <a:effectLst>
                  <a:glow>
                    <a:schemeClr val="bg1"/>
                  </a:glow>
                </a:effectLst>
              </a:rPr>
              <a:t>Locator</a:t>
            </a:r>
          </a:p>
          <a:p>
            <a:pPr>
              <a:defRPr/>
            </a:pPr>
            <a:r>
              <a:rPr lang="en-GB" sz="2000" i="1" dirty="0">
                <a:solidFill>
                  <a:schemeClr val="bg2">
                    <a:lumMod val="40000"/>
                    <a:lumOff val="60000"/>
                  </a:schemeClr>
                </a:solidFill>
                <a:effectLst>
                  <a:glow>
                    <a:schemeClr val="bg1"/>
                  </a:glow>
                </a:effectLst>
              </a:rPr>
              <a:t>- schema code</a:t>
            </a:r>
            <a:endParaRPr lang="en-GB" sz="2800" baseline="-11000" dirty="0">
              <a:solidFill>
                <a:schemeClr val="bg2">
                  <a:lumMod val="40000"/>
                  <a:lumOff val="60000"/>
                </a:schemeClr>
              </a:solidFill>
              <a:effectLst>
                <a:glow>
                  <a:schemeClr val="bg1"/>
                </a:glow>
              </a:effectLst>
            </a:endParaRPr>
          </a:p>
        </p:txBody>
      </p:sp>
      <p:sp>
        <p:nvSpPr>
          <p:cNvPr id="66" name="Rectangle 65">
            <a:extLst>
              <a:ext uri="{FF2B5EF4-FFF2-40B4-BE49-F238E27FC236}">
                <a16:creationId xmlns:a16="http://schemas.microsoft.com/office/drawing/2014/main" id="{7BE8BD4D-0B1D-F12F-2B74-44DEF93C98AF}"/>
              </a:ext>
            </a:extLst>
          </p:cNvPr>
          <p:cNvSpPr/>
          <p:nvPr/>
        </p:nvSpPr>
        <p:spPr>
          <a:xfrm>
            <a:off x="608038" y="1920960"/>
            <a:ext cx="1984251" cy="760959"/>
          </a:xfrm>
          <a:prstGeom prst="rect">
            <a:avLst/>
          </a:prstGeom>
          <a:solidFill>
            <a:schemeClr val="bg1"/>
          </a:solidFill>
          <a:ln w="12700">
            <a:solidFill>
              <a:srgbClr val="5A6B86"/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108000" tIns="72000" rIns="108000" bIns="72000">
            <a:spAutoFit/>
          </a:bodyPr>
          <a:lstStyle/>
          <a:p>
            <a:pPr eaLnBrk="1" fontAlgn="auto" hangingPunct="1">
              <a:spcBef>
                <a:spcPts val="0"/>
              </a:spcBef>
              <a:spcAft>
                <a:spcPts val="0"/>
              </a:spcAft>
              <a:defRPr/>
            </a:pPr>
            <a:r>
              <a:rPr lang="en-GB" sz="2800" baseline="-11000" dirty="0">
                <a:solidFill>
                  <a:schemeClr val="bg2">
                    <a:lumMod val="40000"/>
                    <a:lumOff val="60000"/>
                  </a:schemeClr>
                </a:solidFill>
                <a:effectLst>
                  <a:glow>
                    <a:schemeClr val="bg1"/>
                  </a:glow>
                </a:effectLst>
              </a:rPr>
              <a:t>🧩 </a:t>
            </a:r>
            <a:r>
              <a:rPr lang="en-GB" sz="2000" i="1" dirty="0">
                <a:solidFill>
                  <a:schemeClr val="bg2">
                    <a:lumMod val="40000"/>
                    <a:lumOff val="60000"/>
                  </a:schemeClr>
                </a:solidFill>
                <a:effectLst>
                  <a:glow>
                    <a:schemeClr val="bg1"/>
                  </a:glow>
                </a:effectLst>
              </a:rPr>
              <a:t>Schema code</a:t>
            </a:r>
            <a:br>
              <a:rPr lang="en-GB" sz="2000" i="1" dirty="0">
                <a:solidFill>
                  <a:schemeClr val="bg2">
                    <a:lumMod val="40000"/>
                    <a:lumOff val="60000"/>
                  </a:schemeClr>
                </a:solidFill>
                <a:effectLst>
                  <a:glow>
                    <a:schemeClr val="bg1"/>
                  </a:glow>
                </a:effectLst>
              </a:rPr>
            </a:br>
            <a:r>
              <a:rPr lang="en-GB" sz="2000" i="1" dirty="0">
                <a:solidFill>
                  <a:schemeClr val="bg2">
                    <a:lumMod val="40000"/>
                    <a:lumOff val="60000"/>
                  </a:schemeClr>
                </a:solidFill>
                <a:effectLst>
                  <a:glow>
                    <a:schemeClr val="bg1"/>
                  </a:glow>
                </a:effectLst>
              </a:rPr>
              <a:t>- API definition</a:t>
            </a:r>
          </a:p>
        </p:txBody>
      </p:sp>
      <p:cxnSp>
        <p:nvCxnSpPr>
          <p:cNvPr id="78" name="Straight Arrow Connector 44">
            <a:extLst>
              <a:ext uri="{FF2B5EF4-FFF2-40B4-BE49-F238E27FC236}">
                <a16:creationId xmlns:a16="http://schemas.microsoft.com/office/drawing/2014/main" id="{978F4015-BB95-1608-072C-5363416AD83B}"/>
              </a:ext>
            </a:extLst>
          </p:cNvPr>
          <p:cNvCxnSpPr>
            <a:cxnSpLocks/>
            <a:stCxn id="63" idx="1"/>
            <a:endCxn id="81" idx="1"/>
          </p:cNvCxnSpPr>
          <p:nvPr/>
        </p:nvCxnSpPr>
        <p:spPr>
          <a:xfrm rot="10800000" flipH="1" flipV="1">
            <a:off x="608038" y="1446396"/>
            <a:ext cx="13277" cy="712758"/>
          </a:xfrm>
          <a:prstGeom prst="bentConnector3">
            <a:avLst>
              <a:gd name="adj1" fmla="val -1721774"/>
            </a:avLst>
          </a:prstGeom>
          <a:ln>
            <a:solidFill>
              <a:schemeClr val="tx1"/>
            </a:solidFill>
            <a:prstDash val="solid"/>
            <a:tailEnd type="triangle" w="lg" len="lg"/>
          </a:ln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sp>
        <p:nvSpPr>
          <p:cNvPr id="81" name="TextBox 80">
            <a:extLst>
              <a:ext uri="{FF2B5EF4-FFF2-40B4-BE49-F238E27FC236}">
                <a16:creationId xmlns:a16="http://schemas.microsoft.com/office/drawing/2014/main" id="{FD0E11E0-F6F5-B70C-946F-9A7443487E22}"/>
              </a:ext>
            </a:extLst>
          </p:cNvPr>
          <p:cNvSpPr txBox="1"/>
          <p:nvPr/>
        </p:nvSpPr>
        <p:spPr>
          <a:xfrm>
            <a:off x="621316" y="1974488"/>
            <a:ext cx="243656" cy="369332"/>
          </a:xfrm>
          <a:prstGeom prst="rect">
            <a:avLst/>
          </a:prstGeom>
          <a:noFill/>
        </p:spPr>
        <p:txBody>
          <a:bodyPr wrap="none" lIns="0" rIns="0" rtlCol="0">
            <a:spAutoFit/>
          </a:bodyPr>
          <a:lstStyle/>
          <a:p>
            <a:pPr algn="l"/>
            <a:r>
              <a:rPr lang="en-US" dirty="0"/>
              <a:t>    </a:t>
            </a:r>
          </a:p>
        </p:txBody>
      </p:sp>
      <p:cxnSp>
        <p:nvCxnSpPr>
          <p:cNvPr id="98" name="Straight Arrow Connector 44">
            <a:extLst>
              <a:ext uri="{FF2B5EF4-FFF2-40B4-BE49-F238E27FC236}">
                <a16:creationId xmlns:a16="http://schemas.microsoft.com/office/drawing/2014/main" id="{97AAF784-5FE8-53B1-0B05-BD86C0906C31}"/>
              </a:ext>
            </a:extLst>
          </p:cNvPr>
          <p:cNvCxnSpPr>
            <a:cxnSpLocks/>
            <a:stCxn id="120" idx="2"/>
            <a:endCxn id="66" idx="3"/>
          </p:cNvCxnSpPr>
          <p:nvPr/>
        </p:nvCxnSpPr>
        <p:spPr>
          <a:xfrm rot="5400000">
            <a:off x="3180337" y="1139661"/>
            <a:ext cx="573731" cy="1749826"/>
          </a:xfrm>
          <a:prstGeom prst="bentConnector2">
            <a:avLst/>
          </a:prstGeom>
          <a:ln>
            <a:solidFill>
              <a:schemeClr val="tx1"/>
            </a:solidFill>
            <a:prstDash val="solid"/>
            <a:tailEnd type="triangle" w="lg" len="lg"/>
          </a:ln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sp>
        <p:nvSpPr>
          <p:cNvPr id="105" name="TextBox 104">
            <a:extLst>
              <a:ext uri="{FF2B5EF4-FFF2-40B4-BE49-F238E27FC236}">
                <a16:creationId xmlns:a16="http://schemas.microsoft.com/office/drawing/2014/main" id="{0CF6DC2C-08C8-9E2D-CA13-D52CD27B4F80}"/>
              </a:ext>
            </a:extLst>
          </p:cNvPr>
          <p:cNvSpPr txBox="1"/>
          <p:nvPr/>
        </p:nvSpPr>
        <p:spPr>
          <a:xfrm>
            <a:off x="3061075" y="2322265"/>
            <a:ext cx="1357829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en-GB" sz="2000" i="1" dirty="0">
                <a:solidFill>
                  <a:schemeClr val="bg2">
                    <a:lumMod val="40000"/>
                    <a:lumOff val="60000"/>
                  </a:schemeClr>
                </a:solidFill>
                <a:effectLst>
                  <a:glow>
                    <a:schemeClr val="bg1"/>
                  </a:glow>
                </a:effectLst>
              </a:rPr>
              <a:t>read </a:t>
            </a:r>
            <a:r>
              <a:rPr lang="en-GB" sz="2800" baseline="-11000" dirty="0">
                <a:solidFill>
                  <a:schemeClr val="bg2">
                    <a:lumMod val="40000"/>
                    <a:lumOff val="60000"/>
                  </a:schemeClr>
                </a:solidFill>
                <a:effectLst>
                  <a:glow>
                    <a:schemeClr val="bg1"/>
                  </a:glow>
                </a:effectLst>
              </a:rPr>
              <a:t>👀</a:t>
            </a:r>
          </a:p>
        </p:txBody>
      </p:sp>
      <p:cxnSp>
        <p:nvCxnSpPr>
          <p:cNvPr id="106" name="Straight Arrow Connector 44">
            <a:extLst>
              <a:ext uri="{FF2B5EF4-FFF2-40B4-BE49-F238E27FC236}">
                <a16:creationId xmlns:a16="http://schemas.microsoft.com/office/drawing/2014/main" id="{C77519B8-38A0-2CC5-3A85-32BB0508E2C5}"/>
              </a:ext>
            </a:extLst>
          </p:cNvPr>
          <p:cNvCxnSpPr>
            <a:cxnSpLocks/>
            <a:stCxn id="12" idx="1"/>
            <a:endCxn id="63" idx="3"/>
          </p:cNvCxnSpPr>
          <p:nvPr/>
        </p:nvCxnSpPr>
        <p:spPr>
          <a:xfrm flipH="1">
            <a:off x="2592079" y="1444499"/>
            <a:ext cx="1470851" cy="1897"/>
          </a:xfrm>
          <a:prstGeom prst="straightConnector1">
            <a:avLst/>
          </a:prstGeom>
          <a:ln>
            <a:solidFill>
              <a:schemeClr val="tx1"/>
            </a:solidFill>
            <a:prstDash val="solid"/>
            <a:tailEnd type="triangle" w="lg" len="lg"/>
          </a:ln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sp>
        <p:nvSpPr>
          <p:cNvPr id="109" name="TextBox 108">
            <a:extLst>
              <a:ext uri="{FF2B5EF4-FFF2-40B4-BE49-F238E27FC236}">
                <a16:creationId xmlns:a16="http://schemas.microsoft.com/office/drawing/2014/main" id="{C7E543E3-4A92-9C22-2B1D-7B13F0A6BAEA}"/>
              </a:ext>
            </a:extLst>
          </p:cNvPr>
          <p:cNvSpPr txBox="1"/>
          <p:nvPr/>
        </p:nvSpPr>
        <p:spPr>
          <a:xfrm>
            <a:off x="2858694" y="1024674"/>
            <a:ext cx="1171782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en-GB" sz="2000" i="1" dirty="0">
                <a:solidFill>
                  <a:schemeClr val="bg2">
                    <a:lumMod val="40000"/>
                    <a:lumOff val="60000"/>
                  </a:schemeClr>
                </a:solidFill>
                <a:effectLst>
                  <a:glow>
                    <a:schemeClr val="bg1"/>
                  </a:glow>
                </a:effectLst>
              </a:rPr>
              <a:t>register</a:t>
            </a:r>
            <a:endParaRPr lang="en-GB" sz="2800" baseline="-11000" dirty="0">
              <a:solidFill>
                <a:schemeClr val="bg2">
                  <a:lumMod val="40000"/>
                  <a:lumOff val="60000"/>
                </a:schemeClr>
              </a:solidFill>
              <a:effectLst>
                <a:glow>
                  <a:schemeClr val="bg1"/>
                </a:glow>
              </a:effectLst>
            </a:endParaRPr>
          </a:p>
        </p:txBody>
      </p:sp>
      <p:sp>
        <p:nvSpPr>
          <p:cNvPr id="120" name="TextBox 119">
            <a:extLst>
              <a:ext uri="{FF2B5EF4-FFF2-40B4-BE49-F238E27FC236}">
                <a16:creationId xmlns:a16="http://schemas.microsoft.com/office/drawing/2014/main" id="{854637D7-6D59-6444-EA62-274D160AB4EE}"/>
              </a:ext>
            </a:extLst>
          </p:cNvPr>
          <p:cNvSpPr txBox="1"/>
          <p:nvPr/>
        </p:nvSpPr>
        <p:spPr>
          <a:xfrm>
            <a:off x="4084143" y="1162566"/>
            <a:ext cx="515943" cy="565143"/>
          </a:xfrm>
          <a:prstGeom prst="rect">
            <a:avLst/>
          </a:prstGeom>
          <a:noFill/>
        </p:spPr>
        <p:txBody>
          <a:bodyPr wrap="none" lIns="0" rIns="0" rtlCol="0">
            <a:noAutofit/>
          </a:bodyPr>
          <a:lstStyle/>
          <a:p>
            <a:pPr algn="l"/>
            <a:r>
              <a:rPr lang="en-US" dirty="0"/>
              <a:t>       </a:t>
            </a:r>
          </a:p>
        </p:txBody>
      </p:sp>
      <p:sp>
        <p:nvSpPr>
          <p:cNvPr id="127" name="TextBox 126">
            <a:extLst>
              <a:ext uri="{FF2B5EF4-FFF2-40B4-BE49-F238E27FC236}">
                <a16:creationId xmlns:a16="http://schemas.microsoft.com/office/drawing/2014/main" id="{C436210B-BAEF-2DF0-B724-57F9CB8FEB6D}"/>
              </a:ext>
            </a:extLst>
          </p:cNvPr>
          <p:cNvSpPr txBox="1"/>
          <p:nvPr/>
        </p:nvSpPr>
        <p:spPr>
          <a:xfrm>
            <a:off x="5507632" y="1166276"/>
            <a:ext cx="426399" cy="565143"/>
          </a:xfrm>
          <a:prstGeom prst="rect">
            <a:avLst/>
          </a:prstGeom>
          <a:noFill/>
        </p:spPr>
        <p:txBody>
          <a:bodyPr wrap="none" lIns="0" rIns="0" rtlCol="0">
            <a:noAutofit/>
          </a:bodyPr>
          <a:lstStyle/>
          <a:p>
            <a:pPr algn="l"/>
            <a:r>
              <a:rPr lang="en-US" dirty="0"/>
              <a:t>       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65571E18-92A3-5FFC-71A0-3A14A23AED81}"/>
              </a:ext>
            </a:extLst>
          </p:cNvPr>
          <p:cNvSpPr/>
          <p:nvPr/>
        </p:nvSpPr>
        <p:spPr>
          <a:xfrm>
            <a:off x="9987766" y="1169237"/>
            <a:ext cx="1764232" cy="556732"/>
          </a:xfrm>
          <a:prstGeom prst="rect">
            <a:avLst/>
          </a:prstGeom>
          <a:solidFill>
            <a:schemeClr val="tx1">
              <a:lumMod val="95000"/>
            </a:schemeClr>
          </a:solidFill>
          <a:ln w="28575">
            <a:solidFill>
              <a:schemeClr val="tx1">
                <a:lumMod val="50000"/>
              </a:schemeClr>
            </a:solidFill>
            <a:prstDash val="soli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44000" tIns="144000" rIns="144000" bIns="144000" anchor="ctr"/>
          <a:lstStyle/>
          <a:p>
            <a:r>
              <a:rPr lang="en-GB" sz="2400" dirty="0">
                <a:solidFill>
                  <a:sysClr val="windowText" lastClr="000000"/>
                </a:solidFill>
                <a:latin typeface="+mj-lt"/>
                <a:cs typeface="Arial" panose="020B0604020202020204" pitchFamily="34" charset="0"/>
              </a:rPr>
              <a:t>👥 Domain</a:t>
            </a:r>
          </a:p>
        </p:txBody>
      </p:sp>
      <p:sp>
        <p:nvSpPr>
          <p:cNvPr id="142" name="TextBox 141">
            <a:extLst>
              <a:ext uri="{FF2B5EF4-FFF2-40B4-BE49-F238E27FC236}">
                <a16:creationId xmlns:a16="http://schemas.microsoft.com/office/drawing/2014/main" id="{DD75CD3D-F4D9-255B-E0E4-2257DFA093BE}"/>
              </a:ext>
            </a:extLst>
          </p:cNvPr>
          <p:cNvSpPr txBox="1"/>
          <p:nvPr/>
        </p:nvSpPr>
        <p:spPr>
          <a:xfrm>
            <a:off x="8003662" y="1160825"/>
            <a:ext cx="515943" cy="565143"/>
          </a:xfrm>
          <a:prstGeom prst="rect">
            <a:avLst/>
          </a:prstGeom>
          <a:noFill/>
        </p:spPr>
        <p:txBody>
          <a:bodyPr wrap="none" lIns="0" rIns="0" rtlCol="0">
            <a:noAutofit/>
          </a:bodyPr>
          <a:lstStyle/>
          <a:p>
            <a:pPr algn="l"/>
            <a:r>
              <a:rPr lang="en-US" dirty="0"/>
              <a:t>       </a:t>
            </a:r>
          </a:p>
        </p:txBody>
      </p:sp>
      <p:cxnSp>
        <p:nvCxnSpPr>
          <p:cNvPr id="143" name="Straight Arrow Connector 44">
            <a:extLst>
              <a:ext uri="{FF2B5EF4-FFF2-40B4-BE49-F238E27FC236}">
                <a16:creationId xmlns:a16="http://schemas.microsoft.com/office/drawing/2014/main" id="{B15FE06C-718F-234B-2413-086BCB66B9AC}"/>
              </a:ext>
            </a:extLst>
          </p:cNvPr>
          <p:cNvCxnSpPr>
            <a:cxnSpLocks/>
            <a:stCxn id="13" idx="0"/>
            <a:endCxn id="142" idx="0"/>
          </p:cNvCxnSpPr>
          <p:nvPr/>
        </p:nvCxnSpPr>
        <p:spPr>
          <a:xfrm rot="16200000" flipV="1">
            <a:off x="9561552" y="-139093"/>
            <a:ext cx="8412" cy="2608248"/>
          </a:xfrm>
          <a:prstGeom prst="bentConnector3">
            <a:avLst>
              <a:gd name="adj1" fmla="val 5353923"/>
            </a:avLst>
          </a:prstGeom>
          <a:ln>
            <a:solidFill>
              <a:schemeClr val="tx1"/>
            </a:solidFill>
            <a:prstDash val="solid"/>
            <a:tailEnd type="triangle" w="lg" len="lg"/>
          </a:ln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sp>
        <p:nvSpPr>
          <p:cNvPr id="146" name="TextBox 145">
            <a:extLst>
              <a:ext uri="{FF2B5EF4-FFF2-40B4-BE49-F238E27FC236}">
                <a16:creationId xmlns:a16="http://schemas.microsoft.com/office/drawing/2014/main" id="{2A3DF47A-D9D4-BE43-7B05-D2439A3BD7F7}"/>
              </a:ext>
            </a:extLst>
          </p:cNvPr>
          <p:cNvSpPr txBox="1"/>
          <p:nvPr/>
        </p:nvSpPr>
        <p:spPr>
          <a:xfrm>
            <a:off x="9714988" y="519868"/>
            <a:ext cx="426399" cy="565143"/>
          </a:xfrm>
          <a:prstGeom prst="rect">
            <a:avLst/>
          </a:prstGeom>
          <a:noFill/>
        </p:spPr>
        <p:txBody>
          <a:bodyPr wrap="none" lIns="0" rIns="0" rtlCol="0">
            <a:noAutofit/>
          </a:bodyPr>
          <a:lstStyle/>
          <a:p>
            <a:pPr algn="l"/>
            <a:r>
              <a:rPr lang="en-US" dirty="0"/>
              <a:t>       </a:t>
            </a:r>
          </a:p>
        </p:txBody>
      </p:sp>
      <p:sp>
        <p:nvSpPr>
          <p:cNvPr id="149" name="TextBox 148">
            <a:extLst>
              <a:ext uri="{FF2B5EF4-FFF2-40B4-BE49-F238E27FC236}">
                <a16:creationId xmlns:a16="http://schemas.microsoft.com/office/drawing/2014/main" id="{C9070E41-E952-A55D-0020-BCBE5E0209A6}"/>
              </a:ext>
            </a:extLst>
          </p:cNvPr>
          <p:cNvSpPr txBox="1"/>
          <p:nvPr/>
        </p:nvSpPr>
        <p:spPr>
          <a:xfrm>
            <a:off x="9456108" y="297942"/>
            <a:ext cx="1514056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en-GB" sz="2000" i="1" dirty="0">
                <a:solidFill>
                  <a:schemeClr val="bg2">
                    <a:lumMod val="40000"/>
                    <a:lumOff val="60000"/>
                  </a:schemeClr>
                </a:solidFill>
                <a:effectLst>
                  <a:glow>
                    <a:schemeClr val="bg1"/>
                  </a:glow>
                </a:effectLst>
              </a:rPr>
              <a:t>commands</a:t>
            </a:r>
          </a:p>
        </p:txBody>
      </p:sp>
      <p:sp>
        <p:nvSpPr>
          <p:cNvPr id="153" name="TextBox 152">
            <a:extLst>
              <a:ext uri="{FF2B5EF4-FFF2-40B4-BE49-F238E27FC236}">
                <a16:creationId xmlns:a16="http://schemas.microsoft.com/office/drawing/2014/main" id="{9C0A3A53-0ED6-6B32-04B6-99A7C29E6FF9}"/>
              </a:ext>
            </a:extLst>
          </p:cNvPr>
          <p:cNvSpPr txBox="1"/>
          <p:nvPr/>
        </p:nvSpPr>
        <p:spPr>
          <a:xfrm>
            <a:off x="9715199" y="979911"/>
            <a:ext cx="426399" cy="565143"/>
          </a:xfrm>
          <a:prstGeom prst="rect">
            <a:avLst/>
          </a:prstGeom>
          <a:noFill/>
        </p:spPr>
        <p:txBody>
          <a:bodyPr wrap="none" lIns="0" rIns="0" rtlCol="0">
            <a:noAutofit/>
          </a:bodyPr>
          <a:lstStyle/>
          <a:p>
            <a:pPr algn="l"/>
            <a:r>
              <a:rPr lang="en-US" dirty="0"/>
              <a:t>       </a:t>
            </a:r>
          </a:p>
        </p:txBody>
      </p:sp>
      <p:cxnSp>
        <p:nvCxnSpPr>
          <p:cNvPr id="156" name="Straight Arrow Connector 44">
            <a:extLst>
              <a:ext uri="{FF2B5EF4-FFF2-40B4-BE49-F238E27FC236}">
                <a16:creationId xmlns:a16="http://schemas.microsoft.com/office/drawing/2014/main" id="{647496DA-AA1E-6663-D9B4-9E449DB68FAC}"/>
              </a:ext>
            </a:extLst>
          </p:cNvPr>
          <p:cNvCxnSpPr>
            <a:cxnSpLocks/>
            <a:stCxn id="142" idx="2"/>
            <a:endCxn id="211" idx="2"/>
          </p:cNvCxnSpPr>
          <p:nvPr/>
        </p:nvCxnSpPr>
        <p:spPr>
          <a:xfrm rot="5400000" flipH="1" flipV="1">
            <a:off x="9564083" y="420170"/>
            <a:ext cx="3349" cy="2608248"/>
          </a:xfrm>
          <a:prstGeom prst="bentConnector3">
            <a:avLst>
              <a:gd name="adj1" fmla="val -14979158"/>
            </a:avLst>
          </a:prstGeom>
          <a:ln>
            <a:solidFill>
              <a:schemeClr val="tx1"/>
            </a:solidFill>
            <a:prstDash val="solid"/>
            <a:tailEnd type="triangle" w="lg" len="lg"/>
          </a:ln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sp>
        <p:nvSpPr>
          <p:cNvPr id="161" name="TextBox 160">
            <a:extLst>
              <a:ext uri="{FF2B5EF4-FFF2-40B4-BE49-F238E27FC236}">
                <a16:creationId xmlns:a16="http://schemas.microsoft.com/office/drawing/2014/main" id="{E54DDD8B-5795-CBC2-7138-F2EC9B95CB7D}"/>
              </a:ext>
            </a:extLst>
          </p:cNvPr>
          <p:cNvSpPr txBox="1"/>
          <p:nvPr/>
        </p:nvSpPr>
        <p:spPr>
          <a:xfrm>
            <a:off x="8150892" y="2245990"/>
            <a:ext cx="1396189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sz="2000" i="1" dirty="0">
                <a:solidFill>
                  <a:schemeClr val="bg2">
                    <a:lumMod val="40000"/>
                    <a:lumOff val="60000"/>
                  </a:schemeClr>
                </a:solidFill>
                <a:effectLst>
                  <a:glow>
                    <a:schemeClr val="bg1"/>
                  </a:glow>
                </a:effectLst>
              </a:rPr>
              <a:t>events </a:t>
            </a:r>
            <a:r>
              <a:rPr lang="en-GB" sz="2800" baseline="-11000" dirty="0">
                <a:solidFill>
                  <a:schemeClr val="bg2">
                    <a:lumMod val="40000"/>
                    <a:lumOff val="60000"/>
                  </a:schemeClr>
                </a:solidFill>
                <a:effectLst>
                  <a:glow>
                    <a:schemeClr val="bg1"/>
                  </a:glow>
                </a:effectLst>
              </a:rPr>
              <a:t>⚠️</a:t>
            </a:r>
            <a:r>
              <a:rPr lang="en-GB" sz="2000" i="1" dirty="0">
                <a:solidFill>
                  <a:schemeClr val="bg2">
                    <a:lumMod val="40000"/>
                    <a:lumOff val="60000"/>
                  </a:schemeClr>
                </a:solidFill>
                <a:effectLst>
                  <a:glow>
                    <a:schemeClr val="bg1"/>
                  </a:glow>
                </a:effectLst>
              </a:rPr>
              <a:t> </a:t>
            </a:r>
            <a:endParaRPr lang="en-GB" sz="2800" baseline="-11000" dirty="0">
              <a:solidFill>
                <a:schemeClr val="bg2">
                  <a:lumMod val="40000"/>
                  <a:lumOff val="60000"/>
                </a:schemeClr>
              </a:solidFill>
              <a:effectLst>
                <a:glow>
                  <a:schemeClr val="bg1"/>
                </a:glow>
              </a:effectLst>
            </a:endParaRPr>
          </a:p>
        </p:txBody>
      </p:sp>
      <p:cxnSp>
        <p:nvCxnSpPr>
          <p:cNvPr id="174" name="Straight Arrow Connector 44">
            <a:extLst>
              <a:ext uri="{FF2B5EF4-FFF2-40B4-BE49-F238E27FC236}">
                <a16:creationId xmlns:a16="http://schemas.microsoft.com/office/drawing/2014/main" id="{3E0AB125-8604-8238-D32C-91C09B664294}"/>
              </a:ext>
            </a:extLst>
          </p:cNvPr>
          <p:cNvCxnSpPr>
            <a:cxnSpLocks/>
            <a:stCxn id="43" idx="1"/>
            <a:endCxn id="47" idx="1"/>
          </p:cNvCxnSpPr>
          <p:nvPr/>
        </p:nvCxnSpPr>
        <p:spPr>
          <a:xfrm rot="10800000" flipV="1">
            <a:off x="5256287" y="3603280"/>
            <a:ext cx="12700" cy="748444"/>
          </a:xfrm>
          <a:prstGeom prst="bentConnector3">
            <a:avLst>
              <a:gd name="adj1" fmla="val 1800000"/>
            </a:avLst>
          </a:prstGeom>
          <a:ln>
            <a:solidFill>
              <a:schemeClr val="tx1"/>
            </a:solidFill>
            <a:prstDash val="solid"/>
            <a:tailEnd type="triangle" w="lg" len="lg"/>
          </a:ln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sp>
        <p:nvSpPr>
          <p:cNvPr id="177" name="TextBox 176">
            <a:extLst>
              <a:ext uri="{FF2B5EF4-FFF2-40B4-BE49-F238E27FC236}">
                <a16:creationId xmlns:a16="http://schemas.microsoft.com/office/drawing/2014/main" id="{B51C7242-E20A-C497-3B3A-5B6BDF013B0E}"/>
              </a:ext>
            </a:extLst>
          </p:cNvPr>
          <p:cNvSpPr txBox="1"/>
          <p:nvPr/>
        </p:nvSpPr>
        <p:spPr>
          <a:xfrm>
            <a:off x="3104621" y="3610180"/>
            <a:ext cx="1875386" cy="70788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en-GB" sz="2000" i="1" dirty="0">
                <a:solidFill>
                  <a:schemeClr val="bg2">
                    <a:lumMod val="40000"/>
                    <a:lumOff val="60000"/>
                  </a:schemeClr>
                </a:solidFill>
                <a:effectLst>
                  <a:glow>
                    <a:schemeClr val="bg1"/>
                  </a:glow>
                </a:effectLst>
              </a:rPr>
              <a:t>execute API commands</a:t>
            </a:r>
          </a:p>
        </p:txBody>
      </p:sp>
      <p:cxnSp>
        <p:nvCxnSpPr>
          <p:cNvPr id="178" name="Straight Arrow Connector 44">
            <a:extLst>
              <a:ext uri="{FF2B5EF4-FFF2-40B4-BE49-F238E27FC236}">
                <a16:creationId xmlns:a16="http://schemas.microsoft.com/office/drawing/2014/main" id="{98041E76-9A58-846C-2A6A-6265E1ADD8AF}"/>
              </a:ext>
            </a:extLst>
          </p:cNvPr>
          <p:cNvCxnSpPr>
            <a:cxnSpLocks/>
            <a:stCxn id="47" idx="3"/>
            <a:endCxn id="43" idx="3"/>
          </p:cNvCxnSpPr>
          <p:nvPr/>
        </p:nvCxnSpPr>
        <p:spPr>
          <a:xfrm flipV="1">
            <a:off x="7321579" y="3603280"/>
            <a:ext cx="12700" cy="748444"/>
          </a:xfrm>
          <a:prstGeom prst="bentConnector3">
            <a:avLst>
              <a:gd name="adj1" fmla="val 1800000"/>
            </a:avLst>
          </a:prstGeom>
          <a:ln>
            <a:solidFill>
              <a:schemeClr val="tx1"/>
            </a:solidFill>
            <a:prstDash val="solid"/>
            <a:tailEnd type="triangle" w="lg" len="lg"/>
          </a:ln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sp>
        <p:nvSpPr>
          <p:cNvPr id="181" name="TextBox 180">
            <a:extLst>
              <a:ext uri="{FF2B5EF4-FFF2-40B4-BE49-F238E27FC236}">
                <a16:creationId xmlns:a16="http://schemas.microsoft.com/office/drawing/2014/main" id="{D4759275-1326-4272-659B-064614032F2D}"/>
              </a:ext>
            </a:extLst>
          </p:cNvPr>
          <p:cNvSpPr txBox="1"/>
          <p:nvPr/>
        </p:nvSpPr>
        <p:spPr>
          <a:xfrm>
            <a:off x="7601334" y="3610180"/>
            <a:ext cx="1667793" cy="70788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sz="2000" i="1" dirty="0">
                <a:solidFill>
                  <a:schemeClr val="bg2">
                    <a:lumMod val="40000"/>
                    <a:lumOff val="60000"/>
                  </a:schemeClr>
                </a:solidFill>
                <a:effectLst>
                  <a:glow>
                    <a:schemeClr val="bg1"/>
                  </a:glow>
                </a:effectLst>
              </a:rPr>
              <a:t>listen to API events </a:t>
            </a:r>
            <a:r>
              <a:rPr lang="en-GB" sz="2800" baseline="-11000" dirty="0">
                <a:solidFill>
                  <a:schemeClr val="bg2">
                    <a:lumMod val="40000"/>
                    <a:lumOff val="60000"/>
                  </a:schemeClr>
                </a:solidFill>
                <a:effectLst>
                  <a:glow>
                    <a:schemeClr val="bg1"/>
                  </a:glow>
                </a:effectLst>
              </a:rPr>
              <a:t>⚠️</a:t>
            </a:r>
          </a:p>
        </p:txBody>
      </p:sp>
      <p:sp>
        <p:nvSpPr>
          <p:cNvPr id="189" name="Can 188">
            <a:extLst>
              <a:ext uri="{FF2B5EF4-FFF2-40B4-BE49-F238E27FC236}">
                <a16:creationId xmlns:a16="http://schemas.microsoft.com/office/drawing/2014/main" id="{34891022-4D89-528B-2C4E-1536E81EDCD6}"/>
              </a:ext>
            </a:extLst>
          </p:cNvPr>
          <p:cNvSpPr/>
          <p:nvPr/>
        </p:nvSpPr>
        <p:spPr>
          <a:xfrm>
            <a:off x="6541978" y="475918"/>
            <a:ext cx="700881" cy="529881"/>
          </a:xfrm>
          <a:prstGeom prst="can">
            <a:avLst/>
          </a:prstGeom>
          <a:solidFill>
            <a:schemeClr val="accent3"/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lIns="45720" tIns="45720" rIns="45720" rtlCol="0" anchor="ctr"/>
          <a:lstStyle/>
          <a:p>
            <a:pPr algn="ctr"/>
            <a:endParaRPr lang="en-US" dirty="0">
              <a:solidFill>
                <a:schemeClr val="bg1"/>
              </a:solidFill>
            </a:endParaRPr>
          </a:p>
        </p:txBody>
      </p:sp>
      <p:cxnSp>
        <p:nvCxnSpPr>
          <p:cNvPr id="190" name="Straight Arrow Connector 44">
            <a:extLst>
              <a:ext uri="{FF2B5EF4-FFF2-40B4-BE49-F238E27FC236}">
                <a16:creationId xmlns:a16="http://schemas.microsoft.com/office/drawing/2014/main" id="{87F57687-D438-F447-CF01-85FAB9AA1366}"/>
              </a:ext>
            </a:extLst>
          </p:cNvPr>
          <p:cNvCxnSpPr>
            <a:cxnSpLocks/>
            <a:stCxn id="189" idx="2"/>
            <a:endCxn id="127" idx="0"/>
          </p:cNvCxnSpPr>
          <p:nvPr/>
        </p:nvCxnSpPr>
        <p:spPr>
          <a:xfrm rot="10800000" flipV="1">
            <a:off x="5720832" y="740858"/>
            <a:ext cx="821146" cy="425417"/>
          </a:xfrm>
          <a:prstGeom prst="bentConnector2">
            <a:avLst/>
          </a:prstGeom>
          <a:ln>
            <a:solidFill>
              <a:schemeClr val="tx1"/>
            </a:solidFill>
            <a:prstDash val="solid"/>
            <a:tailEnd type="triangle" w="lg" len="lg"/>
          </a:ln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sp>
        <p:nvSpPr>
          <p:cNvPr id="196" name="TextBox 195">
            <a:extLst>
              <a:ext uri="{FF2B5EF4-FFF2-40B4-BE49-F238E27FC236}">
                <a16:creationId xmlns:a16="http://schemas.microsoft.com/office/drawing/2014/main" id="{B79B7F1C-5540-7D41-0683-782A6CCA7756}"/>
              </a:ext>
            </a:extLst>
          </p:cNvPr>
          <p:cNvSpPr txBox="1"/>
          <p:nvPr/>
        </p:nvSpPr>
        <p:spPr>
          <a:xfrm>
            <a:off x="7413126" y="1150664"/>
            <a:ext cx="515943" cy="565143"/>
          </a:xfrm>
          <a:prstGeom prst="rect">
            <a:avLst/>
          </a:prstGeom>
          <a:noFill/>
        </p:spPr>
        <p:txBody>
          <a:bodyPr wrap="none" lIns="0" rIns="0" rtlCol="0">
            <a:noAutofit/>
          </a:bodyPr>
          <a:lstStyle/>
          <a:p>
            <a:pPr algn="l"/>
            <a:r>
              <a:rPr lang="en-US" dirty="0"/>
              <a:t>       </a:t>
            </a:r>
          </a:p>
        </p:txBody>
      </p:sp>
      <p:cxnSp>
        <p:nvCxnSpPr>
          <p:cNvPr id="197" name="Straight Arrow Connector 44">
            <a:extLst>
              <a:ext uri="{FF2B5EF4-FFF2-40B4-BE49-F238E27FC236}">
                <a16:creationId xmlns:a16="http://schemas.microsoft.com/office/drawing/2014/main" id="{854B1074-F484-E15B-BBA9-F814CE6091B0}"/>
              </a:ext>
            </a:extLst>
          </p:cNvPr>
          <p:cNvCxnSpPr>
            <a:cxnSpLocks/>
            <a:stCxn id="196" idx="0"/>
            <a:endCxn id="189" idx="4"/>
          </p:cNvCxnSpPr>
          <p:nvPr/>
        </p:nvCxnSpPr>
        <p:spPr>
          <a:xfrm rot="16200000" flipV="1">
            <a:off x="7252077" y="731642"/>
            <a:ext cx="409805" cy="428239"/>
          </a:xfrm>
          <a:prstGeom prst="bentConnector2">
            <a:avLst/>
          </a:prstGeom>
          <a:ln>
            <a:solidFill>
              <a:schemeClr val="tx1"/>
            </a:solidFill>
            <a:prstDash val="solid"/>
            <a:tailEnd type="triangle" w="lg" len="lg"/>
          </a:ln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sp>
        <p:nvSpPr>
          <p:cNvPr id="200" name="TextBox 199">
            <a:extLst>
              <a:ext uri="{FF2B5EF4-FFF2-40B4-BE49-F238E27FC236}">
                <a16:creationId xmlns:a16="http://schemas.microsoft.com/office/drawing/2014/main" id="{C0BFF627-C77E-369D-502B-50111B462FC2}"/>
              </a:ext>
            </a:extLst>
          </p:cNvPr>
          <p:cNvSpPr txBox="1"/>
          <p:nvPr/>
        </p:nvSpPr>
        <p:spPr>
          <a:xfrm>
            <a:off x="5095204" y="334075"/>
            <a:ext cx="1514056" cy="70788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sz="2000" i="1" dirty="0">
                <a:solidFill>
                  <a:schemeClr val="bg2">
                    <a:lumMod val="40000"/>
                    <a:lumOff val="60000"/>
                  </a:schemeClr>
                </a:solidFill>
                <a:effectLst>
                  <a:glow>
                    <a:schemeClr val="bg1"/>
                  </a:glow>
                </a:effectLst>
              </a:rPr>
              <a:t>translate</a:t>
            </a:r>
            <a:br>
              <a:rPr lang="en-GB" sz="2000" i="1" dirty="0">
                <a:solidFill>
                  <a:schemeClr val="bg2">
                    <a:lumMod val="40000"/>
                    <a:lumOff val="60000"/>
                  </a:schemeClr>
                </a:solidFill>
                <a:effectLst>
                  <a:glow>
                    <a:schemeClr val="bg1"/>
                  </a:glow>
                </a:effectLst>
              </a:rPr>
            </a:br>
            <a:r>
              <a:rPr lang="en-GB" sz="2000" i="1" dirty="0">
                <a:solidFill>
                  <a:schemeClr val="bg2">
                    <a:lumMod val="40000"/>
                    <a:lumOff val="60000"/>
                  </a:schemeClr>
                </a:solidFill>
                <a:effectLst>
                  <a:glow>
                    <a:schemeClr val="bg1"/>
                  </a:glow>
                </a:effectLst>
              </a:rPr>
              <a:t>API</a:t>
            </a:r>
          </a:p>
        </p:txBody>
      </p:sp>
      <p:sp>
        <p:nvSpPr>
          <p:cNvPr id="211" name="TextBox 210">
            <a:extLst>
              <a:ext uri="{FF2B5EF4-FFF2-40B4-BE49-F238E27FC236}">
                <a16:creationId xmlns:a16="http://schemas.microsoft.com/office/drawing/2014/main" id="{79DA9369-BC4B-3F8C-5FCB-DEDC9ED09B46}"/>
              </a:ext>
            </a:extLst>
          </p:cNvPr>
          <p:cNvSpPr txBox="1"/>
          <p:nvPr/>
        </p:nvSpPr>
        <p:spPr>
          <a:xfrm>
            <a:off x="10611910" y="1157476"/>
            <a:ext cx="515943" cy="565143"/>
          </a:xfrm>
          <a:prstGeom prst="rect">
            <a:avLst/>
          </a:prstGeom>
          <a:noFill/>
        </p:spPr>
        <p:txBody>
          <a:bodyPr wrap="none" lIns="0" rIns="0" rtlCol="0">
            <a:noAutofit/>
          </a:bodyPr>
          <a:lstStyle/>
          <a:p>
            <a:pPr algn="l"/>
            <a:r>
              <a:rPr lang="en-US" dirty="0"/>
              <a:t>       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CF0C26B8-B740-9D18-1E28-3B4F33269C89}"/>
              </a:ext>
            </a:extLst>
          </p:cNvPr>
          <p:cNvSpPr txBox="1"/>
          <p:nvPr/>
        </p:nvSpPr>
        <p:spPr>
          <a:xfrm>
            <a:off x="218143" y="6278524"/>
            <a:ext cx="1461939" cy="523220"/>
          </a:xfrm>
          <a:prstGeom prst="rect">
            <a:avLst/>
          </a:prstGeom>
          <a:noFill/>
        </p:spPr>
        <p:txBody>
          <a:bodyPr wrap="none" lIns="0" rIns="0" rtlCol="0">
            <a:spAutoFit/>
          </a:bodyPr>
          <a:lstStyle/>
          <a:p>
            <a:pPr algn="l"/>
            <a:r>
              <a:rPr lang="en-GB" sz="2800" dirty="0">
                <a:solidFill>
                  <a:srgbClr val="FFFF00"/>
                </a:solidFill>
              </a:rPr>
              <a:t>RELAYER</a:t>
            </a:r>
          </a:p>
        </p:txBody>
      </p:sp>
    </p:spTree>
    <p:extLst>
      <p:ext uri="{BB962C8B-B14F-4D97-AF65-F5344CB8AC3E}">
        <p14:creationId xmlns:p14="http://schemas.microsoft.com/office/powerpoint/2010/main" val="330628685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10AB208-F8B0-DD2A-0C60-9CA9C747CAA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3" name="Rectangle 212">
            <a:extLst>
              <a:ext uri="{FF2B5EF4-FFF2-40B4-BE49-F238E27FC236}">
                <a16:creationId xmlns:a16="http://schemas.microsoft.com/office/drawing/2014/main" id="{F22ADEE4-98F6-7F85-3232-D4E1C21CBAB3}"/>
              </a:ext>
            </a:extLst>
          </p:cNvPr>
          <p:cNvSpPr/>
          <p:nvPr/>
        </p:nvSpPr>
        <p:spPr>
          <a:xfrm>
            <a:off x="5573025" y="347431"/>
            <a:ext cx="2367815" cy="3233803"/>
          </a:xfrm>
          <a:prstGeom prst="rect">
            <a:avLst/>
          </a:prstGeom>
          <a:solidFill>
            <a:schemeClr val="bg1">
              <a:lumMod val="85000"/>
              <a:lumOff val="15000"/>
            </a:schemeClr>
          </a:solidFill>
          <a:ln w="12700">
            <a:solidFill>
              <a:srgbClr val="5A6B86"/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tIns="36000"/>
          <a:lstStyle/>
          <a:p>
            <a:pPr algn="ctr" eaLnBrk="1" fontAlgn="auto" hangingPunct="1">
              <a:spcBef>
                <a:spcPts val="0"/>
              </a:spcBef>
              <a:spcAft>
                <a:spcPts val="0"/>
              </a:spcAft>
              <a:defRPr/>
            </a:pPr>
            <a:endParaRPr lang="en-US" sz="2000" i="1" dirty="0">
              <a:solidFill>
                <a:schemeClr val="bg2">
                  <a:lumMod val="40000"/>
                  <a:lumOff val="60000"/>
                </a:schemeClr>
              </a:solidFill>
              <a:effectLst>
                <a:glow>
                  <a:schemeClr val="bg1"/>
                </a:glow>
              </a:effectLst>
            </a:endParaRPr>
          </a:p>
        </p:txBody>
      </p:sp>
      <p:sp>
        <p:nvSpPr>
          <p:cNvPr id="141" name="TextBox 140">
            <a:extLst>
              <a:ext uri="{FF2B5EF4-FFF2-40B4-BE49-F238E27FC236}">
                <a16:creationId xmlns:a16="http://schemas.microsoft.com/office/drawing/2014/main" id="{92817D44-AF69-E368-3E25-B2228DD1691E}"/>
              </a:ext>
            </a:extLst>
          </p:cNvPr>
          <p:cNvSpPr txBox="1"/>
          <p:nvPr/>
        </p:nvSpPr>
        <p:spPr>
          <a:xfrm>
            <a:off x="5722026" y="1655161"/>
            <a:ext cx="2065292" cy="566426"/>
          </a:xfrm>
          <a:prstGeom prst="rect">
            <a:avLst/>
          </a:prstGeom>
          <a:solidFill>
            <a:schemeClr val="bg1"/>
          </a:solidFill>
          <a:ln w="28575">
            <a:solidFill>
              <a:schemeClr val="tx1">
                <a:lumMod val="50000"/>
              </a:schemeClr>
            </a:solidFill>
            <a:prstDash val="soli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44000" tIns="108000" rIns="144000" bIns="144000" anchor="ctr"/>
          <a:lstStyle>
            <a:defPPr>
              <a:defRPr lang="en-US"/>
            </a:defPPr>
            <a:lvl1pPr>
              <a:defRPr sz="3200" baseline="-9000">
                <a:solidFill>
                  <a:schemeClr val="bg2">
                    <a:lumMod val="40000"/>
                    <a:lumOff val="60000"/>
                  </a:schemeClr>
                </a:solidFill>
                <a:effectLst>
                  <a:glow>
                    <a:schemeClr val="bg1"/>
                  </a:glow>
                </a:effectLst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r>
              <a:rPr lang="en-GB" dirty="0"/>
              <a:t>📡</a:t>
            </a:r>
            <a:r>
              <a:rPr lang="en-GB" baseline="0" dirty="0"/>
              <a:t> </a:t>
            </a:r>
            <a:r>
              <a:rPr lang="en-GB" sz="2400" baseline="0" dirty="0">
                <a:solidFill>
                  <a:schemeClr val="tx1"/>
                </a:solidFill>
                <a:latin typeface="+mj-lt"/>
                <a:cs typeface="Arial" panose="020B0604020202020204" pitchFamily="34" charset="0"/>
              </a:rPr>
              <a:t>Antenna</a:t>
            </a:r>
          </a:p>
        </p:txBody>
      </p:sp>
      <p:grpSp>
        <p:nvGrpSpPr>
          <p:cNvPr id="257" name="Group 256">
            <a:extLst>
              <a:ext uri="{FF2B5EF4-FFF2-40B4-BE49-F238E27FC236}">
                <a16:creationId xmlns:a16="http://schemas.microsoft.com/office/drawing/2014/main" id="{3AB9F3D3-83B1-848A-203A-303C6599DBE1}"/>
              </a:ext>
            </a:extLst>
          </p:cNvPr>
          <p:cNvGrpSpPr/>
          <p:nvPr/>
        </p:nvGrpSpPr>
        <p:grpSpPr>
          <a:xfrm>
            <a:off x="543993" y="1278445"/>
            <a:ext cx="1988691" cy="1383576"/>
            <a:chOff x="4959152" y="4727414"/>
            <a:chExt cx="1988691" cy="1383576"/>
          </a:xfrm>
        </p:grpSpPr>
        <p:grpSp>
          <p:nvGrpSpPr>
            <p:cNvPr id="258" name="Group 257">
              <a:extLst>
                <a:ext uri="{FF2B5EF4-FFF2-40B4-BE49-F238E27FC236}">
                  <a16:creationId xmlns:a16="http://schemas.microsoft.com/office/drawing/2014/main" id="{14468B98-FC04-44D9-1DB6-910AC750E08C}"/>
                </a:ext>
              </a:extLst>
            </p:cNvPr>
            <p:cNvGrpSpPr/>
            <p:nvPr/>
          </p:nvGrpSpPr>
          <p:grpSpPr>
            <a:xfrm>
              <a:off x="4959152" y="4727414"/>
              <a:ext cx="1988691" cy="1316816"/>
              <a:chOff x="4768207" y="3215212"/>
              <a:chExt cx="1988691" cy="1316816"/>
            </a:xfrm>
          </p:grpSpPr>
          <p:grpSp>
            <p:nvGrpSpPr>
              <p:cNvPr id="260" name="Group 259">
                <a:extLst>
                  <a:ext uri="{FF2B5EF4-FFF2-40B4-BE49-F238E27FC236}">
                    <a16:creationId xmlns:a16="http://schemas.microsoft.com/office/drawing/2014/main" id="{1572A610-8687-805C-D4E7-A9AC3B1A94A3}"/>
                  </a:ext>
                </a:extLst>
              </p:cNvPr>
              <p:cNvGrpSpPr/>
              <p:nvPr/>
            </p:nvGrpSpPr>
            <p:grpSpPr>
              <a:xfrm>
                <a:off x="4768207" y="3215212"/>
                <a:ext cx="1988691" cy="1316816"/>
                <a:chOff x="6139542" y="58284"/>
                <a:chExt cx="1988691" cy="1316816"/>
              </a:xfrm>
            </p:grpSpPr>
            <p:sp>
              <p:nvSpPr>
                <p:cNvPr id="264" name="Rectangle 263">
                  <a:extLst>
                    <a:ext uri="{FF2B5EF4-FFF2-40B4-BE49-F238E27FC236}">
                      <a16:creationId xmlns:a16="http://schemas.microsoft.com/office/drawing/2014/main" id="{032514FA-EE24-A21A-4926-789FC868277E}"/>
                    </a:ext>
                  </a:extLst>
                </p:cNvPr>
                <p:cNvSpPr/>
                <p:nvPr/>
              </p:nvSpPr>
              <p:spPr>
                <a:xfrm>
                  <a:off x="6236556" y="149580"/>
                  <a:ext cx="1791009" cy="562183"/>
                </a:xfrm>
                <a:prstGeom prst="rect">
                  <a:avLst/>
                </a:prstGeom>
                <a:solidFill>
                  <a:schemeClr val="tx1">
                    <a:lumMod val="95000"/>
                  </a:schemeClr>
                </a:solidFill>
                <a:ln w="28575">
                  <a:solidFill>
                    <a:schemeClr val="tx1">
                      <a:lumMod val="50000"/>
                    </a:schemeClr>
                  </a:solidFill>
                  <a:prstDash val="solid"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lIns="144000" tIns="144000" rIns="144000" bIns="144000" anchor="ctr"/>
                <a:lstStyle/>
                <a:p>
                  <a:r>
                    <a:rPr lang="en-GB" sz="3200" baseline="-9000" dirty="0">
                      <a:solidFill>
                        <a:schemeClr val="bg2">
                          <a:lumMod val="40000"/>
                          <a:lumOff val="60000"/>
                        </a:schemeClr>
                      </a:solidFill>
                      <a:effectLst>
                        <a:glow>
                          <a:schemeClr val="bg1"/>
                        </a:glow>
                      </a:effectLst>
                    </a:rPr>
                    <a:t>🧑‍🦰</a:t>
                  </a:r>
                  <a:r>
                    <a:rPr lang="en-GB" sz="2400" dirty="0">
                      <a:solidFill>
                        <a:sysClr val="windowText" lastClr="000000"/>
                      </a:solidFill>
                      <a:latin typeface="+mj-lt"/>
                      <a:cs typeface="Arial" panose="020B0604020202020204" pitchFamily="34" charset="0"/>
                    </a:rPr>
                    <a:t> Wallet</a:t>
                  </a:r>
                </a:p>
              </p:txBody>
            </p:sp>
            <p:sp>
              <p:nvSpPr>
                <p:cNvPr id="265" name="Rectangle 264">
                  <a:extLst>
                    <a:ext uri="{FF2B5EF4-FFF2-40B4-BE49-F238E27FC236}">
                      <a16:creationId xmlns:a16="http://schemas.microsoft.com/office/drawing/2014/main" id="{289C785C-35C6-6EFB-A1A0-2AD9B48E8CC5}"/>
                    </a:ext>
                  </a:extLst>
                </p:cNvPr>
                <p:cNvSpPr/>
                <p:nvPr/>
              </p:nvSpPr>
              <p:spPr>
                <a:xfrm>
                  <a:off x="6139542" y="58284"/>
                  <a:ext cx="1988691" cy="1316816"/>
                </a:xfrm>
                <a:prstGeom prst="rect">
                  <a:avLst/>
                </a:prstGeom>
                <a:noFill/>
                <a:ln w="12700">
                  <a:solidFill>
                    <a:srgbClr val="5A6B86"/>
                  </a:solidFill>
                  <a:prstDash val="dash"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tIns="36000"/>
                <a:lstStyle/>
                <a:p>
                  <a:pPr eaLnBrk="1" fontAlgn="auto" hangingPunct="1">
                    <a:spcBef>
                      <a:spcPts val="0"/>
                    </a:spcBef>
                    <a:spcAft>
                      <a:spcPts val="0"/>
                    </a:spcAft>
                    <a:defRPr/>
                  </a:pPr>
                  <a:endParaRPr lang="en-US" sz="2000" i="1" dirty="0">
                    <a:solidFill>
                      <a:schemeClr val="bg2">
                        <a:lumMod val="40000"/>
                        <a:lumOff val="60000"/>
                      </a:schemeClr>
                    </a:solidFill>
                    <a:effectLst>
                      <a:glow>
                        <a:schemeClr val="bg1"/>
                      </a:glow>
                    </a:effectLst>
                  </a:endParaRPr>
                </a:p>
              </p:txBody>
            </p:sp>
          </p:grpSp>
          <p:sp>
            <p:nvSpPr>
              <p:cNvPr id="261" name="Rectangle 260">
                <a:extLst>
                  <a:ext uri="{FF2B5EF4-FFF2-40B4-BE49-F238E27FC236}">
                    <a16:creationId xmlns:a16="http://schemas.microsoft.com/office/drawing/2014/main" id="{E318C3DB-E2F5-E941-9198-E1E8277306A0}"/>
                  </a:ext>
                </a:extLst>
              </p:cNvPr>
              <p:cNvSpPr/>
              <p:nvPr/>
            </p:nvSpPr>
            <p:spPr>
              <a:xfrm>
                <a:off x="5501604" y="3951814"/>
                <a:ext cx="530040" cy="482053"/>
              </a:xfrm>
              <a:prstGeom prst="rect">
                <a:avLst/>
              </a:prstGeom>
              <a:solidFill>
                <a:schemeClr val="tx1">
                  <a:lumMod val="95000"/>
                </a:schemeClr>
              </a:solidFill>
              <a:ln w="28575">
                <a:solidFill>
                  <a:schemeClr val="tx1">
                    <a:lumMod val="50000"/>
                  </a:schemeClr>
                </a:solidFill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144000" tIns="144000" rIns="144000" bIns="144000" anchor="ctr"/>
              <a:lstStyle/>
              <a:p>
                <a:pPr>
                  <a:lnSpc>
                    <a:spcPts val="1500"/>
                  </a:lnSpc>
                  <a:defRPr/>
                </a:pPr>
                <a:r>
                  <a:rPr lang="en-GB" sz="3200" baseline="-9000" dirty="0">
                    <a:solidFill>
                      <a:schemeClr val="bg2">
                        <a:lumMod val="40000"/>
                        <a:lumOff val="60000"/>
                      </a:schemeClr>
                    </a:solidFill>
                    <a:effectLst>
                      <a:glow>
                        <a:schemeClr val="bg1"/>
                      </a:glow>
                    </a:effectLst>
                  </a:rPr>
                  <a:t> 📣</a:t>
                </a:r>
                <a:endParaRPr lang="en-GB" sz="2400" dirty="0">
                  <a:solidFill>
                    <a:sysClr val="windowText" lastClr="000000"/>
                  </a:solidFill>
                  <a:latin typeface="+mj-lt"/>
                  <a:cs typeface="Arial" panose="020B0604020202020204" pitchFamily="34" charset="0"/>
                </a:endParaRPr>
              </a:p>
            </p:txBody>
          </p:sp>
          <p:sp>
            <p:nvSpPr>
              <p:cNvPr id="262" name="Rectangle 261">
                <a:extLst>
                  <a:ext uri="{FF2B5EF4-FFF2-40B4-BE49-F238E27FC236}">
                    <a16:creationId xmlns:a16="http://schemas.microsoft.com/office/drawing/2014/main" id="{B6D2F34F-A0B3-AE1D-0462-D26464805701}"/>
                  </a:ext>
                </a:extLst>
              </p:cNvPr>
              <p:cNvSpPr/>
              <p:nvPr/>
            </p:nvSpPr>
            <p:spPr>
              <a:xfrm>
                <a:off x="6133877" y="3951813"/>
                <a:ext cx="530040" cy="482053"/>
              </a:xfrm>
              <a:prstGeom prst="rect">
                <a:avLst/>
              </a:prstGeom>
              <a:solidFill>
                <a:schemeClr val="tx1">
                  <a:lumMod val="95000"/>
                </a:schemeClr>
              </a:solidFill>
              <a:ln w="28575">
                <a:solidFill>
                  <a:schemeClr val="tx1">
                    <a:lumMod val="50000"/>
                  </a:schemeClr>
                </a:solidFill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144000" tIns="144000" rIns="144000" bIns="144000" anchor="ctr"/>
              <a:lstStyle/>
              <a:p>
                <a:pPr>
                  <a:lnSpc>
                    <a:spcPts val="1500"/>
                  </a:lnSpc>
                  <a:defRPr/>
                </a:pPr>
                <a:r>
                  <a:rPr lang="en-GB" sz="3200" baseline="-9000" dirty="0">
                    <a:solidFill>
                      <a:schemeClr val="bg2">
                        <a:lumMod val="40000"/>
                        <a:lumOff val="60000"/>
                      </a:schemeClr>
                    </a:solidFill>
                    <a:effectLst>
                      <a:glow>
                        <a:schemeClr val="bg1"/>
                      </a:glow>
                    </a:effectLst>
                  </a:rPr>
                  <a:t> </a:t>
                </a:r>
                <a:r>
                  <a:rPr lang="en-GB" sz="3200" baseline="-10000" dirty="0"/>
                  <a:t>📱</a:t>
                </a:r>
                <a:endParaRPr lang="en-GB" sz="2400" dirty="0">
                  <a:solidFill>
                    <a:sysClr val="windowText" lastClr="000000"/>
                  </a:solidFill>
                  <a:latin typeface="+mj-lt"/>
                  <a:cs typeface="Arial" panose="020B0604020202020204" pitchFamily="34" charset="0"/>
                </a:endParaRPr>
              </a:p>
            </p:txBody>
          </p:sp>
          <p:sp>
            <p:nvSpPr>
              <p:cNvPr id="263" name="Rectangle 262">
                <a:extLst>
                  <a:ext uri="{FF2B5EF4-FFF2-40B4-BE49-F238E27FC236}">
                    <a16:creationId xmlns:a16="http://schemas.microsoft.com/office/drawing/2014/main" id="{C66F29A9-9701-EB3D-CD95-D4ED89D7389B}"/>
                  </a:ext>
                </a:extLst>
              </p:cNvPr>
              <p:cNvSpPr/>
              <p:nvPr/>
            </p:nvSpPr>
            <p:spPr>
              <a:xfrm>
                <a:off x="4861649" y="3951814"/>
                <a:ext cx="530040" cy="482053"/>
              </a:xfrm>
              <a:prstGeom prst="rect">
                <a:avLst/>
              </a:prstGeom>
              <a:solidFill>
                <a:schemeClr val="tx1">
                  <a:lumMod val="95000"/>
                </a:schemeClr>
              </a:solidFill>
              <a:ln w="28575">
                <a:solidFill>
                  <a:schemeClr val="tx1">
                    <a:lumMod val="50000"/>
                  </a:schemeClr>
                </a:solidFill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144000" tIns="144000" rIns="144000" bIns="144000" anchor="ctr"/>
              <a:lstStyle/>
              <a:p>
                <a:pPr>
                  <a:lnSpc>
                    <a:spcPts val="1500"/>
                  </a:lnSpc>
                  <a:defRPr/>
                </a:pPr>
                <a:r>
                  <a:rPr lang="en-GB" sz="3200" baseline="-9000" dirty="0">
                    <a:solidFill>
                      <a:schemeClr val="bg2">
                        <a:lumMod val="40000"/>
                        <a:lumOff val="60000"/>
                      </a:schemeClr>
                    </a:solidFill>
                    <a:effectLst>
                      <a:glow>
                        <a:schemeClr val="bg1"/>
                      </a:glow>
                    </a:effectLst>
                  </a:rPr>
                  <a:t>  </a:t>
                </a:r>
                <a:endParaRPr lang="en-GB" sz="2400" dirty="0">
                  <a:solidFill>
                    <a:sysClr val="windowText" lastClr="000000"/>
                  </a:solidFill>
                  <a:latin typeface="+mj-lt"/>
                  <a:cs typeface="Arial" panose="020B0604020202020204" pitchFamily="34" charset="0"/>
                </a:endParaRPr>
              </a:p>
            </p:txBody>
          </p:sp>
        </p:grpSp>
        <p:sp>
          <p:nvSpPr>
            <p:cNvPr id="259" name="TextBox 258">
              <a:extLst>
                <a:ext uri="{FF2B5EF4-FFF2-40B4-BE49-F238E27FC236}">
                  <a16:creationId xmlns:a16="http://schemas.microsoft.com/office/drawing/2014/main" id="{8E468CA7-12F2-0C31-73B3-6F4D798C5D17}"/>
                </a:ext>
              </a:extLst>
            </p:cNvPr>
            <p:cNvSpPr txBox="1"/>
            <p:nvPr/>
          </p:nvSpPr>
          <p:spPr>
            <a:xfrm>
              <a:off x="5016883" y="5341549"/>
              <a:ext cx="502683" cy="769441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GB" sz="4400" baseline="-9000" dirty="0">
                  <a:solidFill>
                    <a:schemeClr val="bg2">
                      <a:lumMod val="40000"/>
                      <a:lumOff val="60000"/>
                    </a:schemeClr>
                  </a:solidFill>
                  <a:effectLst>
                    <a:glow>
                      <a:schemeClr val="bg1"/>
                    </a:glow>
                  </a:effectLst>
                </a:rPr>
                <a:t>🤵</a:t>
              </a:r>
              <a:endParaRPr lang="en-US" sz="4400" dirty="0"/>
            </a:p>
          </p:txBody>
        </p:sp>
      </p:grpSp>
      <p:grpSp>
        <p:nvGrpSpPr>
          <p:cNvPr id="5" name="Group 4">
            <a:extLst>
              <a:ext uri="{FF2B5EF4-FFF2-40B4-BE49-F238E27FC236}">
                <a16:creationId xmlns:a16="http://schemas.microsoft.com/office/drawing/2014/main" id="{A3088C9D-03EA-4C77-EB2E-F123FA5EBF29}"/>
              </a:ext>
            </a:extLst>
          </p:cNvPr>
          <p:cNvGrpSpPr/>
          <p:nvPr/>
        </p:nvGrpSpPr>
        <p:grpSpPr>
          <a:xfrm>
            <a:off x="5726633" y="497007"/>
            <a:ext cx="2060685" cy="560061"/>
            <a:chOff x="4951945" y="3423309"/>
            <a:chExt cx="2060685" cy="560061"/>
          </a:xfrm>
        </p:grpSpPr>
        <p:sp>
          <p:nvSpPr>
            <p:cNvPr id="3" name="Rectangle 2">
              <a:extLst>
                <a:ext uri="{FF2B5EF4-FFF2-40B4-BE49-F238E27FC236}">
                  <a16:creationId xmlns:a16="http://schemas.microsoft.com/office/drawing/2014/main" id="{F8CE400C-8396-81C0-5C6D-C292019DF5A8}"/>
                </a:ext>
              </a:extLst>
            </p:cNvPr>
            <p:cNvSpPr/>
            <p:nvPr/>
          </p:nvSpPr>
          <p:spPr>
            <a:xfrm>
              <a:off x="4951945" y="3423309"/>
              <a:ext cx="2060685" cy="560061"/>
            </a:xfrm>
            <a:prstGeom prst="rect">
              <a:avLst/>
            </a:prstGeom>
            <a:solidFill>
              <a:schemeClr val="bg1"/>
            </a:solidFill>
            <a:ln w="28575">
              <a:solidFill>
                <a:schemeClr val="tx1">
                  <a:lumMod val="50000"/>
                </a:schemeClr>
              </a:solidFill>
              <a:prstDash val="solid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44000" tIns="108000" rIns="144000" bIns="144000" anchor="ctr"/>
            <a:lstStyle/>
            <a:p>
              <a:endParaRPr lang="en-US" sz="3200" baseline="-9000" dirty="0">
                <a:solidFill>
                  <a:schemeClr val="bg2">
                    <a:lumMod val="40000"/>
                    <a:lumOff val="60000"/>
                  </a:schemeClr>
                </a:solidFill>
                <a:effectLst>
                  <a:glow>
                    <a:schemeClr val="bg1"/>
                  </a:glow>
                </a:effectLst>
              </a:endParaRPr>
            </a:p>
          </p:txBody>
        </p:sp>
        <p:sp>
          <p:nvSpPr>
            <p:cNvPr id="4" name="TextBox 3">
              <a:extLst>
                <a:ext uri="{FF2B5EF4-FFF2-40B4-BE49-F238E27FC236}">
                  <a16:creationId xmlns:a16="http://schemas.microsoft.com/office/drawing/2014/main" id="{7ECBB99F-F4FC-6E42-A1F3-A3D51674EC3A}"/>
                </a:ext>
              </a:extLst>
            </p:cNvPr>
            <p:cNvSpPr txBox="1"/>
            <p:nvPr/>
          </p:nvSpPr>
          <p:spPr>
            <a:xfrm>
              <a:off x="5001539" y="3491756"/>
              <a:ext cx="1560435" cy="461665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GB" sz="3200" baseline="-9000" noProof="1">
                  <a:solidFill>
                    <a:schemeClr val="bg2">
                      <a:lumMod val="40000"/>
                      <a:lumOff val="60000"/>
                    </a:schemeClr>
                  </a:solidFill>
                  <a:effectLst>
                    <a:glow>
                      <a:schemeClr val="bg1"/>
                    </a:glow>
                  </a:effectLst>
                </a:rPr>
                <a:t>🛜</a:t>
              </a:r>
              <a:r>
                <a:rPr lang="en-GB" sz="2000" noProof="1"/>
                <a:t> </a:t>
              </a:r>
              <a:r>
                <a:rPr lang="en-GB" sz="2400" noProof="1"/>
                <a:t>Wi-Fier</a:t>
              </a:r>
              <a:endParaRPr lang="en-GB" sz="2000" noProof="1"/>
            </a:p>
          </p:txBody>
        </p:sp>
      </p:grpSp>
      <p:cxnSp>
        <p:nvCxnSpPr>
          <p:cNvPr id="32" name="Straight Arrow Connector 44">
            <a:extLst>
              <a:ext uri="{FF2B5EF4-FFF2-40B4-BE49-F238E27FC236}">
                <a16:creationId xmlns:a16="http://schemas.microsoft.com/office/drawing/2014/main" id="{BD148391-F78F-B62F-43C4-E9F27559F124}"/>
              </a:ext>
            </a:extLst>
          </p:cNvPr>
          <p:cNvCxnSpPr>
            <a:cxnSpLocks/>
            <a:stCxn id="265" idx="0"/>
            <a:endCxn id="3" idx="1"/>
          </p:cNvCxnSpPr>
          <p:nvPr/>
        </p:nvCxnSpPr>
        <p:spPr>
          <a:xfrm rot="5400000" flipH="1" flipV="1">
            <a:off x="3381783" y="-1066405"/>
            <a:ext cx="501407" cy="4188294"/>
          </a:xfrm>
          <a:prstGeom prst="bentConnector2">
            <a:avLst/>
          </a:prstGeom>
          <a:ln>
            <a:solidFill>
              <a:schemeClr val="tx1"/>
            </a:solidFill>
            <a:prstDash val="solid"/>
            <a:tailEnd type="triangle" w="lg" len="lg"/>
          </a:ln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cxnSp>
        <p:nvCxnSpPr>
          <p:cNvPr id="36" name="Straight Arrow Connector 44">
            <a:extLst>
              <a:ext uri="{FF2B5EF4-FFF2-40B4-BE49-F238E27FC236}">
                <a16:creationId xmlns:a16="http://schemas.microsoft.com/office/drawing/2014/main" id="{900246E4-02FF-7092-AA91-45CD0AA4C87F}"/>
              </a:ext>
            </a:extLst>
          </p:cNvPr>
          <p:cNvCxnSpPr>
            <a:cxnSpLocks/>
            <a:stCxn id="265" idx="3"/>
            <a:endCxn id="141" idx="1"/>
          </p:cNvCxnSpPr>
          <p:nvPr/>
        </p:nvCxnSpPr>
        <p:spPr>
          <a:xfrm>
            <a:off x="2532684" y="1936853"/>
            <a:ext cx="3189342" cy="1521"/>
          </a:xfrm>
          <a:prstGeom prst="straightConnector1">
            <a:avLst/>
          </a:prstGeom>
          <a:ln>
            <a:solidFill>
              <a:schemeClr val="tx1"/>
            </a:solidFill>
            <a:prstDash val="solid"/>
            <a:tailEnd type="triangle" w="lg" len="lg"/>
          </a:ln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cxnSp>
        <p:nvCxnSpPr>
          <p:cNvPr id="39" name="Straight Arrow Connector 44">
            <a:extLst>
              <a:ext uri="{FF2B5EF4-FFF2-40B4-BE49-F238E27FC236}">
                <a16:creationId xmlns:a16="http://schemas.microsoft.com/office/drawing/2014/main" id="{81253269-0CBE-BC1F-14A9-A69A024BE5B5}"/>
              </a:ext>
            </a:extLst>
          </p:cNvPr>
          <p:cNvCxnSpPr>
            <a:cxnSpLocks/>
          </p:cNvCxnSpPr>
          <p:nvPr/>
        </p:nvCxnSpPr>
        <p:spPr>
          <a:xfrm flipV="1">
            <a:off x="6013528" y="1057068"/>
            <a:ext cx="2304" cy="598093"/>
          </a:xfrm>
          <a:prstGeom prst="straightConnector1">
            <a:avLst/>
          </a:prstGeom>
          <a:ln>
            <a:solidFill>
              <a:schemeClr val="tx1"/>
            </a:solidFill>
            <a:prstDash val="solid"/>
            <a:tailEnd type="triangle" w="lg" len="lg"/>
          </a:ln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sp>
        <p:nvSpPr>
          <p:cNvPr id="43" name="Rectangle 42">
            <a:extLst>
              <a:ext uri="{FF2B5EF4-FFF2-40B4-BE49-F238E27FC236}">
                <a16:creationId xmlns:a16="http://schemas.microsoft.com/office/drawing/2014/main" id="{7DFE9981-A6F8-1B89-7ABC-6A13FFB388B1}"/>
              </a:ext>
            </a:extLst>
          </p:cNvPr>
          <p:cNvSpPr/>
          <p:nvPr/>
        </p:nvSpPr>
        <p:spPr>
          <a:xfrm>
            <a:off x="5722026" y="2846367"/>
            <a:ext cx="2065292" cy="566426"/>
          </a:xfrm>
          <a:prstGeom prst="rect">
            <a:avLst/>
          </a:prstGeom>
          <a:solidFill>
            <a:schemeClr val="bg1"/>
          </a:solidFill>
          <a:ln w="28575">
            <a:solidFill>
              <a:schemeClr val="tx1">
                <a:lumMod val="50000"/>
              </a:schemeClr>
            </a:solidFill>
            <a:prstDash val="soli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44000" tIns="144000" rIns="144000" bIns="144000" anchor="ctr"/>
          <a:lstStyle/>
          <a:p>
            <a:r>
              <a:rPr lang="en-GB" sz="3200" baseline="-9000" dirty="0">
                <a:solidFill>
                  <a:schemeClr val="bg2">
                    <a:lumMod val="40000"/>
                    <a:lumOff val="60000"/>
                  </a:schemeClr>
                </a:solidFill>
                <a:effectLst>
                  <a:glow>
                    <a:schemeClr val="bg1"/>
                  </a:glow>
                </a:effectLst>
              </a:rPr>
              <a:t>🔌 </a:t>
            </a:r>
            <a:r>
              <a:rPr lang="en-GB" sz="2400" dirty="0">
                <a:solidFill>
                  <a:schemeClr val="tx1"/>
                </a:solidFill>
                <a:effectLst>
                  <a:glow>
                    <a:schemeClr val="bg1"/>
                  </a:glow>
                </a:effectLst>
                <a:latin typeface="+mj-lt"/>
                <a:cs typeface="Arial" panose="020B0604020202020204" pitchFamily="34" charset="0"/>
              </a:rPr>
              <a:t>Pluggable</a:t>
            </a:r>
          </a:p>
        </p:txBody>
      </p:sp>
      <p:cxnSp>
        <p:nvCxnSpPr>
          <p:cNvPr id="49" name="Straight Arrow Connector 44">
            <a:extLst>
              <a:ext uri="{FF2B5EF4-FFF2-40B4-BE49-F238E27FC236}">
                <a16:creationId xmlns:a16="http://schemas.microsoft.com/office/drawing/2014/main" id="{51101AF8-AE1F-E522-F16A-1FF29F6D3973}"/>
              </a:ext>
            </a:extLst>
          </p:cNvPr>
          <p:cNvCxnSpPr>
            <a:cxnSpLocks/>
          </p:cNvCxnSpPr>
          <p:nvPr/>
        </p:nvCxnSpPr>
        <p:spPr>
          <a:xfrm flipV="1">
            <a:off x="6013528" y="2221587"/>
            <a:ext cx="0" cy="624780"/>
          </a:xfrm>
          <a:prstGeom prst="straightConnector1">
            <a:avLst/>
          </a:prstGeom>
          <a:ln>
            <a:solidFill>
              <a:schemeClr val="tx1"/>
            </a:solidFill>
            <a:prstDash val="solid"/>
            <a:tailEnd type="triangle" w="lg" len="lg"/>
          </a:ln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sp>
        <p:nvSpPr>
          <p:cNvPr id="54" name="Rectangle 53">
            <a:extLst>
              <a:ext uri="{FF2B5EF4-FFF2-40B4-BE49-F238E27FC236}">
                <a16:creationId xmlns:a16="http://schemas.microsoft.com/office/drawing/2014/main" id="{666CF994-1530-2E0C-1374-2AA315BDD31F}"/>
              </a:ext>
            </a:extLst>
          </p:cNvPr>
          <p:cNvSpPr/>
          <p:nvPr/>
        </p:nvSpPr>
        <p:spPr>
          <a:xfrm>
            <a:off x="10102708" y="1651266"/>
            <a:ext cx="1735047" cy="566426"/>
          </a:xfrm>
          <a:prstGeom prst="rect">
            <a:avLst/>
          </a:prstGeom>
          <a:solidFill>
            <a:schemeClr val="tx1">
              <a:lumMod val="95000"/>
            </a:schemeClr>
          </a:solidFill>
          <a:ln w="28575">
            <a:solidFill>
              <a:schemeClr val="tx1">
                <a:lumMod val="50000"/>
              </a:schemeClr>
            </a:solidFill>
            <a:prstDash val="soli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44000" tIns="144000" rIns="144000" bIns="144000" anchor="ctr"/>
          <a:lstStyle/>
          <a:p>
            <a:r>
              <a:rPr lang="en-GB" sz="3200" baseline="-9000" dirty="0">
                <a:solidFill>
                  <a:schemeClr val="bg2">
                    <a:lumMod val="40000"/>
                    <a:lumOff val="60000"/>
                  </a:schemeClr>
                </a:solidFill>
                <a:effectLst>
                  <a:glow>
                    <a:schemeClr val="bg1"/>
                  </a:glow>
                </a:effectLst>
              </a:rPr>
              <a:t>🛰️</a:t>
            </a:r>
            <a:r>
              <a:rPr lang="en-GB" sz="2400" dirty="0">
                <a:solidFill>
                  <a:sysClr val="windowText" lastClr="000000"/>
                </a:solidFill>
                <a:latin typeface="+mj-lt"/>
                <a:cs typeface="Arial" panose="020B0604020202020204" pitchFamily="34" charset="0"/>
              </a:rPr>
              <a:t> Relayer</a:t>
            </a:r>
            <a:endParaRPr lang="en-GB" sz="2000" dirty="0">
              <a:solidFill>
                <a:sysClr val="windowText" lastClr="000000"/>
              </a:solidFill>
              <a:latin typeface="+mj-lt"/>
              <a:cs typeface="Arial" panose="020B0604020202020204" pitchFamily="34" charset="0"/>
            </a:endParaRPr>
          </a:p>
        </p:txBody>
      </p:sp>
      <p:cxnSp>
        <p:nvCxnSpPr>
          <p:cNvPr id="55" name="Straight Arrow Connector 44">
            <a:extLst>
              <a:ext uri="{FF2B5EF4-FFF2-40B4-BE49-F238E27FC236}">
                <a16:creationId xmlns:a16="http://schemas.microsoft.com/office/drawing/2014/main" id="{C8778C82-1278-FADA-24D5-77EF47DC1E93}"/>
              </a:ext>
            </a:extLst>
          </p:cNvPr>
          <p:cNvCxnSpPr>
            <a:cxnSpLocks/>
            <a:stCxn id="3" idx="3"/>
            <a:endCxn id="54" idx="0"/>
          </p:cNvCxnSpPr>
          <p:nvPr/>
        </p:nvCxnSpPr>
        <p:spPr>
          <a:xfrm>
            <a:off x="7787318" y="777038"/>
            <a:ext cx="3182914" cy="874228"/>
          </a:xfrm>
          <a:prstGeom prst="bentConnector2">
            <a:avLst/>
          </a:prstGeom>
          <a:ln>
            <a:solidFill>
              <a:schemeClr val="tx1"/>
            </a:solidFill>
            <a:prstDash val="solid"/>
            <a:tailEnd type="triangle" w="lg" len="lg"/>
          </a:ln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sp>
        <p:nvSpPr>
          <p:cNvPr id="59" name="TextBox 58">
            <a:extLst>
              <a:ext uri="{FF2B5EF4-FFF2-40B4-BE49-F238E27FC236}">
                <a16:creationId xmlns:a16="http://schemas.microsoft.com/office/drawing/2014/main" id="{ABA51864-07F9-BD4D-9067-021F83DE0DCE}"/>
              </a:ext>
            </a:extLst>
          </p:cNvPr>
          <p:cNvSpPr txBox="1"/>
          <p:nvPr/>
        </p:nvSpPr>
        <p:spPr>
          <a:xfrm>
            <a:off x="6135676" y="1143853"/>
            <a:ext cx="1559147" cy="4206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sz="2000" i="1" dirty="0">
                <a:solidFill>
                  <a:schemeClr val="bg2">
                    <a:lumMod val="40000"/>
                    <a:lumOff val="60000"/>
                  </a:schemeClr>
                </a:solidFill>
                <a:effectLst>
                  <a:glow>
                    <a:schemeClr val="bg1"/>
                  </a:glow>
                </a:effectLst>
              </a:rPr>
              <a:t>plug</a:t>
            </a:r>
            <a:r>
              <a:rPr lang="en-GB" sz="3200" baseline="-11000" dirty="0">
                <a:solidFill>
                  <a:schemeClr val="bg2">
                    <a:lumMod val="40000"/>
                    <a:lumOff val="60000"/>
                  </a:schemeClr>
                </a:solidFill>
                <a:effectLst>
                  <a:glow>
                    <a:schemeClr val="bg1"/>
                  </a:glow>
                </a:effectLst>
              </a:rPr>
              <a:t> </a:t>
            </a:r>
            <a:r>
              <a:rPr lang="en-GB" sz="3200" baseline="-9000" dirty="0">
                <a:solidFill>
                  <a:schemeClr val="bg2">
                    <a:lumMod val="40000"/>
                    <a:lumOff val="60000"/>
                  </a:schemeClr>
                </a:solidFill>
                <a:effectLst>
                  <a:glow>
                    <a:schemeClr val="bg1"/>
                  </a:glow>
                </a:effectLst>
              </a:rPr>
              <a:t>🔌</a:t>
            </a:r>
          </a:p>
        </p:txBody>
      </p:sp>
      <p:cxnSp>
        <p:nvCxnSpPr>
          <p:cNvPr id="60" name="Straight Arrow Connector 44">
            <a:extLst>
              <a:ext uri="{FF2B5EF4-FFF2-40B4-BE49-F238E27FC236}">
                <a16:creationId xmlns:a16="http://schemas.microsoft.com/office/drawing/2014/main" id="{CA72D9B8-E70D-C4CB-054B-6A5DC2859225}"/>
              </a:ext>
            </a:extLst>
          </p:cNvPr>
          <p:cNvCxnSpPr>
            <a:cxnSpLocks/>
            <a:stCxn id="141" idx="3"/>
            <a:endCxn id="54" idx="1"/>
          </p:cNvCxnSpPr>
          <p:nvPr/>
        </p:nvCxnSpPr>
        <p:spPr>
          <a:xfrm flipV="1">
            <a:off x="7787318" y="1934479"/>
            <a:ext cx="2315390" cy="3895"/>
          </a:xfrm>
          <a:prstGeom prst="straightConnector1">
            <a:avLst/>
          </a:prstGeom>
          <a:ln>
            <a:solidFill>
              <a:schemeClr val="accent4"/>
            </a:solidFill>
            <a:prstDash val="dash"/>
            <a:headEnd type="triangle" w="lg" len="lg"/>
            <a:tailEnd type="triangle" w="lg" len="lg"/>
          </a:ln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cxnSp>
        <p:nvCxnSpPr>
          <p:cNvPr id="70" name="Straight Arrow Connector 44">
            <a:extLst>
              <a:ext uri="{FF2B5EF4-FFF2-40B4-BE49-F238E27FC236}">
                <a16:creationId xmlns:a16="http://schemas.microsoft.com/office/drawing/2014/main" id="{E5555833-77CD-2905-2427-040CE9B29165}"/>
              </a:ext>
            </a:extLst>
          </p:cNvPr>
          <p:cNvCxnSpPr>
            <a:cxnSpLocks/>
            <a:stCxn id="265" idx="2"/>
            <a:endCxn id="54" idx="2"/>
          </p:cNvCxnSpPr>
          <p:nvPr/>
        </p:nvCxnSpPr>
        <p:spPr>
          <a:xfrm rot="5400000" flipH="1" flipV="1">
            <a:off x="6065500" y="-2309470"/>
            <a:ext cx="377569" cy="9431893"/>
          </a:xfrm>
          <a:prstGeom prst="bentConnector3">
            <a:avLst>
              <a:gd name="adj1" fmla="val -743750"/>
            </a:avLst>
          </a:prstGeom>
          <a:ln>
            <a:solidFill>
              <a:schemeClr val="tx1"/>
            </a:solidFill>
            <a:prstDash val="solid"/>
            <a:tailEnd type="triangle" w="lg" len="lg"/>
          </a:ln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sp>
        <p:nvSpPr>
          <p:cNvPr id="77" name="TextBox 76">
            <a:extLst>
              <a:ext uri="{FF2B5EF4-FFF2-40B4-BE49-F238E27FC236}">
                <a16:creationId xmlns:a16="http://schemas.microsoft.com/office/drawing/2014/main" id="{54ED8CC5-FF4F-00D9-E265-4A6E44B146ED}"/>
              </a:ext>
            </a:extLst>
          </p:cNvPr>
          <p:cNvSpPr txBox="1"/>
          <p:nvPr/>
        </p:nvSpPr>
        <p:spPr>
          <a:xfrm>
            <a:off x="6141350" y="2323663"/>
            <a:ext cx="1559147" cy="4206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sz="2000" i="1" dirty="0">
                <a:solidFill>
                  <a:schemeClr val="bg2">
                    <a:lumMod val="40000"/>
                    <a:lumOff val="60000"/>
                  </a:schemeClr>
                </a:solidFill>
                <a:effectLst>
                  <a:glow>
                    <a:schemeClr val="bg1"/>
                  </a:glow>
                </a:effectLst>
              </a:rPr>
              <a:t>plug</a:t>
            </a:r>
            <a:r>
              <a:rPr lang="en-GB" sz="3200" baseline="-11000" dirty="0">
                <a:solidFill>
                  <a:schemeClr val="bg2">
                    <a:lumMod val="40000"/>
                    <a:lumOff val="60000"/>
                  </a:schemeClr>
                </a:solidFill>
                <a:effectLst>
                  <a:glow>
                    <a:schemeClr val="bg1"/>
                  </a:glow>
                </a:effectLst>
              </a:rPr>
              <a:t> </a:t>
            </a:r>
            <a:r>
              <a:rPr lang="en-GB" sz="3200" baseline="-9000" dirty="0">
                <a:solidFill>
                  <a:schemeClr val="bg2">
                    <a:lumMod val="40000"/>
                    <a:lumOff val="60000"/>
                  </a:schemeClr>
                </a:solidFill>
                <a:effectLst>
                  <a:glow>
                    <a:schemeClr val="bg1"/>
                  </a:glow>
                </a:effectLst>
              </a:rPr>
              <a:t>🔌</a:t>
            </a:r>
          </a:p>
        </p:txBody>
      </p:sp>
      <p:sp>
        <p:nvSpPr>
          <p:cNvPr id="79" name="Rectangle 78">
            <a:extLst>
              <a:ext uri="{FF2B5EF4-FFF2-40B4-BE49-F238E27FC236}">
                <a16:creationId xmlns:a16="http://schemas.microsoft.com/office/drawing/2014/main" id="{612B496F-81EC-9090-19DF-4534BD8B5725}"/>
              </a:ext>
            </a:extLst>
          </p:cNvPr>
          <p:cNvSpPr/>
          <p:nvPr/>
        </p:nvSpPr>
        <p:spPr>
          <a:xfrm>
            <a:off x="5722026" y="4178930"/>
            <a:ext cx="2065292" cy="562183"/>
          </a:xfrm>
          <a:prstGeom prst="rect">
            <a:avLst/>
          </a:prstGeom>
          <a:solidFill>
            <a:schemeClr val="tx1">
              <a:lumMod val="95000"/>
            </a:schemeClr>
          </a:solidFill>
          <a:ln w="28575">
            <a:solidFill>
              <a:schemeClr val="tx1">
                <a:lumMod val="50000"/>
              </a:schemeClr>
            </a:solidFill>
            <a:prstDash val="soli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44000" tIns="144000" rIns="144000" bIns="144000" anchor="ctr"/>
          <a:lstStyle/>
          <a:p>
            <a:r>
              <a:rPr lang="en-GB" sz="2400" dirty="0">
                <a:solidFill>
                  <a:sysClr val="windowText" lastClr="000000"/>
                </a:solidFill>
                <a:latin typeface="+mj-lt"/>
                <a:cs typeface="Arial" panose="020B0604020202020204" pitchFamily="34" charset="0"/>
              </a:rPr>
              <a:t>👥 Domain</a:t>
            </a:r>
          </a:p>
        </p:txBody>
      </p:sp>
      <p:cxnSp>
        <p:nvCxnSpPr>
          <p:cNvPr id="82" name="Straight Arrow Connector 44">
            <a:extLst>
              <a:ext uri="{FF2B5EF4-FFF2-40B4-BE49-F238E27FC236}">
                <a16:creationId xmlns:a16="http://schemas.microsoft.com/office/drawing/2014/main" id="{80847E28-BB90-AEBE-A3C4-088A07F727EB}"/>
              </a:ext>
            </a:extLst>
          </p:cNvPr>
          <p:cNvCxnSpPr>
            <a:cxnSpLocks/>
            <a:stCxn id="43" idx="2"/>
            <a:endCxn id="79" idx="0"/>
          </p:cNvCxnSpPr>
          <p:nvPr/>
        </p:nvCxnSpPr>
        <p:spPr>
          <a:xfrm>
            <a:off x="6754672" y="3412793"/>
            <a:ext cx="0" cy="766137"/>
          </a:xfrm>
          <a:prstGeom prst="straightConnector1">
            <a:avLst/>
          </a:prstGeom>
          <a:ln>
            <a:solidFill>
              <a:schemeClr val="accent4"/>
            </a:solidFill>
            <a:prstDash val="dash"/>
            <a:headEnd type="triangle" w="lg" len="lg"/>
            <a:tailEnd type="triangle" w="lg" len="lg"/>
          </a:ln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cxnSp>
        <p:nvCxnSpPr>
          <p:cNvPr id="87" name="Straight Arrow Connector 44">
            <a:extLst>
              <a:ext uri="{FF2B5EF4-FFF2-40B4-BE49-F238E27FC236}">
                <a16:creationId xmlns:a16="http://schemas.microsoft.com/office/drawing/2014/main" id="{9535C7D4-122D-E5C2-9D22-60211EFA52FF}"/>
              </a:ext>
            </a:extLst>
          </p:cNvPr>
          <p:cNvCxnSpPr>
            <a:cxnSpLocks/>
            <a:stCxn id="79" idx="1"/>
            <a:endCxn id="262" idx="2"/>
          </p:cNvCxnSpPr>
          <p:nvPr/>
        </p:nvCxnSpPr>
        <p:spPr>
          <a:xfrm rot="10800000">
            <a:off x="2174684" y="2497100"/>
            <a:ext cx="3547343" cy="1962923"/>
          </a:xfrm>
          <a:prstGeom prst="bentConnector2">
            <a:avLst/>
          </a:prstGeom>
          <a:ln>
            <a:solidFill>
              <a:schemeClr val="tx1"/>
            </a:solidFill>
            <a:prstDash val="solid"/>
            <a:tailEnd type="triangle" w="lg" len="lg"/>
          </a:ln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cxnSp>
        <p:nvCxnSpPr>
          <p:cNvPr id="90" name="Straight Arrow Connector 44">
            <a:extLst>
              <a:ext uri="{FF2B5EF4-FFF2-40B4-BE49-F238E27FC236}">
                <a16:creationId xmlns:a16="http://schemas.microsoft.com/office/drawing/2014/main" id="{F86E9786-D02D-9D1C-5411-A96C8CC2BCD2}"/>
              </a:ext>
            </a:extLst>
          </p:cNvPr>
          <p:cNvCxnSpPr>
            <a:cxnSpLocks/>
            <a:stCxn id="79" idx="3"/>
            <a:endCxn id="92" idx="2"/>
          </p:cNvCxnSpPr>
          <p:nvPr/>
        </p:nvCxnSpPr>
        <p:spPr>
          <a:xfrm flipV="1">
            <a:off x="7787318" y="2217692"/>
            <a:ext cx="2582152" cy="2242330"/>
          </a:xfrm>
          <a:prstGeom prst="bentConnector2">
            <a:avLst/>
          </a:prstGeom>
          <a:ln>
            <a:solidFill>
              <a:schemeClr val="tx1"/>
            </a:solidFill>
            <a:prstDash val="solid"/>
            <a:headEnd type="triangle" w="lg" len="lg"/>
            <a:tailEnd type="triangle" w="lg" len="lg"/>
          </a:ln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sp>
        <p:nvSpPr>
          <p:cNvPr id="92" name="TextBox 91">
            <a:extLst>
              <a:ext uri="{FF2B5EF4-FFF2-40B4-BE49-F238E27FC236}">
                <a16:creationId xmlns:a16="http://schemas.microsoft.com/office/drawing/2014/main" id="{766790B1-DE04-1DF9-2F0C-29AD9826194A}"/>
              </a:ext>
            </a:extLst>
          </p:cNvPr>
          <p:cNvSpPr txBox="1"/>
          <p:nvPr/>
        </p:nvSpPr>
        <p:spPr>
          <a:xfrm>
            <a:off x="10247642" y="1848360"/>
            <a:ext cx="243656" cy="369332"/>
          </a:xfrm>
          <a:prstGeom prst="rect">
            <a:avLst/>
          </a:prstGeom>
          <a:noFill/>
        </p:spPr>
        <p:txBody>
          <a:bodyPr wrap="none" lIns="0" rIns="0" rtlCol="0">
            <a:spAutoFit/>
          </a:bodyPr>
          <a:lstStyle/>
          <a:p>
            <a:pPr algn="l"/>
            <a:r>
              <a:rPr lang="en-US" dirty="0"/>
              <a:t>    </a:t>
            </a:r>
          </a:p>
        </p:txBody>
      </p:sp>
      <p:grpSp>
        <p:nvGrpSpPr>
          <p:cNvPr id="103" name="Group 102">
            <a:extLst>
              <a:ext uri="{FF2B5EF4-FFF2-40B4-BE49-F238E27FC236}">
                <a16:creationId xmlns:a16="http://schemas.microsoft.com/office/drawing/2014/main" id="{9571F0B3-6292-3721-B857-D9E27BBADDF9}"/>
              </a:ext>
            </a:extLst>
          </p:cNvPr>
          <p:cNvGrpSpPr/>
          <p:nvPr/>
        </p:nvGrpSpPr>
        <p:grpSpPr>
          <a:xfrm>
            <a:off x="1518371" y="310763"/>
            <a:ext cx="3850752" cy="420628"/>
            <a:chOff x="1046732" y="310763"/>
            <a:chExt cx="3850752" cy="420628"/>
          </a:xfrm>
        </p:grpSpPr>
        <p:sp>
          <p:nvSpPr>
            <p:cNvPr id="299" name="TextBox 298">
              <a:extLst>
                <a:ext uri="{FF2B5EF4-FFF2-40B4-BE49-F238E27FC236}">
                  <a16:creationId xmlns:a16="http://schemas.microsoft.com/office/drawing/2014/main" id="{1E6DBB97-A5F8-E670-564E-E2DD455335F9}"/>
                </a:ext>
              </a:extLst>
            </p:cNvPr>
            <p:cNvSpPr txBox="1"/>
            <p:nvPr/>
          </p:nvSpPr>
          <p:spPr>
            <a:xfrm>
              <a:off x="1425160" y="310763"/>
              <a:ext cx="3472324" cy="420628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GB" sz="2000" i="1" dirty="0">
                  <a:solidFill>
                    <a:schemeClr val="bg2">
                      <a:lumMod val="40000"/>
                      <a:lumOff val="60000"/>
                    </a:schemeClr>
                  </a:solidFill>
                  <a:effectLst>
                    <a:glow>
                      <a:schemeClr val="bg1"/>
                    </a:glow>
                  </a:effectLst>
                </a:rPr>
                <a:t>tap/scan to connect wi-fi </a:t>
              </a:r>
              <a:r>
                <a:rPr lang="en-GB" sz="3200" baseline="-17000" dirty="0">
                  <a:solidFill>
                    <a:schemeClr val="bg2">
                      <a:lumMod val="40000"/>
                      <a:lumOff val="60000"/>
                    </a:schemeClr>
                  </a:solidFill>
                  <a:effectLst>
                    <a:glow>
                      <a:schemeClr val="bg1"/>
                    </a:glow>
                  </a:effectLst>
                </a:rPr>
                <a:t>🔆</a:t>
              </a:r>
              <a:endParaRPr lang="en-GB" sz="3200" baseline="-9000" dirty="0">
                <a:solidFill>
                  <a:schemeClr val="bg2">
                    <a:lumMod val="40000"/>
                    <a:lumOff val="60000"/>
                  </a:schemeClr>
                </a:solidFill>
                <a:effectLst>
                  <a:glow>
                    <a:schemeClr val="bg1"/>
                  </a:glow>
                </a:effectLst>
              </a:endParaRPr>
            </a:p>
          </p:txBody>
        </p:sp>
        <p:sp>
          <p:nvSpPr>
            <p:cNvPr id="101" name="Rounded Rectangle 100">
              <a:extLst>
                <a:ext uri="{FF2B5EF4-FFF2-40B4-BE49-F238E27FC236}">
                  <a16:creationId xmlns:a16="http://schemas.microsoft.com/office/drawing/2014/main" id="{F0DF35BC-8017-64DA-10F2-79BE22F39A07}"/>
                </a:ext>
              </a:extLst>
            </p:cNvPr>
            <p:cNvSpPr/>
            <p:nvPr/>
          </p:nvSpPr>
          <p:spPr>
            <a:xfrm>
              <a:off x="1046732" y="346954"/>
              <a:ext cx="360000" cy="360000"/>
            </a:xfrm>
            <a:prstGeom prst="roundRect">
              <a:avLst/>
            </a:prstGeom>
            <a:solidFill>
              <a:schemeClr val="accent5"/>
            </a:solidFill>
            <a:ln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lIns="45720" tIns="45720" rIns="45720" rtlCol="0" anchor="ctr"/>
            <a:lstStyle/>
            <a:p>
              <a:pPr algn="ctr"/>
              <a:r>
                <a:rPr lang="en-GB" b="1" dirty="0">
                  <a:solidFill>
                    <a:schemeClr val="tx1"/>
                  </a:solidFill>
                </a:rPr>
                <a:t>1</a:t>
              </a:r>
            </a:p>
          </p:txBody>
        </p:sp>
      </p:grpSp>
      <p:grpSp>
        <p:nvGrpSpPr>
          <p:cNvPr id="104" name="Group 103">
            <a:extLst>
              <a:ext uri="{FF2B5EF4-FFF2-40B4-BE49-F238E27FC236}">
                <a16:creationId xmlns:a16="http://schemas.microsoft.com/office/drawing/2014/main" id="{95ED31C1-3F97-AE0C-7A58-183157EBD599}"/>
              </a:ext>
            </a:extLst>
          </p:cNvPr>
          <p:cNvGrpSpPr/>
          <p:nvPr/>
        </p:nvGrpSpPr>
        <p:grpSpPr>
          <a:xfrm>
            <a:off x="8024643" y="305761"/>
            <a:ext cx="3569498" cy="400110"/>
            <a:chOff x="7668508" y="276886"/>
            <a:chExt cx="3569498" cy="400110"/>
          </a:xfrm>
        </p:grpSpPr>
        <p:sp>
          <p:nvSpPr>
            <p:cNvPr id="190" name="TextBox 189">
              <a:extLst>
                <a:ext uri="{FF2B5EF4-FFF2-40B4-BE49-F238E27FC236}">
                  <a16:creationId xmlns:a16="http://schemas.microsoft.com/office/drawing/2014/main" id="{7479CCB3-C956-9323-CF68-FB2F1EDE4A09}"/>
                </a:ext>
              </a:extLst>
            </p:cNvPr>
            <p:cNvSpPr txBox="1"/>
            <p:nvPr/>
          </p:nvSpPr>
          <p:spPr>
            <a:xfrm>
              <a:off x="8035446" y="276886"/>
              <a:ext cx="3202560" cy="400110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GB" sz="2000" i="1" dirty="0">
                  <a:solidFill>
                    <a:schemeClr val="bg2">
                      <a:lumMod val="40000"/>
                      <a:lumOff val="60000"/>
                    </a:schemeClr>
                  </a:solidFill>
                  <a:effectLst>
                    <a:glow>
                      <a:schemeClr val="bg1"/>
                    </a:glow>
                  </a:effectLst>
                </a:rPr>
                <a:t>connected to internet </a:t>
              </a:r>
              <a:r>
                <a:rPr lang="en-GB" sz="2800" baseline="-11000" dirty="0">
                  <a:solidFill>
                    <a:schemeClr val="bg2">
                      <a:lumMod val="40000"/>
                      <a:lumOff val="60000"/>
                    </a:schemeClr>
                  </a:solidFill>
                  <a:effectLst>
                    <a:glow>
                      <a:schemeClr val="bg1"/>
                    </a:glow>
                  </a:effectLst>
                </a:rPr>
                <a:t>🌐</a:t>
              </a:r>
            </a:p>
          </p:txBody>
        </p:sp>
        <p:sp>
          <p:nvSpPr>
            <p:cNvPr id="102" name="Rounded Rectangle 101">
              <a:extLst>
                <a:ext uri="{FF2B5EF4-FFF2-40B4-BE49-F238E27FC236}">
                  <a16:creationId xmlns:a16="http://schemas.microsoft.com/office/drawing/2014/main" id="{36C5FF6A-A1F9-EB8A-5004-8A38EEBBBF3D}"/>
                </a:ext>
              </a:extLst>
            </p:cNvPr>
            <p:cNvSpPr/>
            <p:nvPr/>
          </p:nvSpPr>
          <p:spPr>
            <a:xfrm>
              <a:off x="7668508" y="316191"/>
              <a:ext cx="360000" cy="360000"/>
            </a:xfrm>
            <a:prstGeom prst="roundRect">
              <a:avLst/>
            </a:prstGeom>
            <a:solidFill>
              <a:schemeClr val="accent4"/>
            </a:solidFill>
            <a:ln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lIns="45720" tIns="45720" rIns="45720" rtlCol="0" anchor="ctr"/>
            <a:lstStyle/>
            <a:p>
              <a:pPr algn="ctr"/>
              <a:r>
                <a:rPr lang="en-GB" b="1" dirty="0">
                  <a:solidFill>
                    <a:schemeClr val="tx1"/>
                  </a:solidFill>
                </a:rPr>
                <a:t>2</a:t>
              </a:r>
            </a:p>
          </p:txBody>
        </p:sp>
      </p:grpSp>
      <p:grpSp>
        <p:nvGrpSpPr>
          <p:cNvPr id="106" name="Group 105">
            <a:extLst>
              <a:ext uri="{FF2B5EF4-FFF2-40B4-BE49-F238E27FC236}">
                <a16:creationId xmlns:a16="http://schemas.microsoft.com/office/drawing/2014/main" id="{3F54FF7F-FA10-D54F-FA33-B73B9608D958}"/>
              </a:ext>
            </a:extLst>
          </p:cNvPr>
          <p:cNvGrpSpPr/>
          <p:nvPr/>
        </p:nvGrpSpPr>
        <p:grpSpPr>
          <a:xfrm>
            <a:off x="2143809" y="4523436"/>
            <a:ext cx="3252041" cy="407551"/>
            <a:chOff x="2153434" y="4494561"/>
            <a:chExt cx="3252041" cy="407551"/>
          </a:xfrm>
        </p:grpSpPr>
        <p:sp>
          <p:nvSpPr>
            <p:cNvPr id="96" name="TextBox 95">
              <a:extLst>
                <a:ext uri="{FF2B5EF4-FFF2-40B4-BE49-F238E27FC236}">
                  <a16:creationId xmlns:a16="http://schemas.microsoft.com/office/drawing/2014/main" id="{304DFF28-B126-6398-1B8A-8AA1FB30A53F}"/>
                </a:ext>
              </a:extLst>
            </p:cNvPr>
            <p:cNvSpPr txBox="1"/>
            <p:nvPr/>
          </p:nvSpPr>
          <p:spPr>
            <a:xfrm>
              <a:off x="2513434" y="4494561"/>
              <a:ext cx="2892041" cy="378103"/>
            </a:xfrm>
            <a:prstGeom prst="rect">
              <a:avLst/>
            </a:prstGeom>
            <a:noFill/>
          </p:spPr>
          <p:txBody>
            <a:bodyPr wrap="square">
              <a:noAutofit/>
            </a:bodyPr>
            <a:lstStyle/>
            <a:p>
              <a:pPr marL="9525"/>
              <a:r>
                <a:rPr lang="en-GB" sz="2000" i="1" dirty="0">
                  <a:solidFill>
                    <a:schemeClr val="bg2">
                      <a:lumMod val="40000"/>
                      <a:lumOff val="60000"/>
                    </a:schemeClr>
                  </a:solidFill>
                  <a:effectLst>
                    <a:glow>
                      <a:schemeClr val="bg1"/>
                    </a:glow>
                  </a:effectLst>
                </a:rPr>
                <a:t>issue admin token </a:t>
              </a:r>
              <a:r>
                <a:rPr lang="en-GB" sz="3200" baseline="-9000" dirty="0">
                  <a:solidFill>
                    <a:schemeClr val="bg2">
                      <a:lumMod val="40000"/>
                      <a:lumOff val="60000"/>
                    </a:schemeClr>
                  </a:solidFill>
                  <a:effectLst>
                    <a:glow>
                      <a:schemeClr val="bg1"/>
                    </a:glow>
                  </a:effectLst>
                </a:rPr>
                <a:t>🎫</a:t>
              </a:r>
              <a:endParaRPr lang="en-US" sz="3200" baseline="-9000" dirty="0">
                <a:solidFill>
                  <a:schemeClr val="bg2">
                    <a:lumMod val="40000"/>
                    <a:lumOff val="60000"/>
                  </a:schemeClr>
                </a:solidFill>
                <a:effectLst>
                  <a:glow>
                    <a:schemeClr val="bg1"/>
                  </a:glow>
                </a:effectLst>
              </a:endParaRPr>
            </a:p>
          </p:txBody>
        </p:sp>
        <p:sp>
          <p:nvSpPr>
            <p:cNvPr id="105" name="Rounded Rectangle 104">
              <a:extLst>
                <a:ext uri="{FF2B5EF4-FFF2-40B4-BE49-F238E27FC236}">
                  <a16:creationId xmlns:a16="http://schemas.microsoft.com/office/drawing/2014/main" id="{7A07626B-1F61-2D98-B908-CECA1A680458}"/>
                </a:ext>
              </a:extLst>
            </p:cNvPr>
            <p:cNvSpPr/>
            <p:nvPr/>
          </p:nvSpPr>
          <p:spPr>
            <a:xfrm>
              <a:off x="2153434" y="4542112"/>
              <a:ext cx="360000" cy="360000"/>
            </a:xfrm>
            <a:prstGeom prst="roundRect">
              <a:avLst/>
            </a:prstGeom>
            <a:solidFill>
              <a:schemeClr val="accent5"/>
            </a:solidFill>
            <a:ln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lIns="45720" tIns="45720" rIns="45720" rtlCol="0" anchor="ctr"/>
            <a:lstStyle/>
            <a:p>
              <a:pPr algn="ctr"/>
              <a:r>
                <a:rPr lang="en-GB" b="1" dirty="0">
                  <a:solidFill>
                    <a:schemeClr val="tx1"/>
                  </a:solidFill>
                </a:rPr>
                <a:t>0</a:t>
              </a:r>
            </a:p>
          </p:txBody>
        </p:sp>
      </p:grpSp>
      <p:grpSp>
        <p:nvGrpSpPr>
          <p:cNvPr id="108" name="Group 107">
            <a:extLst>
              <a:ext uri="{FF2B5EF4-FFF2-40B4-BE49-F238E27FC236}">
                <a16:creationId xmlns:a16="http://schemas.microsoft.com/office/drawing/2014/main" id="{C9BA6464-5F15-208E-4257-DD14FE8230E2}"/>
              </a:ext>
            </a:extLst>
          </p:cNvPr>
          <p:cNvGrpSpPr/>
          <p:nvPr/>
        </p:nvGrpSpPr>
        <p:grpSpPr>
          <a:xfrm>
            <a:off x="2615554" y="1444450"/>
            <a:ext cx="3850752" cy="420628"/>
            <a:chOff x="1046732" y="310763"/>
            <a:chExt cx="3850752" cy="420628"/>
          </a:xfrm>
        </p:grpSpPr>
        <p:sp>
          <p:nvSpPr>
            <p:cNvPr id="109" name="TextBox 108">
              <a:extLst>
                <a:ext uri="{FF2B5EF4-FFF2-40B4-BE49-F238E27FC236}">
                  <a16:creationId xmlns:a16="http://schemas.microsoft.com/office/drawing/2014/main" id="{F33E96A2-83A0-844B-2597-D7FA52552CDE}"/>
                </a:ext>
              </a:extLst>
            </p:cNvPr>
            <p:cNvSpPr txBox="1"/>
            <p:nvPr/>
          </p:nvSpPr>
          <p:spPr>
            <a:xfrm>
              <a:off x="1425160" y="310763"/>
              <a:ext cx="3472324" cy="420628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GB" sz="2000" i="1" dirty="0">
                  <a:solidFill>
                    <a:schemeClr val="bg2">
                      <a:lumMod val="40000"/>
                      <a:lumOff val="60000"/>
                    </a:schemeClr>
                  </a:solidFill>
                  <a:effectLst>
                    <a:glow>
                      <a:schemeClr val="bg1"/>
                    </a:glow>
                  </a:effectLst>
                </a:rPr>
                <a:t>tap/scan to relay </a:t>
              </a:r>
              <a:r>
                <a:rPr lang="en-GB" sz="3200" baseline="-17000" dirty="0">
                  <a:solidFill>
                    <a:schemeClr val="bg2">
                      <a:lumMod val="40000"/>
                      <a:lumOff val="60000"/>
                    </a:schemeClr>
                  </a:solidFill>
                  <a:effectLst>
                    <a:glow>
                      <a:schemeClr val="bg1"/>
                    </a:glow>
                  </a:effectLst>
                </a:rPr>
                <a:t>🔆</a:t>
              </a:r>
              <a:endParaRPr lang="en-GB" sz="3200" baseline="-9000" dirty="0">
                <a:solidFill>
                  <a:schemeClr val="bg2">
                    <a:lumMod val="40000"/>
                    <a:lumOff val="60000"/>
                  </a:schemeClr>
                </a:solidFill>
                <a:effectLst>
                  <a:glow>
                    <a:schemeClr val="bg1"/>
                  </a:glow>
                </a:effectLst>
              </a:endParaRPr>
            </a:p>
          </p:txBody>
        </p:sp>
        <p:sp>
          <p:nvSpPr>
            <p:cNvPr id="110" name="Rounded Rectangle 109">
              <a:extLst>
                <a:ext uri="{FF2B5EF4-FFF2-40B4-BE49-F238E27FC236}">
                  <a16:creationId xmlns:a16="http://schemas.microsoft.com/office/drawing/2014/main" id="{6803AECF-4CED-28E2-F0B1-A68A229ADB69}"/>
                </a:ext>
              </a:extLst>
            </p:cNvPr>
            <p:cNvSpPr/>
            <p:nvPr/>
          </p:nvSpPr>
          <p:spPr>
            <a:xfrm>
              <a:off x="1046732" y="346954"/>
              <a:ext cx="360000" cy="360000"/>
            </a:xfrm>
            <a:prstGeom prst="roundRect">
              <a:avLst/>
            </a:prstGeom>
            <a:solidFill>
              <a:schemeClr val="accent5"/>
            </a:solidFill>
            <a:ln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lIns="45720" tIns="45720" rIns="45720" rtlCol="0" anchor="ctr"/>
            <a:lstStyle/>
            <a:p>
              <a:pPr algn="ctr"/>
              <a:r>
                <a:rPr lang="en-GB" b="1" dirty="0">
                  <a:solidFill>
                    <a:schemeClr val="tx1"/>
                  </a:solidFill>
                </a:rPr>
                <a:t>4</a:t>
              </a:r>
            </a:p>
          </p:txBody>
        </p:sp>
      </p:grpSp>
      <p:grpSp>
        <p:nvGrpSpPr>
          <p:cNvPr id="111" name="Group 110">
            <a:extLst>
              <a:ext uri="{FF2B5EF4-FFF2-40B4-BE49-F238E27FC236}">
                <a16:creationId xmlns:a16="http://schemas.microsoft.com/office/drawing/2014/main" id="{F2B369AD-EBB3-035E-F079-2CBEAB205F65}"/>
              </a:ext>
            </a:extLst>
          </p:cNvPr>
          <p:cNvGrpSpPr/>
          <p:nvPr/>
        </p:nvGrpSpPr>
        <p:grpSpPr>
          <a:xfrm>
            <a:off x="1518371" y="5449759"/>
            <a:ext cx="3860377" cy="400110"/>
            <a:chOff x="1046732" y="310763"/>
            <a:chExt cx="3860377" cy="400110"/>
          </a:xfrm>
        </p:grpSpPr>
        <p:sp>
          <p:nvSpPr>
            <p:cNvPr id="114" name="TextBox 113">
              <a:extLst>
                <a:ext uri="{FF2B5EF4-FFF2-40B4-BE49-F238E27FC236}">
                  <a16:creationId xmlns:a16="http://schemas.microsoft.com/office/drawing/2014/main" id="{22A84C89-7521-8BEE-14C1-155E91272846}"/>
                </a:ext>
              </a:extLst>
            </p:cNvPr>
            <p:cNvSpPr txBox="1"/>
            <p:nvPr/>
          </p:nvSpPr>
          <p:spPr>
            <a:xfrm>
              <a:off x="1434785" y="310763"/>
              <a:ext cx="3472324" cy="400110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GB" sz="2000" i="1" dirty="0">
                  <a:solidFill>
                    <a:schemeClr val="bg2">
                      <a:lumMod val="40000"/>
                      <a:lumOff val="60000"/>
                    </a:schemeClr>
                  </a:solidFill>
                  <a:effectLst>
                    <a:glow>
                      <a:schemeClr val="bg1"/>
                    </a:glow>
                  </a:effectLst>
                </a:rPr>
                <a:t>register antenna for domain</a:t>
              </a:r>
            </a:p>
          </p:txBody>
        </p:sp>
        <p:sp>
          <p:nvSpPr>
            <p:cNvPr id="115" name="Rounded Rectangle 114">
              <a:extLst>
                <a:ext uri="{FF2B5EF4-FFF2-40B4-BE49-F238E27FC236}">
                  <a16:creationId xmlns:a16="http://schemas.microsoft.com/office/drawing/2014/main" id="{07040C22-2B3A-AFC1-AE4F-00267E63853C}"/>
                </a:ext>
              </a:extLst>
            </p:cNvPr>
            <p:cNvSpPr/>
            <p:nvPr/>
          </p:nvSpPr>
          <p:spPr>
            <a:xfrm>
              <a:off x="1046732" y="346954"/>
              <a:ext cx="360000" cy="360000"/>
            </a:xfrm>
            <a:prstGeom prst="roundRect">
              <a:avLst/>
            </a:prstGeom>
            <a:solidFill>
              <a:schemeClr val="accent5"/>
            </a:solidFill>
            <a:ln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lIns="45720" tIns="45720" rIns="45720" rtlCol="0" anchor="ctr"/>
            <a:lstStyle/>
            <a:p>
              <a:pPr algn="ctr"/>
              <a:r>
                <a:rPr lang="en-GB" b="1" dirty="0">
                  <a:solidFill>
                    <a:schemeClr val="tx1"/>
                  </a:solidFill>
                </a:rPr>
                <a:t>5</a:t>
              </a:r>
            </a:p>
          </p:txBody>
        </p:sp>
      </p:grpSp>
      <p:grpSp>
        <p:nvGrpSpPr>
          <p:cNvPr id="117" name="Group 116">
            <a:extLst>
              <a:ext uri="{FF2B5EF4-FFF2-40B4-BE49-F238E27FC236}">
                <a16:creationId xmlns:a16="http://schemas.microsoft.com/office/drawing/2014/main" id="{224A0364-68AC-9622-04FD-5F9BE92C8A4B}"/>
              </a:ext>
            </a:extLst>
          </p:cNvPr>
          <p:cNvGrpSpPr/>
          <p:nvPr/>
        </p:nvGrpSpPr>
        <p:grpSpPr>
          <a:xfrm>
            <a:off x="8040606" y="1983010"/>
            <a:ext cx="2054547" cy="707886"/>
            <a:chOff x="8041175" y="1405966"/>
            <a:chExt cx="2054547" cy="707886"/>
          </a:xfrm>
        </p:grpSpPr>
        <p:sp>
          <p:nvSpPr>
            <p:cNvPr id="75" name="TextBox 74">
              <a:extLst>
                <a:ext uri="{FF2B5EF4-FFF2-40B4-BE49-F238E27FC236}">
                  <a16:creationId xmlns:a16="http://schemas.microsoft.com/office/drawing/2014/main" id="{22B3C574-AECA-A5EB-7C96-C04DB65AAE9B}"/>
                </a:ext>
              </a:extLst>
            </p:cNvPr>
            <p:cNvSpPr txBox="1"/>
            <p:nvPr/>
          </p:nvSpPr>
          <p:spPr>
            <a:xfrm>
              <a:off x="8401175" y="1405966"/>
              <a:ext cx="1694547" cy="707886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GB" sz="2000" i="1" dirty="0">
                  <a:solidFill>
                    <a:schemeClr val="bg2">
                      <a:lumMod val="40000"/>
                      <a:lumOff val="60000"/>
                    </a:schemeClr>
                  </a:solidFill>
                  <a:effectLst>
                    <a:glow>
                      <a:schemeClr val="bg1"/>
                    </a:glow>
                  </a:effectLst>
                </a:rPr>
                <a:t>bidirectional</a:t>
              </a:r>
              <a:br>
                <a:rPr lang="en-GB" sz="2000" i="1" dirty="0">
                  <a:solidFill>
                    <a:schemeClr val="bg2">
                      <a:lumMod val="40000"/>
                      <a:lumOff val="60000"/>
                    </a:schemeClr>
                  </a:solidFill>
                  <a:effectLst>
                    <a:glow>
                      <a:schemeClr val="bg1"/>
                    </a:glow>
                  </a:effectLst>
                </a:rPr>
              </a:br>
              <a:r>
                <a:rPr lang="en-GB" sz="2000" i="1" dirty="0">
                  <a:solidFill>
                    <a:schemeClr val="bg2">
                      <a:lumMod val="40000"/>
                      <a:lumOff val="60000"/>
                    </a:schemeClr>
                  </a:solidFill>
                  <a:effectLst>
                    <a:glow>
                      <a:schemeClr val="bg1"/>
                    </a:glow>
                  </a:effectLst>
                </a:rPr>
                <a:t>channel</a:t>
              </a:r>
              <a:endParaRPr lang="en-GB" sz="2800" baseline="-11000" dirty="0">
                <a:solidFill>
                  <a:schemeClr val="bg2">
                    <a:lumMod val="40000"/>
                    <a:lumOff val="60000"/>
                  </a:schemeClr>
                </a:solidFill>
                <a:effectLst>
                  <a:glow>
                    <a:schemeClr val="bg1"/>
                  </a:glow>
                </a:effectLst>
              </a:endParaRPr>
            </a:p>
          </p:txBody>
        </p:sp>
        <p:sp>
          <p:nvSpPr>
            <p:cNvPr id="116" name="Rounded Rectangle 115">
              <a:extLst>
                <a:ext uri="{FF2B5EF4-FFF2-40B4-BE49-F238E27FC236}">
                  <a16:creationId xmlns:a16="http://schemas.microsoft.com/office/drawing/2014/main" id="{F2A2EE0B-29CA-CAFE-69D3-86AF99688E88}"/>
                </a:ext>
              </a:extLst>
            </p:cNvPr>
            <p:cNvSpPr/>
            <p:nvPr/>
          </p:nvSpPr>
          <p:spPr>
            <a:xfrm>
              <a:off x="8041175" y="1450801"/>
              <a:ext cx="360000" cy="360000"/>
            </a:xfrm>
            <a:prstGeom prst="roundRect">
              <a:avLst/>
            </a:prstGeom>
            <a:solidFill>
              <a:schemeClr val="accent4"/>
            </a:solidFill>
            <a:ln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lIns="45720" tIns="45720" rIns="45720" rtlCol="0" anchor="ctr"/>
            <a:lstStyle/>
            <a:p>
              <a:pPr algn="ctr"/>
              <a:r>
                <a:rPr lang="en-GB" b="1" dirty="0">
                  <a:solidFill>
                    <a:schemeClr val="tx1"/>
                  </a:solidFill>
                </a:rPr>
                <a:t>3</a:t>
              </a:r>
            </a:p>
          </p:txBody>
        </p:sp>
      </p:grpSp>
      <p:grpSp>
        <p:nvGrpSpPr>
          <p:cNvPr id="118" name="Group 117">
            <a:extLst>
              <a:ext uri="{FF2B5EF4-FFF2-40B4-BE49-F238E27FC236}">
                <a16:creationId xmlns:a16="http://schemas.microsoft.com/office/drawing/2014/main" id="{73E6B9D4-2563-1555-F975-6A3661CDCB01}"/>
              </a:ext>
            </a:extLst>
          </p:cNvPr>
          <p:cNvGrpSpPr/>
          <p:nvPr/>
        </p:nvGrpSpPr>
        <p:grpSpPr>
          <a:xfrm>
            <a:off x="7902340" y="4558032"/>
            <a:ext cx="3214838" cy="400110"/>
            <a:chOff x="1046732" y="320388"/>
            <a:chExt cx="3214838" cy="400110"/>
          </a:xfrm>
        </p:grpSpPr>
        <p:sp>
          <p:nvSpPr>
            <p:cNvPr id="119" name="TextBox 118">
              <a:extLst>
                <a:ext uri="{FF2B5EF4-FFF2-40B4-BE49-F238E27FC236}">
                  <a16:creationId xmlns:a16="http://schemas.microsoft.com/office/drawing/2014/main" id="{3585F1A0-B239-6888-0888-6375F4A25623}"/>
                </a:ext>
              </a:extLst>
            </p:cNvPr>
            <p:cNvSpPr txBox="1"/>
            <p:nvPr/>
          </p:nvSpPr>
          <p:spPr>
            <a:xfrm>
              <a:off x="1425159" y="320388"/>
              <a:ext cx="2836411" cy="400110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GB" sz="2000" i="1" dirty="0">
                  <a:solidFill>
                    <a:schemeClr val="bg2">
                      <a:lumMod val="40000"/>
                      <a:lumOff val="60000"/>
                    </a:schemeClr>
                  </a:solidFill>
                  <a:effectLst>
                    <a:glow>
                      <a:schemeClr val="bg1"/>
                    </a:glow>
                  </a:effectLst>
                </a:rPr>
                <a:t>bidirectional channel</a:t>
              </a:r>
              <a:endParaRPr lang="en-GB" sz="2800" baseline="-11000" dirty="0">
                <a:solidFill>
                  <a:schemeClr val="bg2">
                    <a:lumMod val="40000"/>
                    <a:lumOff val="60000"/>
                  </a:schemeClr>
                </a:solidFill>
                <a:effectLst>
                  <a:glow>
                    <a:schemeClr val="bg1"/>
                  </a:glow>
                </a:effectLst>
              </a:endParaRPr>
            </a:p>
          </p:txBody>
        </p:sp>
        <p:sp>
          <p:nvSpPr>
            <p:cNvPr id="120" name="Rounded Rectangle 119">
              <a:extLst>
                <a:ext uri="{FF2B5EF4-FFF2-40B4-BE49-F238E27FC236}">
                  <a16:creationId xmlns:a16="http://schemas.microsoft.com/office/drawing/2014/main" id="{5637FF60-766A-3977-CF46-DF97A238D6EE}"/>
                </a:ext>
              </a:extLst>
            </p:cNvPr>
            <p:cNvSpPr/>
            <p:nvPr/>
          </p:nvSpPr>
          <p:spPr>
            <a:xfrm>
              <a:off x="1046732" y="346954"/>
              <a:ext cx="360000" cy="360000"/>
            </a:xfrm>
            <a:prstGeom prst="roundRect">
              <a:avLst/>
            </a:prstGeom>
            <a:solidFill>
              <a:schemeClr val="accent4"/>
            </a:solidFill>
            <a:ln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lIns="45720" tIns="45720" rIns="45720" rtlCol="0" anchor="ctr"/>
            <a:lstStyle/>
            <a:p>
              <a:pPr algn="ctr"/>
              <a:r>
                <a:rPr lang="en-GB" b="1" dirty="0">
                  <a:solidFill>
                    <a:schemeClr val="tx1"/>
                  </a:solidFill>
                </a:rPr>
                <a:t>6</a:t>
              </a:r>
            </a:p>
          </p:txBody>
        </p:sp>
      </p:grpSp>
      <p:grpSp>
        <p:nvGrpSpPr>
          <p:cNvPr id="121" name="Group 120">
            <a:extLst>
              <a:ext uri="{FF2B5EF4-FFF2-40B4-BE49-F238E27FC236}">
                <a16:creationId xmlns:a16="http://schemas.microsoft.com/office/drawing/2014/main" id="{E6D4CB8F-5273-C4CA-038C-F172510E8C27}"/>
              </a:ext>
            </a:extLst>
          </p:cNvPr>
          <p:cNvGrpSpPr/>
          <p:nvPr/>
        </p:nvGrpSpPr>
        <p:grpSpPr>
          <a:xfrm>
            <a:off x="6918903" y="3670705"/>
            <a:ext cx="3254990" cy="400110"/>
            <a:chOff x="1046732" y="320388"/>
            <a:chExt cx="3254990" cy="400110"/>
          </a:xfrm>
        </p:grpSpPr>
        <p:sp>
          <p:nvSpPr>
            <p:cNvPr id="122" name="TextBox 121">
              <a:extLst>
                <a:ext uri="{FF2B5EF4-FFF2-40B4-BE49-F238E27FC236}">
                  <a16:creationId xmlns:a16="http://schemas.microsoft.com/office/drawing/2014/main" id="{9547124F-280E-1BDA-FA5D-9B061D9A94C3}"/>
                </a:ext>
              </a:extLst>
            </p:cNvPr>
            <p:cNvSpPr txBox="1"/>
            <p:nvPr/>
          </p:nvSpPr>
          <p:spPr>
            <a:xfrm>
              <a:off x="1425159" y="320388"/>
              <a:ext cx="2876563" cy="400110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GB" sz="2000" i="1" dirty="0">
                  <a:solidFill>
                    <a:schemeClr val="bg2">
                      <a:lumMod val="40000"/>
                      <a:lumOff val="60000"/>
                    </a:schemeClr>
                  </a:solidFill>
                  <a:effectLst>
                    <a:glow>
                      <a:schemeClr val="bg1"/>
                    </a:glow>
                  </a:effectLst>
                </a:rPr>
                <a:t>bidirectional  channel</a:t>
              </a:r>
              <a:endParaRPr lang="en-GB" sz="2800" baseline="-11000" dirty="0">
                <a:solidFill>
                  <a:schemeClr val="bg2">
                    <a:lumMod val="40000"/>
                    <a:lumOff val="60000"/>
                  </a:schemeClr>
                </a:solidFill>
                <a:effectLst>
                  <a:glow>
                    <a:schemeClr val="bg1"/>
                  </a:glow>
                </a:effectLst>
              </a:endParaRPr>
            </a:p>
          </p:txBody>
        </p:sp>
        <p:sp>
          <p:nvSpPr>
            <p:cNvPr id="123" name="Rounded Rectangle 122">
              <a:extLst>
                <a:ext uri="{FF2B5EF4-FFF2-40B4-BE49-F238E27FC236}">
                  <a16:creationId xmlns:a16="http://schemas.microsoft.com/office/drawing/2014/main" id="{B0EFD8DB-7BF2-64AC-41DD-AE60631858A8}"/>
                </a:ext>
              </a:extLst>
            </p:cNvPr>
            <p:cNvSpPr/>
            <p:nvPr/>
          </p:nvSpPr>
          <p:spPr>
            <a:xfrm>
              <a:off x="1046732" y="346954"/>
              <a:ext cx="360000" cy="360000"/>
            </a:xfrm>
            <a:prstGeom prst="roundRect">
              <a:avLst/>
            </a:prstGeom>
            <a:solidFill>
              <a:schemeClr val="accent4"/>
            </a:solidFill>
            <a:ln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lIns="45720" tIns="45720" rIns="45720" rtlCol="0" anchor="ctr"/>
            <a:lstStyle/>
            <a:p>
              <a:pPr algn="ctr"/>
              <a:r>
                <a:rPr lang="en-GB" b="1" dirty="0">
                  <a:solidFill>
                    <a:schemeClr val="tx1"/>
                  </a:solidFill>
                </a:rPr>
                <a:t>7</a:t>
              </a:r>
            </a:p>
          </p:txBody>
        </p:sp>
      </p:grpSp>
      <p:sp>
        <p:nvSpPr>
          <p:cNvPr id="2" name="TextBox 1">
            <a:extLst>
              <a:ext uri="{FF2B5EF4-FFF2-40B4-BE49-F238E27FC236}">
                <a16:creationId xmlns:a16="http://schemas.microsoft.com/office/drawing/2014/main" id="{7CF5CB4F-054C-8072-FA8A-75B33EBF7EBF}"/>
              </a:ext>
            </a:extLst>
          </p:cNvPr>
          <p:cNvSpPr txBox="1"/>
          <p:nvPr/>
        </p:nvSpPr>
        <p:spPr>
          <a:xfrm>
            <a:off x="218143" y="6278524"/>
            <a:ext cx="1383392" cy="523220"/>
          </a:xfrm>
          <a:prstGeom prst="rect">
            <a:avLst/>
          </a:prstGeom>
          <a:noFill/>
        </p:spPr>
        <p:txBody>
          <a:bodyPr wrap="none" lIns="0" rIns="0" rtlCol="0">
            <a:spAutoFit/>
          </a:bodyPr>
          <a:lstStyle/>
          <a:p>
            <a:pPr algn="l"/>
            <a:r>
              <a:rPr lang="en-GB" sz="2800" dirty="0">
                <a:solidFill>
                  <a:srgbClr val="FFFF00"/>
                </a:solidFill>
              </a:rPr>
              <a:t>ANTENA</a:t>
            </a:r>
          </a:p>
        </p:txBody>
      </p:sp>
    </p:spTree>
    <p:extLst>
      <p:ext uri="{BB962C8B-B14F-4D97-AF65-F5344CB8AC3E}">
        <p14:creationId xmlns:p14="http://schemas.microsoft.com/office/powerpoint/2010/main" val="168787421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8CD5548-3694-C038-97A8-01C7CED6F32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Rectangle 20">
            <a:extLst>
              <a:ext uri="{FF2B5EF4-FFF2-40B4-BE49-F238E27FC236}">
                <a16:creationId xmlns:a16="http://schemas.microsoft.com/office/drawing/2014/main" id="{845FFD12-52BA-9440-B580-34E030BCE1F5}"/>
              </a:ext>
            </a:extLst>
          </p:cNvPr>
          <p:cNvSpPr/>
          <p:nvPr/>
        </p:nvSpPr>
        <p:spPr>
          <a:xfrm>
            <a:off x="7580030" y="669288"/>
            <a:ext cx="3052802" cy="2675095"/>
          </a:xfrm>
          <a:prstGeom prst="rect">
            <a:avLst/>
          </a:prstGeom>
          <a:solidFill>
            <a:schemeClr val="bg1"/>
          </a:solidFill>
          <a:ln w="12700">
            <a:solidFill>
              <a:schemeClr val="bg1">
                <a:lumMod val="50000"/>
                <a:lumOff val="50000"/>
              </a:schemeClr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tIns="36000"/>
          <a:lstStyle/>
          <a:p>
            <a:endParaRPr lang="en-US" sz="2000" dirty="0">
              <a:solidFill>
                <a:schemeClr val="bg2">
                  <a:lumMod val="40000"/>
                  <a:lumOff val="60000"/>
                </a:schemeClr>
              </a:solidFill>
              <a:effectLst>
                <a:glow>
                  <a:schemeClr val="bg1"/>
                </a:glow>
              </a:effectLst>
            </a:endParaRPr>
          </a:p>
        </p:txBody>
      </p:sp>
      <p:sp>
        <p:nvSpPr>
          <p:cNvPr id="32" name="Content Placeholder 2">
            <a:extLst>
              <a:ext uri="{FF2B5EF4-FFF2-40B4-BE49-F238E27FC236}">
                <a16:creationId xmlns:a16="http://schemas.microsoft.com/office/drawing/2014/main" id="{0E516E69-7F86-FABA-61BC-04069B2D1CB2}"/>
              </a:ext>
            </a:extLst>
          </p:cNvPr>
          <p:cNvSpPr txBox="1">
            <a:spLocks/>
          </p:cNvSpPr>
          <p:nvPr/>
        </p:nvSpPr>
        <p:spPr>
          <a:xfrm>
            <a:off x="7523372" y="741077"/>
            <a:ext cx="1313390" cy="707886"/>
          </a:xfrm>
          <a:prstGeom prst="rect">
            <a:avLst/>
          </a:prstGeom>
        </p:spPr>
        <p:txBody>
          <a:bodyPr wrap="square">
            <a:sp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0"/>
              </a:spcBef>
              <a:spcAft>
                <a:spcPts val="1200"/>
              </a:spcAft>
              <a:buSzPct val="90000"/>
              <a:buFont typeface="Amazon Ember" panose="020B0603020204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-228600" algn="l" defTabSz="914400" rtl="0" eaLnBrk="1" latinLnBrk="0" hangingPunct="1">
              <a:lnSpc>
                <a:spcPct val="90000"/>
              </a:lnSpc>
              <a:spcBef>
                <a:spcPts val="0"/>
              </a:spcBef>
              <a:spcAft>
                <a:spcPts val="1200"/>
              </a:spcAft>
              <a:buSzPct val="90000"/>
              <a:buFont typeface="Wingdings" panose="05000000000000000000" pitchFamily="2" charset="2"/>
              <a:buChar char="§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5800" indent="-228600" algn="l" defTabSz="914400" rtl="0" eaLnBrk="1" latinLnBrk="0" hangingPunct="1">
              <a:lnSpc>
                <a:spcPct val="90000"/>
              </a:lnSpc>
              <a:spcBef>
                <a:spcPts val="0"/>
              </a:spcBef>
              <a:spcAft>
                <a:spcPts val="1200"/>
              </a:spcAft>
              <a:buSzPct val="90000"/>
              <a:buFont typeface="Amazon Ember" panose="020B0603020204020204" pitchFamily="34" charset="0"/>
              <a:buChar char="–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4400" indent="-228600" algn="l" defTabSz="914400" rtl="0" eaLnBrk="1" latinLnBrk="0" hangingPunct="1">
              <a:lnSpc>
                <a:spcPct val="90000"/>
              </a:lnSpc>
              <a:spcBef>
                <a:spcPts val="0"/>
              </a:spcBef>
              <a:spcAft>
                <a:spcPts val="1200"/>
              </a:spcAft>
              <a:buFont typeface="Amazon Ember" panose="020B0603020204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143000" indent="-228600" algn="l" defTabSz="914400" rtl="0" eaLnBrk="1" latinLnBrk="0" hangingPunct="1">
              <a:lnSpc>
                <a:spcPct val="90000"/>
              </a:lnSpc>
              <a:spcBef>
                <a:spcPts val="0"/>
              </a:spcBef>
              <a:spcAft>
                <a:spcPts val="1200"/>
              </a:spcAft>
              <a:buFont typeface="Amazon Ember" panose="020B0603020204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mazon Ember" panose="020B0603020204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mazon Ember" panose="020B0603020204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mazon Ember" panose="020B0603020204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mazon Ember" panose="020B0603020204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lnSpc>
                <a:spcPct val="100000"/>
              </a:lnSpc>
              <a:spcAft>
                <a:spcPts val="600"/>
              </a:spcAft>
              <a:buNone/>
            </a:pPr>
            <a:r>
              <a:rPr lang="en-US" baseline="-11000" dirty="0">
                <a:solidFill>
                  <a:schemeClr val="bg2">
                    <a:lumMod val="40000"/>
                    <a:lumOff val="60000"/>
                  </a:schemeClr>
                </a:solidFill>
                <a:effectLst>
                  <a:glow>
                    <a:schemeClr val="bg1"/>
                  </a:glow>
                </a:effectLst>
              </a:rPr>
              <a:t>🔌</a:t>
            </a:r>
            <a:r>
              <a:rPr lang="en-US" sz="2000" i="1" dirty="0">
                <a:solidFill>
                  <a:schemeClr val="bg2">
                    <a:lumMod val="40000"/>
                    <a:lumOff val="60000"/>
                  </a:schemeClr>
                </a:solidFill>
                <a:effectLst>
                  <a:glow>
                    <a:schemeClr val="bg1"/>
                  </a:glow>
                </a:effectLst>
              </a:rPr>
              <a:t> coffee machine</a:t>
            </a:r>
          </a:p>
        </p:txBody>
      </p:sp>
      <p:grpSp>
        <p:nvGrpSpPr>
          <p:cNvPr id="44" name="Group 43">
            <a:extLst>
              <a:ext uri="{FF2B5EF4-FFF2-40B4-BE49-F238E27FC236}">
                <a16:creationId xmlns:a16="http://schemas.microsoft.com/office/drawing/2014/main" id="{3BED4478-F5D2-5954-527C-EDF35F579B28}"/>
              </a:ext>
            </a:extLst>
          </p:cNvPr>
          <p:cNvGrpSpPr/>
          <p:nvPr/>
        </p:nvGrpSpPr>
        <p:grpSpPr>
          <a:xfrm>
            <a:off x="3599748" y="1241141"/>
            <a:ext cx="1988691" cy="1383576"/>
            <a:chOff x="4959152" y="4727414"/>
            <a:chExt cx="1988691" cy="1383576"/>
          </a:xfrm>
        </p:grpSpPr>
        <p:grpSp>
          <p:nvGrpSpPr>
            <p:cNvPr id="45" name="Group 44">
              <a:extLst>
                <a:ext uri="{FF2B5EF4-FFF2-40B4-BE49-F238E27FC236}">
                  <a16:creationId xmlns:a16="http://schemas.microsoft.com/office/drawing/2014/main" id="{D624FF68-5955-25DE-69E8-69D6425595DE}"/>
                </a:ext>
              </a:extLst>
            </p:cNvPr>
            <p:cNvGrpSpPr/>
            <p:nvPr/>
          </p:nvGrpSpPr>
          <p:grpSpPr>
            <a:xfrm>
              <a:off x="4959152" y="4727414"/>
              <a:ext cx="1988691" cy="1316816"/>
              <a:chOff x="4768207" y="3215212"/>
              <a:chExt cx="1988691" cy="1316816"/>
            </a:xfrm>
          </p:grpSpPr>
          <p:grpSp>
            <p:nvGrpSpPr>
              <p:cNvPr id="49" name="Group 48">
                <a:extLst>
                  <a:ext uri="{FF2B5EF4-FFF2-40B4-BE49-F238E27FC236}">
                    <a16:creationId xmlns:a16="http://schemas.microsoft.com/office/drawing/2014/main" id="{EDEE7905-5351-0DDA-1CF5-D685783831F4}"/>
                  </a:ext>
                </a:extLst>
              </p:cNvPr>
              <p:cNvGrpSpPr/>
              <p:nvPr/>
            </p:nvGrpSpPr>
            <p:grpSpPr>
              <a:xfrm>
                <a:off x="4768207" y="3215212"/>
                <a:ext cx="1988691" cy="1316816"/>
                <a:chOff x="6139542" y="58284"/>
                <a:chExt cx="1988691" cy="1316816"/>
              </a:xfrm>
            </p:grpSpPr>
            <p:sp>
              <p:nvSpPr>
                <p:cNvPr id="53" name="Rectangle 52">
                  <a:extLst>
                    <a:ext uri="{FF2B5EF4-FFF2-40B4-BE49-F238E27FC236}">
                      <a16:creationId xmlns:a16="http://schemas.microsoft.com/office/drawing/2014/main" id="{196D1BEC-2C64-3B13-DFC7-3DCCEBC7AA84}"/>
                    </a:ext>
                  </a:extLst>
                </p:cNvPr>
                <p:cNvSpPr/>
                <p:nvPr/>
              </p:nvSpPr>
              <p:spPr>
                <a:xfrm>
                  <a:off x="6236556" y="149580"/>
                  <a:ext cx="1791009" cy="562183"/>
                </a:xfrm>
                <a:prstGeom prst="rect">
                  <a:avLst/>
                </a:prstGeom>
                <a:solidFill>
                  <a:schemeClr val="tx1">
                    <a:lumMod val="95000"/>
                  </a:schemeClr>
                </a:solidFill>
                <a:ln w="28575">
                  <a:solidFill>
                    <a:schemeClr val="tx1">
                      <a:lumMod val="50000"/>
                    </a:schemeClr>
                  </a:solidFill>
                  <a:prstDash val="solid"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lIns="144000" tIns="144000" rIns="144000" bIns="144000" anchor="ctr"/>
                <a:lstStyle/>
                <a:p>
                  <a:r>
                    <a:rPr lang="en-GB" sz="3200" baseline="-9000" dirty="0">
                      <a:solidFill>
                        <a:schemeClr val="bg2">
                          <a:lumMod val="40000"/>
                          <a:lumOff val="60000"/>
                        </a:schemeClr>
                      </a:solidFill>
                      <a:effectLst>
                        <a:glow>
                          <a:schemeClr val="bg1"/>
                        </a:glow>
                      </a:effectLst>
                    </a:rPr>
                    <a:t>🧑‍🦰</a:t>
                  </a:r>
                  <a:r>
                    <a:rPr lang="en-GB" sz="2400" dirty="0">
                      <a:solidFill>
                        <a:sysClr val="windowText" lastClr="000000"/>
                      </a:solidFill>
                      <a:latin typeface="+mj-lt"/>
                      <a:cs typeface="Arial" panose="020B0604020202020204" pitchFamily="34" charset="0"/>
                    </a:rPr>
                    <a:t> Wallet</a:t>
                  </a:r>
                </a:p>
              </p:txBody>
            </p:sp>
            <p:sp>
              <p:nvSpPr>
                <p:cNvPr id="54" name="Rectangle 53">
                  <a:extLst>
                    <a:ext uri="{FF2B5EF4-FFF2-40B4-BE49-F238E27FC236}">
                      <a16:creationId xmlns:a16="http://schemas.microsoft.com/office/drawing/2014/main" id="{1EA92A15-B5A1-3650-E6F3-FF3A033BEA4C}"/>
                    </a:ext>
                  </a:extLst>
                </p:cNvPr>
                <p:cNvSpPr/>
                <p:nvPr/>
              </p:nvSpPr>
              <p:spPr>
                <a:xfrm>
                  <a:off x="6139542" y="58284"/>
                  <a:ext cx="1988691" cy="1316816"/>
                </a:xfrm>
                <a:prstGeom prst="rect">
                  <a:avLst/>
                </a:prstGeom>
                <a:noFill/>
                <a:ln w="12700">
                  <a:solidFill>
                    <a:srgbClr val="5A6B86"/>
                  </a:solidFill>
                  <a:prstDash val="dash"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tIns="36000"/>
                <a:lstStyle/>
                <a:p>
                  <a:pPr eaLnBrk="1" fontAlgn="auto" hangingPunct="1">
                    <a:spcBef>
                      <a:spcPts val="0"/>
                    </a:spcBef>
                    <a:spcAft>
                      <a:spcPts val="0"/>
                    </a:spcAft>
                    <a:defRPr/>
                  </a:pPr>
                  <a:endParaRPr lang="en-US" sz="2000" i="1" dirty="0">
                    <a:solidFill>
                      <a:schemeClr val="bg2">
                        <a:lumMod val="40000"/>
                        <a:lumOff val="60000"/>
                      </a:schemeClr>
                    </a:solidFill>
                    <a:effectLst>
                      <a:glow>
                        <a:schemeClr val="bg1"/>
                      </a:glow>
                    </a:effectLst>
                  </a:endParaRPr>
                </a:p>
              </p:txBody>
            </p:sp>
          </p:grpSp>
          <p:sp>
            <p:nvSpPr>
              <p:cNvPr id="50" name="Rectangle 49">
                <a:extLst>
                  <a:ext uri="{FF2B5EF4-FFF2-40B4-BE49-F238E27FC236}">
                    <a16:creationId xmlns:a16="http://schemas.microsoft.com/office/drawing/2014/main" id="{590B285B-ECF5-40CC-87FF-906C6E9DD5D3}"/>
                  </a:ext>
                </a:extLst>
              </p:cNvPr>
              <p:cNvSpPr/>
              <p:nvPr/>
            </p:nvSpPr>
            <p:spPr>
              <a:xfrm>
                <a:off x="5501604" y="3951814"/>
                <a:ext cx="530040" cy="482053"/>
              </a:xfrm>
              <a:prstGeom prst="rect">
                <a:avLst/>
              </a:prstGeom>
              <a:solidFill>
                <a:schemeClr val="tx1">
                  <a:lumMod val="95000"/>
                </a:schemeClr>
              </a:solidFill>
              <a:ln w="28575">
                <a:solidFill>
                  <a:schemeClr val="tx1">
                    <a:lumMod val="50000"/>
                  </a:schemeClr>
                </a:solidFill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144000" tIns="144000" rIns="144000" bIns="144000" anchor="ctr"/>
              <a:lstStyle/>
              <a:p>
                <a:pPr>
                  <a:lnSpc>
                    <a:spcPts val="1500"/>
                  </a:lnSpc>
                  <a:defRPr/>
                </a:pPr>
                <a:r>
                  <a:rPr lang="en-GB" sz="3200" baseline="-9000" dirty="0">
                    <a:solidFill>
                      <a:schemeClr val="bg2">
                        <a:lumMod val="40000"/>
                        <a:lumOff val="60000"/>
                      </a:schemeClr>
                    </a:solidFill>
                    <a:effectLst>
                      <a:glow>
                        <a:schemeClr val="bg1"/>
                      </a:glow>
                    </a:effectLst>
                  </a:rPr>
                  <a:t> 📣</a:t>
                </a:r>
                <a:endParaRPr lang="en-GB" sz="2400" dirty="0">
                  <a:solidFill>
                    <a:sysClr val="windowText" lastClr="000000"/>
                  </a:solidFill>
                  <a:latin typeface="+mj-lt"/>
                  <a:cs typeface="Arial" panose="020B0604020202020204" pitchFamily="34" charset="0"/>
                </a:endParaRPr>
              </a:p>
            </p:txBody>
          </p:sp>
          <p:sp>
            <p:nvSpPr>
              <p:cNvPr id="51" name="Rectangle 50">
                <a:extLst>
                  <a:ext uri="{FF2B5EF4-FFF2-40B4-BE49-F238E27FC236}">
                    <a16:creationId xmlns:a16="http://schemas.microsoft.com/office/drawing/2014/main" id="{2D2057D3-92FA-C4ED-90B2-FE4F1F0BA1F1}"/>
                  </a:ext>
                </a:extLst>
              </p:cNvPr>
              <p:cNvSpPr/>
              <p:nvPr/>
            </p:nvSpPr>
            <p:spPr>
              <a:xfrm>
                <a:off x="6133877" y="3951813"/>
                <a:ext cx="530040" cy="482053"/>
              </a:xfrm>
              <a:prstGeom prst="rect">
                <a:avLst/>
              </a:prstGeom>
              <a:solidFill>
                <a:schemeClr val="tx1">
                  <a:lumMod val="95000"/>
                </a:schemeClr>
              </a:solidFill>
              <a:ln w="28575">
                <a:solidFill>
                  <a:schemeClr val="tx1">
                    <a:lumMod val="50000"/>
                  </a:schemeClr>
                </a:solidFill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144000" tIns="144000" rIns="144000" bIns="144000" anchor="ctr"/>
              <a:lstStyle/>
              <a:p>
                <a:pPr>
                  <a:lnSpc>
                    <a:spcPts val="1500"/>
                  </a:lnSpc>
                  <a:defRPr/>
                </a:pPr>
                <a:r>
                  <a:rPr lang="en-GB" sz="3200" baseline="-9000" dirty="0">
                    <a:solidFill>
                      <a:schemeClr val="bg2">
                        <a:lumMod val="40000"/>
                        <a:lumOff val="60000"/>
                      </a:schemeClr>
                    </a:solidFill>
                    <a:effectLst>
                      <a:glow>
                        <a:schemeClr val="bg1"/>
                      </a:glow>
                    </a:effectLst>
                  </a:rPr>
                  <a:t> </a:t>
                </a:r>
                <a:r>
                  <a:rPr lang="en-GB" sz="3200" baseline="-10000" dirty="0"/>
                  <a:t>📱</a:t>
                </a:r>
                <a:endParaRPr lang="en-GB" sz="2400" dirty="0">
                  <a:solidFill>
                    <a:sysClr val="windowText" lastClr="000000"/>
                  </a:solidFill>
                  <a:latin typeface="+mj-lt"/>
                  <a:cs typeface="Arial" panose="020B0604020202020204" pitchFamily="34" charset="0"/>
                </a:endParaRPr>
              </a:p>
            </p:txBody>
          </p:sp>
          <p:sp>
            <p:nvSpPr>
              <p:cNvPr id="52" name="Rectangle 51">
                <a:extLst>
                  <a:ext uri="{FF2B5EF4-FFF2-40B4-BE49-F238E27FC236}">
                    <a16:creationId xmlns:a16="http://schemas.microsoft.com/office/drawing/2014/main" id="{0EF5034E-CCC4-ECD0-94F5-E0BF7058F2DA}"/>
                  </a:ext>
                </a:extLst>
              </p:cNvPr>
              <p:cNvSpPr/>
              <p:nvPr/>
            </p:nvSpPr>
            <p:spPr>
              <a:xfrm>
                <a:off x="4861649" y="3951814"/>
                <a:ext cx="530040" cy="482053"/>
              </a:xfrm>
              <a:prstGeom prst="rect">
                <a:avLst/>
              </a:prstGeom>
              <a:solidFill>
                <a:schemeClr val="tx1">
                  <a:lumMod val="95000"/>
                </a:schemeClr>
              </a:solidFill>
              <a:ln w="28575">
                <a:solidFill>
                  <a:schemeClr val="tx1">
                    <a:lumMod val="50000"/>
                  </a:schemeClr>
                </a:solidFill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144000" tIns="144000" rIns="144000" bIns="144000" anchor="ctr"/>
              <a:lstStyle/>
              <a:p>
                <a:pPr>
                  <a:lnSpc>
                    <a:spcPts val="1500"/>
                  </a:lnSpc>
                  <a:defRPr/>
                </a:pPr>
                <a:r>
                  <a:rPr lang="en-GB" sz="3200" baseline="-9000" dirty="0">
                    <a:solidFill>
                      <a:schemeClr val="bg2">
                        <a:lumMod val="40000"/>
                        <a:lumOff val="60000"/>
                      </a:schemeClr>
                    </a:solidFill>
                    <a:effectLst>
                      <a:glow>
                        <a:schemeClr val="bg1"/>
                      </a:glow>
                    </a:effectLst>
                  </a:rPr>
                  <a:t>  </a:t>
                </a:r>
                <a:endParaRPr lang="en-GB" sz="2400" dirty="0">
                  <a:solidFill>
                    <a:sysClr val="windowText" lastClr="000000"/>
                  </a:solidFill>
                  <a:latin typeface="+mj-lt"/>
                  <a:cs typeface="Arial" panose="020B0604020202020204" pitchFamily="34" charset="0"/>
                </a:endParaRPr>
              </a:p>
            </p:txBody>
          </p:sp>
        </p:grpSp>
        <p:sp>
          <p:nvSpPr>
            <p:cNvPr id="46" name="TextBox 45">
              <a:extLst>
                <a:ext uri="{FF2B5EF4-FFF2-40B4-BE49-F238E27FC236}">
                  <a16:creationId xmlns:a16="http://schemas.microsoft.com/office/drawing/2014/main" id="{A45B74C0-6B4F-BDC5-9645-1BDEB072B93B}"/>
                </a:ext>
              </a:extLst>
            </p:cNvPr>
            <p:cNvSpPr txBox="1"/>
            <p:nvPr/>
          </p:nvSpPr>
          <p:spPr>
            <a:xfrm>
              <a:off x="5016883" y="5341549"/>
              <a:ext cx="502683" cy="769441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GB" sz="4400" baseline="-9000" dirty="0">
                  <a:solidFill>
                    <a:schemeClr val="bg2">
                      <a:lumMod val="40000"/>
                      <a:lumOff val="60000"/>
                    </a:schemeClr>
                  </a:solidFill>
                  <a:effectLst>
                    <a:glow>
                      <a:schemeClr val="bg1"/>
                    </a:glow>
                  </a:effectLst>
                </a:rPr>
                <a:t>🤵</a:t>
              </a:r>
              <a:endParaRPr lang="en-US" sz="4400" dirty="0"/>
            </a:p>
          </p:txBody>
        </p:sp>
      </p:grpSp>
      <p:grpSp>
        <p:nvGrpSpPr>
          <p:cNvPr id="55" name="Group 54">
            <a:extLst>
              <a:ext uri="{FF2B5EF4-FFF2-40B4-BE49-F238E27FC236}">
                <a16:creationId xmlns:a16="http://schemas.microsoft.com/office/drawing/2014/main" id="{95C83EF6-B9FD-ABD1-0419-E6E9F8F2D6B0}"/>
              </a:ext>
            </a:extLst>
          </p:cNvPr>
          <p:cNvGrpSpPr/>
          <p:nvPr/>
        </p:nvGrpSpPr>
        <p:grpSpPr>
          <a:xfrm>
            <a:off x="317102" y="382289"/>
            <a:ext cx="1961697" cy="1038741"/>
            <a:chOff x="6221987" y="5100898"/>
            <a:chExt cx="3822790" cy="1038741"/>
          </a:xfrm>
        </p:grpSpPr>
        <p:sp>
          <p:nvSpPr>
            <p:cNvPr id="56" name="Rectangle 55">
              <a:extLst>
                <a:ext uri="{FF2B5EF4-FFF2-40B4-BE49-F238E27FC236}">
                  <a16:creationId xmlns:a16="http://schemas.microsoft.com/office/drawing/2014/main" id="{276EF741-EF33-82D5-CFAD-5F408E4BF796}"/>
                </a:ext>
              </a:extLst>
            </p:cNvPr>
            <p:cNvSpPr/>
            <p:nvPr/>
          </p:nvSpPr>
          <p:spPr>
            <a:xfrm>
              <a:off x="6221987" y="5100898"/>
              <a:ext cx="3822790" cy="1038741"/>
            </a:xfrm>
            <a:prstGeom prst="rect">
              <a:avLst/>
            </a:prstGeom>
            <a:solidFill>
              <a:schemeClr val="bg1"/>
            </a:solidFill>
            <a:ln w="12700">
              <a:solidFill>
                <a:srgbClr val="5A6B86"/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tIns="36000"/>
            <a:lstStyle/>
            <a:p>
              <a:pPr eaLnBrk="1" fontAlgn="auto" hangingPunct="1">
                <a:spcBef>
                  <a:spcPts val="0"/>
                </a:spcBef>
                <a:spcAft>
                  <a:spcPts val="0"/>
                </a:spcAft>
                <a:defRPr/>
              </a:pPr>
              <a:r>
                <a:rPr lang="en-GB" sz="2800" baseline="-11000" dirty="0">
                  <a:solidFill>
                    <a:schemeClr val="bg2">
                      <a:lumMod val="40000"/>
                      <a:lumOff val="60000"/>
                    </a:schemeClr>
                  </a:solidFill>
                  <a:effectLst>
                    <a:glow>
                      <a:schemeClr val="bg1"/>
                    </a:glow>
                  </a:effectLst>
                </a:rPr>
                <a:t>🍏 </a:t>
              </a:r>
              <a:r>
                <a:rPr lang="en-US" sz="2000" i="1" dirty="0">
                  <a:solidFill>
                    <a:schemeClr val="bg2">
                      <a:lumMod val="40000"/>
                      <a:lumOff val="60000"/>
                    </a:schemeClr>
                  </a:solidFill>
                  <a:effectLst>
                    <a:glow>
                      <a:schemeClr val="bg1"/>
                    </a:glow>
                  </a:effectLst>
                </a:rPr>
                <a:t>brand bound</a:t>
              </a:r>
            </a:p>
          </p:txBody>
        </p:sp>
        <p:sp>
          <p:nvSpPr>
            <p:cNvPr id="57" name="Rectangle 56">
              <a:extLst>
                <a:ext uri="{FF2B5EF4-FFF2-40B4-BE49-F238E27FC236}">
                  <a16:creationId xmlns:a16="http://schemas.microsoft.com/office/drawing/2014/main" id="{7ABBC6FA-22E0-6277-0F13-108F7F773AFF}"/>
                </a:ext>
              </a:extLst>
            </p:cNvPr>
            <p:cNvSpPr/>
            <p:nvPr/>
          </p:nvSpPr>
          <p:spPr>
            <a:xfrm>
              <a:off x="6385391" y="5490228"/>
              <a:ext cx="3506209" cy="562183"/>
            </a:xfrm>
            <a:prstGeom prst="rect">
              <a:avLst/>
            </a:prstGeom>
            <a:solidFill>
              <a:schemeClr val="tx1">
                <a:lumMod val="95000"/>
              </a:schemeClr>
            </a:solidFill>
            <a:ln w="28575">
              <a:solidFill>
                <a:schemeClr val="tx1">
                  <a:lumMod val="50000"/>
                </a:schemeClr>
              </a:solidFill>
              <a:prstDash val="solid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44000" tIns="144000" rIns="144000" bIns="144000" anchor="ctr"/>
            <a:lstStyle/>
            <a:p>
              <a:pPr>
                <a:defRPr/>
              </a:pPr>
              <a:r>
                <a:rPr lang="en-GB" sz="4400" baseline="-9000" dirty="0">
                  <a:solidFill>
                    <a:schemeClr val="bg2">
                      <a:lumMod val="40000"/>
                      <a:lumOff val="60000"/>
                    </a:schemeClr>
                  </a:solidFill>
                  <a:effectLst>
                    <a:glow>
                      <a:schemeClr val="bg1"/>
                    </a:glow>
                  </a:effectLst>
                </a:rPr>
                <a:t>🪄</a:t>
              </a:r>
              <a:r>
                <a:rPr lang="en-GB" sz="2400" dirty="0">
                  <a:solidFill>
                    <a:sysClr val="windowText" lastClr="000000"/>
                  </a:solidFill>
                  <a:latin typeface="+mj-lt"/>
                  <a:cs typeface="Arial" panose="020B0604020202020204" pitchFamily="34" charset="0"/>
                </a:rPr>
                <a:t> Wand</a:t>
              </a:r>
            </a:p>
          </p:txBody>
        </p:sp>
      </p:grpSp>
      <p:sp>
        <p:nvSpPr>
          <p:cNvPr id="62" name="Rectangle 61">
            <a:extLst>
              <a:ext uri="{FF2B5EF4-FFF2-40B4-BE49-F238E27FC236}">
                <a16:creationId xmlns:a16="http://schemas.microsoft.com/office/drawing/2014/main" id="{53C30E02-70FF-D075-0844-0786C407A7FA}"/>
              </a:ext>
            </a:extLst>
          </p:cNvPr>
          <p:cNvSpPr/>
          <p:nvPr/>
        </p:nvSpPr>
        <p:spPr>
          <a:xfrm>
            <a:off x="7485124" y="211042"/>
            <a:ext cx="4519307" cy="3247266"/>
          </a:xfrm>
          <a:prstGeom prst="rect">
            <a:avLst/>
          </a:prstGeom>
          <a:noFill/>
          <a:ln w="12700">
            <a:solidFill>
              <a:srgbClr val="5A6B86"/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tIns="36000"/>
          <a:lstStyle/>
          <a:p>
            <a:pPr eaLnBrk="1" fontAlgn="auto" hangingPunct="1">
              <a:spcBef>
                <a:spcPts val="0"/>
              </a:spcBef>
              <a:spcAft>
                <a:spcPts val="0"/>
              </a:spcAft>
              <a:defRPr/>
            </a:pPr>
            <a:endParaRPr lang="en-US" sz="2000" i="1" dirty="0">
              <a:solidFill>
                <a:schemeClr val="bg2">
                  <a:lumMod val="40000"/>
                  <a:lumOff val="60000"/>
                </a:schemeClr>
              </a:solidFill>
              <a:effectLst>
                <a:glow>
                  <a:schemeClr val="bg1"/>
                </a:glow>
              </a:effectLst>
            </a:endParaRPr>
          </a:p>
        </p:txBody>
      </p:sp>
      <p:sp>
        <p:nvSpPr>
          <p:cNvPr id="63" name="Content Placeholder 2">
            <a:extLst>
              <a:ext uri="{FF2B5EF4-FFF2-40B4-BE49-F238E27FC236}">
                <a16:creationId xmlns:a16="http://schemas.microsoft.com/office/drawing/2014/main" id="{216B750A-AA2C-664F-FD64-A1780FD93F4C}"/>
              </a:ext>
            </a:extLst>
          </p:cNvPr>
          <p:cNvSpPr txBox="1">
            <a:spLocks/>
          </p:cNvSpPr>
          <p:nvPr/>
        </p:nvSpPr>
        <p:spPr>
          <a:xfrm>
            <a:off x="7493590" y="240110"/>
            <a:ext cx="2242841" cy="400110"/>
          </a:xfrm>
          <a:prstGeom prst="rect">
            <a:avLst/>
          </a:prstGeom>
        </p:spPr>
        <p:txBody>
          <a:bodyPr wrap="square">
            <a:sp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0"/>
              </a:spcBef>
              <a:spcAft>
                <a:spcPts val="1200"/>
              </a:spcAft>
              <a:buSzPct val="90000"/>
              <a:buFont typeface="Amazon Ember" panose="020B0603020204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-228600" algn="l" defTabSz="914400" rtl="0" eaLnBrk="1" latinLnBrk="0" hangingPunct="1">
              <a:lnSpc>
                <a:spcPct val="90000"/>
              </a:lnSpc>
              <a:spcBef>
                <a:spcPts val="0"/>
              </a:spcBef>
              <a:spcAft>
                <a:spcPts val="1200"/>
              </a:spcAft>
              <a:buSzPct val="90000"/>
              <a:buFont typeface="Wingdings" panose="05000000000000000000" pitchFamily="2" charset="2"/>
              <a:buChar char="§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5800" indent="-228600" algn="l" defTabSz="914400" rtl="0" eaLnBrk="1" latinLnBrk="0" hangingPunct="1">
              <a:lnSpc>
                <a:spcPct val="90000"/>
              </a:lnSpc>
              <a:spcBef>
                <a:spcPts val="0"/>
              </a:spcBef>
              <a:spcAft>
                <a:spcPts val="1200"/>
              </a:spcAft>
              <a:buSzPct val="90000"/>
              <a:buFont typeface="Amazon Ember" panose="020B0603020204020204" pitchFamily="34" charset="0"/>
              <a:buChar char="–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4400" indent="-228600" algn="l" defTabSz="914400" rtl="0" eaLnBrk="1" latinLnBrk="0" hangingPunct="1">
              <a:lnSpc>
                <a:spcPct val="90000"/>
              </a:lnSpc>
              <a:spcBef>
                <a:spcPts val="0"/>
              </a:spcBef>
              <a:spcAft>
                <a:spcPts val="1200"/>
              </a:spcAft>
              <a:buFont typeface="Amazon Ember" panose="020B0603020204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143000" indent="-228600" algn="l" defTabSz="914400" rtl="0" eaLnBrk="1" latinLnBrk="0" hangingPunct="1">
              <a:lnSpc>
                <a:spcPct val="90000"/>
              </a:lnSpc>
              <a:spcBef>
                <a:spcPts val="0"/>
              </a:spcBef>
              <a:spcAft>
                <a:spcPts val="1200"/>
              </a:spcAft>
              <a:buFont typeface="Amazon Ember" panose="020B0603020204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mazon Ember" panose="020B0603020204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mazon Ember" panose="020B0603020204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mazon Ember" panose="020B0603020204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mazon Ember" panose="020B0603020204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spcAft>
                <a:spcPts val="600"/>
              </a:spcAft>
              <a:buNone/>
            </a:pPr>
            <a:r>
              <a:rPr lang="en-US" baseline="-11000" dirty="0">
                <a:solidFill>
                  <a:schemeClr val="bg2">
                    <a:lumMod val="40000"/>
                    <a:lumOff val="60000"/>
                  </a:schemeClr>
                </a:solidFill>
                <a:effectLst>
                  <a:glow>
                    <a:schemeClr val="bg1"/>
                  </a:glow>
                </a:effectLst>
              </a:rPr>
              <a:t>🏠</a:t>
            </a:r>
            <a:r>
              <a:rPr lang="en-US" sz="2000" i="1" dirty="0">
                <a:solidFill>
                  <a:schemeClr val="bg2">
                    <a:lumMod val="40000"/>
                    <a:lumOff val="60000"/>
                  </a:schemeClr>
                </a:solidFill>
                <a:effectLst>
                  <a:glow>
                    <a:schemeClr val="bg1"/>
                  </a:glow>
                </a:effectLst>
              </a:rPr>
              <a:t> home</a:t>
            </a:r>
          </a:p>
        </p:txBody>
      </p:sp>
      <p:grpSp>
        <p:nvGrpSpPr>
          <p:cNvPr id="12" name="Group 11">
            <a:extLst>
              <a:ext uri="{FF2B5EF4-FFF2-40B4-BE49-F238E27FC236}">
                <a16:creationId xmlns:a16="http://schemas.microsoft.com/office/drawing/2014/main" id="{90A16D8C-04A1-29C4-4E1E-E90C7BA5767B}"/>
              </a:ext>
            </a:extLst>
          </p:cNvPr>
          <p:cNvGrpSpPr/>
          <p:nvPr/>
        </p:nvGrpSpPr>
        <p:grpSpPr>
          <a:xfrm>
            <a:off x="10726797" y="672473"/>
            <a:ext cx="1164577" cy="735598"/>
            <a:chOff x="8013515" y="2736815"/>
            <a:chExt cx="1164577" cy="735598"/>
          </a:xfrm>
        </p:grpSpPr>
        <p:sp>
          <p:nvSpPr>
            <p:cNvPr id="65" name="Rectangle 64">
              <a:extLst>
                <a:ext uri="{FF2B5EF4-FFF2-40B4-BE49-F238E27FC236}">
                  <a16:creationId xmlns:a16="http://schemas.microsoft.com/office/drawing/2014/main" id="{82109904-715D-A095-9672-A9692C64CCBF}"/>
                </a:ext>
              </a:extLst>
            </p:cNvPr>
            <p:cNvSpPr/>
            <p:nvPr/>
          </p:nvSpPr>
          <p:spPr>
            <a:xfrm>
              <a:off x="8048951" y="2736815"/>
              <a:ext cx="1129141" cy="735598"/>
            </a:xfrm>
            <a:prstGeom prst="rect">
              <a:avLst/>
            </a:prstGeom>
            <a:solidFill>
              <a:schemeClr val="bg1">
                <a:lumMod val="85000"/>
                <a:lumOff val="15000"/>
              </a:schemeClr>
            </a:solidFill>
            <a:ln w="12700">
              <a:noFill/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tIns="36000"/>
            <a:lstStyle/>
            <a:p>
              <a:pPr algn="r"/>
              <a:endParaRPr lang="en-US" sz="2000" dirty="0">
                <a:solidFill>
                  <a:schemeClr val="bg2">
                    <a:lumMod val="40000"/>
                    <a:lumOff val="60000"/>
                  </a:schemeClr>
                </a:solidFill>
                <a:effectLst>
                  <a:glow>
                    <a:schemeClr val="bg1"/>
                  </a:glow>
                </a:effectLst>
              </a:endParaRPr>
            </a:p>
          </p:txBody>
        </p:sp>
        <p:sp>
          <p:nvSpPr>
            <p:cNvPr id="66" name="TextBox 65">
              <a:extLst>
                <a:ext uri="{FF2B5EF4-FFF2-40B4-BE49-F238E27FC236}">
                  <a16:creationId xmlns:a16="http://schemas.microsoft.com/office/drawing/2014/main" id="{8C57AE6C-5495-08C7-2AAE-2EE499E68133}"/>
                </a:ext>
              </a:extLst>
            </p:cNvPr>
            <p:cNvSpPr txBox="1"/>
            <p:nvPr/>
          </p:nvSpPr>
          <p:spPr>
            <a:xfrm>
              <a:off x="8013515" y="2792381"/>
              <a:ext cx="1117685" cy="656590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r"/>
              <a:r>
                <a:rPr lang="en-GB" sz="2800" baseline="-11000" noProof="1">
                  <a:solidFill>
                    <a:schemeClr val="bg2">
                      <a:lumMod val="40000"/>
                      <a:lumOff val="60000"/>
                    </a:schemeClr>
                  </a:solidFill>
                  <a:effectLst>
                    <a:glow>
                      <a:schemeClr val="bg1"/>
                    </a:glow>
                  </a:effectLst>
                </a:rPr>
                <a:t>🛜</a:t>
              </a:r>
              <a:r>
                <a:rPr lang="en-GB" noProof="1"/>
                <a:t> home </a:t>
              </a:r>
              <a:br>
                <a:rPr lang="en-GB" noProof="1"/>
              </a:br>
              <a:r>
                <a:rPr lang="en-GB" noProof="1"/>
                <a:t>Wi-Fi</a:t>
              </a:r>
            </a:p>
          </p:txBody>
        </p:sp>
      </p:grpSp>
      <p:grpSp>
        <p:nvGrpSpPr>
          <p:cNvPr id="79" name="Group 78">
            <a:extLst>
              <a:ext uri="{FF2B5EF4-FFF2-40B4-BE49-F238E27FC236}">
                <a16:creationId xmlns:a16="http://schemas.microsoft.com/office/drawing/2014/main" id="{229C2E4E-A2B3-EB87-D93B-78D5E742E47F}"/>
              </a:ext>
            </a:extLst>
          </p:cNvPr>
          <p:cNvGrpSpPr/>
          <p:nvPr/>
        </p:nvGrpSpPr>
        <p:grpSpPr>
          <a:xfrm>
            <a:off x="317098" y="2305642"/>
            <a:ext cx="1972893" cy="1038741"/>
            <a:chOff x="7507403" y="1006813"/>
            <a:chExt cx="640029" cy="1038741"/>
          </a:xfrm>
        </p:grpSpPr>
        <p:sp>
          <p:nvSpPr>
            <p:cNvPr id="81" name="Rectangle 80">
              <a:extLst>
                <a:ext uri="{FF2B5EF4-FFF2-40B4-BE49-F238E27FC236}">
                  <a16:creationId xmlns:a16="http://schemas.microsoft.com/office/drawing/2014/main" id="{F0FE19C5-6AEF-1841-22CC-ABAD5854384F}"/>
                </a:ext>
              </a:extLst>
            </p:cNvPr>
            <p:cNvSpPr/>
            <p:nvPr/>
          </p:nvSpPr>
          <p:spPr>
            <a:xfrm>
              <a:off x="7538137" y="1386857"/>
              <a:ext cx="580163" cy="562183"/>
            </a:xfrm>
            <a:prstGeom prst="rect">
              <a:avLst/>
            </a:prstGeom>
            <a:solidFill>
              <a:schemeClr val="tx1">
                <a:lumMod val="95000"/>
              </a:schemeClr>
            </a:solidFill>
            <a:ln w="28575">
              <a:solidFill>
                <a:schemeClr val="tx1">
                  <a:lumMod val="50000"/>
                </a:schemeClr>
              </a:solidFill>
              <a:prstDash val="solid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44000" tIns="144000" rIns="36000" bIns="144000" anchor="ctr"/>
            <a:lstStyle/>
            <a:p>
              <a:r>
                <a:rPr lang="en-GB" sz="3200" baseline="-9000" dirty="0">
                  <a:solidFill>
                    <a:schemeClr val="bg2">
                      <a:lumMod val="40000"/>
                      <a:lumOff val="60000"/>
                    </a:schemeClr>
                  </a:solidFill>
                  <a:effectLst>
                    <a:glow>
                      <a:schemeClr val="bg1"/>
                    </a:glow>
                  </a:effectLst>
                </a:rPr>
                <a:t>🧢 </a:t>
              </a:r>
              <a:r>
                <a:rPr lang="en-GB" sz="2400" dirty="0">
                  <a:solidFill>
                    <a:sysClr val="windowText" lastClr="000000"/>
                  </a:solidFill>
                  <a:latin typeface="+mj-lt"/>
                  <a:cs typeface="Arial" panose="020B0604020202020204" pitchFamily="34" charset="0"/>
                </a:rPr>
                <a:t>Persona</a:t>
              </a:r>
            </a:p>
          </p:txBody>
        </p:sp>
        <p:sp>
          <p:nvSpPr>
            <p:cNvPr id="82" name="Rectangle 81">
              <a:extLst>
                <a:ext uri="{FF2B5EF4-FFF2-40B4-BE49-F238E27FC236}">
                  <a16:creationId xmlns:a16="http://schemas.microsoft.com/office/drawing/2014/main" id="{A3760BD6-E544-C8B7-C8C7-7CF00B03F3F2}"/>
                </a:ext>
              </a:extLst>
            </p:cNvPr>
            <p:cNvSpPr/>
            <p:nvPr/>
          </p:nvSpPr>
          <p:spPr>
            <a:xfrm>
              <a:off x="7507403" y="1006813"/>
              <a:ext cx="640029" cy="1038741"/>
            </a:xfrm>
            <a:prstGeom prst="rect">
              <a:avLst/>
            </a:prstGeom>
            <a:noFill/>
            <a:ln w="12700">
              <a:solidFill>
                <a:srgbClr val="5A6B86"/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tIns="36000"/>
            <a:lstStyle/>
            <a:p>
              <a:pPr eaLnBrk="1" fontAlgn="auto" hangingPunct="1">
                <a:spcBef>
                  <a:spcPts val="0"/>
                </a:spcBef>
                <a:spcAft>
                  <a:spcPts val="0"/>
                </a:spcAft>
                <a:defRPr/>
              </a:pPr>
              <a:r>
                <a:rPr lang="en-US" sz="2800" baseline="-11000">
                  <a:solidFill>
                    <a:schemeClr val="bg2">
                      <a:lumMod val="40000"/>
                      <a:lumOff val="60000"/>
                    </a:schemeClr>
                  </a:solidFill>
                  <a:effectLst>
                    <a:glow>
                      <a:schemeClr val="bg1"/>
                    </a:glow>
                  </a:effectLst>
                </a:rPr>
                <a:t>🧑‍🦰 </a:t>
              </a:r>
              <a:r>
                <a:rPr lang="en-US" sz="2000" i="1">
                  <a:solidFill>
                    <a:schemeClr val="bg2">
                      <a:lumMod val="40000"/>
                      <a:lumOff val="60000"/>
                    </a:schemeClr>
                  </a:solidFill>
                  <a:effectLst>
                    <a:glow>
                      <a:schemeClr val="bg1"/>
                    </a:glow>
                  </a:effectLst>
                </a:rPr>
                <a:t>user bound</a:t>
              </a:r>
            </a:p>
          </p:txBody>
        </p:sp>
      </p:grpSp>
      <p:cxnSp>
        <p:nvCxnSpPr>
          <p:cNvPr id="84" name="Straight Arrow Connector 12">
            <a:extLst>
              <a:ext uri="{FF2B5EF4-FFF2-40B4-BE49-F238E27FC236}">
                <a16:creationId xmlns:a16="http://schemas.microsoft.com/office/drawing/2014/main" id="{D117737B-F9B8-11EF-8AB5-4713C7ECA022}"/>
              </a:ext>
            </a:extLst>
          </p:cNvPr>
          <p:cNvCxnSpPr>
            <a:cxnSpLocks/>
            <a:stCxn id="54" idx="0"/>
            <a:endCxn id="56" idx="3"/>
          </p:cNvCxnSpPr>
          <p:nvPr/>
        </p:nvCxnSpPr>
        <p:spPr>
          <a:xfrm rot="16200000" flipV="1">
            <a:off x="3266707" y="-86247"/>
            <a:ext cx="339481" cy="2315295"/>
          </a:xfrm>
          <a:prstGeom prst="bentConnector2">
            <a:avLst/>
          </a:prstGeom>
          <a:ln>
            <a:solidFill>
              <a:schemeClr val="tx1"/>
            </a:solidFill>
            <a:tailEnd type="triangle" w="lg" len="lg"/>
          </a:ln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cxnSp>
        <p:nvCxnSpPr>
          <p:cNvPr id="87" name="Straight Arrow Connector 12">
            <a:extLst>
              <a:ext uri="{FF2B5EF4-FFF2-40B4-BE49-F238E27FC236}">
                <a16:creationId xmlns:a16="http://schemas.microsoft.com/office/drawing/2014/main" id="{07BF90A8-1C3F-5A07-2E1F-49E826B70012}"/>
              </a:ext>
            </a:extLst>
          </p:cNvPr>
          <p:cNvCxnSpPr>
            <a:cxnSpLocks/>
            <a:stCxn id="54" idx="2"/>
            <a:endCxn id="82" idx="3"/>
          </p:cNvCxnSpPr>
          <p:nvPr/>
        </p:nvCxnSpPr>
        <p:spPr>
          <a:xfrm rot="5400000">
            <a:off x="3308515" y="1539434"/>
            <a:ext cx="267056" cy="2304103"/>
          </a:xfrm>
          <a:prstGeom prst="bentConnector2">
            <a:avLst/>
          </a:prstGeom>
          <a:ln>
            <a:solidFill>
              <a:schemeClr val="tx1"/>
            </a:solidFill>
            <a:tailEnd type="triangle" w="lg" len="lg"/>
          </a:ln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grpSp>
        <p:nvGrpSpPr>
          <p:cNvPr id="105" name="Group 104">
            <a:extLst>
              <a:ext uri="{FF2B5EF4-FFF2-40B4-BE49-F238E27FC236}">
                <a16:creationId xmlns:a16="http://schemas.microsoft.com/office/drawing/2014/main" id="{60F8137E-C71F-10A3-707A-B260F65812DA}"/>
              </a:ext>
            </a:extLst>
          </p:cNvPr>
          <p:cNvGrpSpPr/>
          <p:nvPr/>
        </p:nvGrpSpPr>
        <p:grpSpPr>
          <a:xfrm>
            <a:off x="2412402" y="33677"/>
            <a:ext cx="3319530" cy="830997"/>
            <a:chOff x="2343832" y="1872138"/>
            <a:chExt cx="3319530" cy="830997"/>
          </a:xfrm>
        </p:grpSpPr>
        <p:sp>
          <p:nvSpPr>
            <p:cNvPr id="106" name="Rounded Rectangle 105">
              <a:extLst>
                <a:ext uri="{FF2B5EF4-FFF2-40B4-BE49-F238E27FC236}">
                  <a16:creationId xmlns:a16="http://schemas.microsoft.com/office/drawing/2014/main" id="{D8E29B29-0B41-04A0-CB38-A4FDCA3CA1B8}"/>
                </a:ext>
              </a:extLst>
            </p:cNvPr>
            <p:cNvSpPr/>
            <p:nvPr/>
          </p:nvSpPr>
          <p:spPr>
            <a:xfrm>
              <a:off x="2343832" y="2223776"/>
              <a:ext cx="360000" cy="360000"/>
            </a:xfrm>
            <a:prstGeom prst="roundRect">
              <a:avLst/>
            </a:prstGeom>
            <a:solidFill>
              <a:schemeClr val="accent5"/>
            </a:solidFill>
            <a:ln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lIns="45720" tIns="45720" rIns="45720" rtlCol="0" anchor="ctr"/>
            <a:lstStyle/>
            <a:p>
              <a:pPr algn="ctr"/>
              <a:r>
                <a:rPr lang="en-GB" b="1" dirty="0">
                  <a:solidFill>
                    <a:schemeClr val="tx1"/>
                  </a:solidFill>
                </a:rPr>
                <a:t>2</a:t>
              </a:r>
            </a:p>
          </p:txBody>
        </p:sp>
        <p:sp>
          <p:nvSpPr>
            <p:cNvPr id="107" name="Content Placeholder 2">
              <a:extLst>
                <a:ext uri="{FF2B5EF4-FFF2-40B4-BE49-F238E27FC236}">
                  <a16:creationId xmlns:a16="http://schemas.microsoft.com/office/drawing/2014/main" id="{5C4DA408-8D15-5301-0F9B-58110B07C7FF}"/>
                </a:ext>
              </a:extLst>
            </p:cNvPr>
            <p:cNvSpPr txBox="1">
              <a:spLocks/>
            </p:cNvSpPr>
            <p:nvPr/>
          </p:nvSpPr>
          <p:spPr>
            <a:xfrm>
              <a:off x="2713889" y="1872138"/>
              <a:ext cx="2949473" cy="830997"/>
            </a:xfrm>
            <a:prstGeom prst="rect">
              <a:avLst/>
            </a:prstGeom>
          </p:spPr>
          <p:txBody>
            <a:bodyPr wrap="square">
              <a:spAutoFit/>
            </a:bodyPr>
            <a:lstStyle>
              <a:lvl1pPr marL="228600" indent="-228600" algn="l" defTabSz="914400" rtl="0" eaLnBrk="1" latinLnBrk="0" hangingPunct="1">
                <a:lnSpc>
                  <a:spcPct val="90000"/>
                </a:lnSpc>
                <a:spcBef>
                  <a:spcPts val="0"/>
                </a:spcBef>
                <a:spcAft>
                  <a:spcPts val="1200"/>
                </a:spcAft>
                <a:buSzPct val="90000"/>
                <a:buFont typeface="Amazon Ember" panose="020B0603020204020204" pitchFamily="34" charset="0"/>
                <a:buChar char="•"/>
                <a:defRPr sz="2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indent="-228600" algn="l" defTabSz="914400" rtl="0" eaLnBrk="1" latinLnBrk="0" hangingPunct="1">
                <a:lnSpc>
                  <a:spcPct val="90000"/>
                </a:lnSpc>
                <a:spcBef>
                  <a:spcPts val="0"/>
                </a:spcBef>
                <a:spcAft>
                  <a:spcPts val="1200"/>
                </a:spcAft>
                <a:buSzPct val="90000"/>
                <a:buFont typeface="Wingdings" panose="05000000000000000000" pitchFamily="2" charset="2"/>
                <a:buChar char="§"/>
                <a:defRPr sz="24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685800" indent="-228600" algn="l" defTabSz="914400" rtl="0" eaLnBrk="1" latinLnBrk="0" hangingPunct="1">
                <a:lnSpc>
                  <a:spcPct val="90000"/>
                </a:lnSpc>
                <a:spcBef>
                  <a:spcPts val="0"/>
                </a:spcBef>
                <a:spcAft>
                  <a:spcPts val="1200"/>
                </a:spcAft>
                <a:buSzPct val="90000"/>
                <a:buFont typeface="Amazon Ember" panose="020B0603020204020204" pitchFamily="34" charset="0"/>
                <a:buChar char="–"/>
                <a:defRPr sz="20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914400" indent="-228600" algn="l" defTabSz="914400" rtl="0" eaLnBrk="1" latinLnBrk="0" hangingPunct="1">
                <a:lnSpc>
                  <a:spcPct val="90000"/>
                </a:lnSpc>
                <a:spcBef>
                  <a:spcPts val="0"/>
                </a:spcBef>
                <a:spcAft>
                  <a:spcPts val="1200"/>
                </a:spcAft>
                <a:buFont typeface="Amazon Ember" panose="020B0603020204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143000" indent="-228600" algn="l" defTabSz="914400" rtl="0" eaLnBrk="1" latinLnBrk="0" hangingPunct="1">
                <a:lnSpc>
                  <a:spcPct val="90000"/>
                </a:lnSpc>
                <a:spcBef>
                  <a:spcPts val="0"/>
                </a:spcBef>
                <a:spcAft>
                  <a:spcPts val="1200"/>
                </a:spcAft>
                <a:buFont typeface="Amazon Ember" panose="020B0603020204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5146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mazon Ember" panose="020B0603020204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9718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mazon Ember" panose="020B0603020204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4290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mazon Ember" panose="020B0603020204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8862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mazon Ember" panose="020B0603020204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indent="0">
                <a:lnSpc>
                  <a:spcPct val="100000"/>
                </a:lnSpc>
                <a:spcAft>
                  <a:spcPts val="600"/>
                </a:spcAft>
                <a:buNone/>
              </a:pPr>
              <a:r>
                <a:rPr lang="en-US" sz="2000" i="1" dirty="0">
                  <a:solidFill>
                    <a:schemeClr val="bg2">
                      <a:lumMod val="40000"/>
                      <a:lumOff val="60000"/>
                    </a:schemeClr>
                  </a:solidFill>
                  <a:effectLst>
                    <a:glow>
                      <a:schemeClr val="bg1"/>
                    </a:glow>
                  </a:effectLst>
                </a:rPr>
                <a:t>- translate locator </a:t>
              </a:r>
              <a:r>
                <a:rPr lang="en-GB" baseline="-11000" dirty="0">
                  <a:solidFill>
                    <a:schemeClr val="bg2">
                      <a:lumMod val="40000"/>
                      <a:lumOff val="60000"/>
                    </a:schemeClr>
                  </a:solidFill>
                  <a:effectLst>
                    <a:glow>
                      <a:schemeClr val="bg1"/>
                    </a:glow>
                  </a:effectLst>
                </a:rPr>
                <a:t>🔆</a:t>
              </a:r>
              <a:br>
                <a:rPr lang="en-US" sz="2000" i="1" dirty="0">
                  <a:solidFill>
                    <a:schemeClr val="bg2">
                      <a:lumMod val="40000"/>
                      <a:lumOff val="60000"/>
                    </a:schemeClr>
                  </a:solidFill>
                  <a:effectLst>
                    <a:glow>
                      <a:schemeClr val="bg1"/>
                    </a:glow>
                  </a:effectLst>
                </a:rPr>
              </a:br>
              <a:r>
                <a:rPr lang="en-US" sz="2000" i="1" dirty="0">
                  <a:solidFill>
                    <a:schemeClr val="bg2">
                      <a:lumMod val="40000"/>
                      <a:lumOff val="60000"/>
                    </a:schemeClr>
                  </a:solidFill>
                  <a:effectLst>
                    <a:glow>
                      <a:schemeClr val="bg1"/>
                    </a:glow>
                  </a:effectLst>
                </a:rPr>
                <a:t>- get direct wi-fi config</a:t>
              </a:r>
            </a:p>
          </p:txBody>
        </p:sp>
      </p:grpSp>
      <p:grpSp>
        <p:nvGrpSpPr>
          <p:cNvPr id="108" name="Group 107">
            <a:extLst>
              <a:ext uri="{FF2B5EF4-FFF2-40B4-BE49-F238E27FC236}">
                <a16:creationId xmlns:a16="http://schemas.microsoft.com/office/drawing/2014/main" id="{26853BED-2AC1-2C3F-673F-3FAB35285DD3}"/>
              </a:ext>
            </a:extLst>
          </p:cNvPr>
          <p:cNvGrpSpPr/>
          <p:nvPr/>
        </p:nvGrpSpPr>
        <p:grpSpPr>
          <a:xfrm>
            <a:off x="2412402" y="2963675"/>
            <a:ext cx="3319530" cy="707886"/>
            <a:chOff x="2343832" y="2201084"/>
            <a:chExt cx="3319530" cy="707886"/>
          </a:xfrm>
        </p:grpSpPr>
        <p:sp>
          <p:nvSpPr>
            <p:cNvPr id="109" name="Rounded Rectangle 108">
              <a:extLst>
                <a:ext uri="{FF2B5EF4-FFF2-40B4-BE49-F238E27FC236}">
                  <a16:creationId xmlns:a16="http://schemas.microsoft.com/office/drawing/2014/main" id="{A5834E28-245F-D46F-20F7-9F23DD88ED98}"/>
                </a:ext>
              </a:extLst>
            </p:cNvPr>
            <p:cNvSpPr/>
            <p:nvPr/>
          </p:nvSpPr>
          <p:spPr>
            <a:xfrm>
              <a:off x="2343832" y="2223776"/>
              <a:ext cx="360000" cy="360000"/>
            </a:xfrm>
            <a:prstGeom prst="roundRect">
              <a:avLst/>
            </a:prstGeom>
            <a:solidFill>
              <a:schemeClr val="accent5"/>
            </a:solidFill>
            <a:ln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lIns="45720" tIns="45720" rIns="45720" rtlCol="0" anchor="ctr"/>
            <a:lstStyle/>
            <a:p>
              <a:pPr algn="ctr"/>
              <a:r>
                <a:rPr lang="en-GB" b="1" dirty="0">
                  <a:solidFill>
                    <a:schemeClr val="tx1"/>
                  </a:solidFill>
                </a:rPr>
                <a:t>3</a:t>
              </a:r>
            </a:p>
          </p:txBody>
        </p:sp>
        <p:sp>
          <p:nvSpPr>
            <p:cNvPr id="110" name="Content Placeholder 2">
              <a:extLst>
                <a:ext uri="{FF2B5EF4-FFF2-40B4-BE49-F238E27FC236}">
                  <a16:creationId xmlns:a16="http://schemas.microsoft.com/office/drawing/2014/main" id="{429B207E-AF73-1077-C317-51A4AE29C63C}"/>
                </a:ext>
              </a:extLst>
            </p:cNvPr>
            <p:cNvSpPr txBox="1">
              <a:spLocks/>
            </p:cNvSpPr>
            <p:nvPr/>
          </p:nvSpPr>
          <p:spPr>
            <a:xfrm>
              <a:off x="2713889" y="2201084"/>
              <a:ext cx="2949473" cy="707886"/>
            </a:xfrm>
            <a:prstGeom prst="rect">
              <a:avLst/>
            </a:prstGeom>
          </p:spPr>
          <p:txBody>
            <a:bodyPr wrap="square">
              <a:spAutoFit/>
            </a:bodyPr>
            <a:lstStyle>
              <a:lvl1pPr marL="228600" indent="-228600" algn="l" defTabSz="914400" rtl="0" eaLnBrk="1" latinLnBrk="0" hangingPunct="1">
                <a:lnSpc>
                  <a:spcPct val="90000"/>
                </a:lnSpc>
                <a:spcBef>
                  <a:spcPts val="0"/>
                </a:spcBef>
                <a:spcAft>
                  <a:spcPts val="1200"/>
                </a:spcAft>
                <a:buSzPct val="90000"/>
                <a:buFont typeface="Amazon Ember" panose="020B0603020204020204" pitchFamily="34" charset="0"/>
                <a:buChar char="•"/>
                <a:defRPr sz="2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indent="-228600" algn="l" defTabSz="914400" rtl="0" eaLnBrk="1" latinLnBrk="0" hangingPunct="1">
                <a:lnSpc>
                  <a:spcPct val="90000"/>
                </a:lnSpc>
                <a:spcBef>
                  <a:spcPts val="0"/>
                </a:spcBef>
                <a:spcAft>
                  <a:spcPts val="1200"/>
                </a:spcAft>
                <a:buSzPct val="90000"/>
                <a:buFont typeface="Wingdings" panose="05000000000000000000" pitchFamily="2" charset="2"/>
                <a:buChar char="§"/>
                <a:defRPr sz="24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685800" indent="-228600" algn="l" defTabSz="914400" rtl="0" eaLnBrk="1" latinLnBrk="0" hangingPunct="1">
                <a:lnSpc>
                  <a:spcPct val="90000"/>
                </a:lnSpc>
                <a:spcBef>
                  <a:spcPts val="0"/>
                </a:spcBef>
                <a:spcAft>
                  <a:spcPts val="1200"/>
                </a:spcAft>
                <a:buSzPct val="90000"/>
                <a:buFont typeface="Amazon Ember" panose="020B0603020204020204" pitchFamily="34" charset="0"/>
                <a:buChar char="–"/>
                <a:defRPr sz="20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914400" indent="-228600" algn="l" defTabSz="914400" rtl="0" eaLnBrk="1" latinLnBrk="0" hangingPunct="1">
                <a:lnSpc>
                  <a:spcPct val="90000"/>
                </a:lnSpc>
                <a:spcBef>
                  <a:spcPts val="0"/>
                </a:spcBef>
                <a:spcAft>
                  <a:spcPts val="1200"/>
                </a:spcAft>
                <a:buFont typeface="Amazon Ember" panose="020B0603020204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143000" indent="-228600" algn="l" defTabSz="914400" rtl="0" eaLnBrk="1" latinLnBrk="0" hangingPunct="1">
                <a:lnSpc>
                  <a:spcPct val="90000"/>
                </a:lnSpc>
                <a:spcBef>
                  <a:spcPts val="0"/>
                </a:spcBef>
                <a:spcAft>
                  <a:spcPts val="1200"/>
                </a:spcAft>
                <a:buFont typeface="Amazon Ember" panose="020B0603020204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5146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mazon Ember" panose="020B0603020204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9718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mazon Ember" panose="020B0603020204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4290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mazon Ember" panose="020B0603020204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8862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mazon Ember" panose="020B0603020204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indent="0">
                <a:lnSpc>
                  <a:spcPct val="100000"/>
                </a:lnSpc>
                <a:spcAft>
                  <a:spcPts val="600"/>
                </a:spcAft>
                <a:buNone/>
              </a:pPr>
              <a:r>
                <a:rPr lang="en-US" sz="2000" i="1" dirty="0">
                  <a:solidFill>
                    <a:schemeClr val="bg2">
                      <a:lumMod val="40000"/>
                      <a:lumOff val="60000"/>
                    </a:schemeClr>
                  </a:solidFill>
                  <a:effectLst>
                    <a:glow>
                      <a:schemeClr val="bg1"/>
                    </a:glow>
                  </a:effectLst>
                </a:rPr>
                <a:t>get home wi-fi </a:t>
              </a:r>
              <a:br>
                <a:rPr lang="en-US" sz="2000" i="1" dirty="0">
                  <a:solidFill>
                    <a:schemeClr val="bg2">
                      <a:lumMod val="40000"/>
                      <a:lumOff val="60000"/>
                    </a:schemeClr>
                  </a:solidFill>
                  <a:effectLst>
                    <a:glow>
                      <a:schemeClr val="bg1"/>
                    </a:glow>
                  </a:effectLst>
                </a:rPr>
              </a:br>
              <a:r>
                <a:rPr lang="en-US" sz="2000" i="1" dirty="0">
                  <a:solidFill>
                    <a:schemeClr val="bg2">
                      <a:lumMod val="40000"/>
                      <a:lumOff val="60000"/>
                    </a:schemeClr>
                  </a:solidFill>
                  <a:effectLst>
                    <a:glow>
                      <a:schemeClr val="bg1"/>
                    </a:glow>
                  </a:effectLst>
                </a:rPr>
                <a:t>password</a:t>
              </a:r>
            </a:p>
          </p:txBody>
        </p:sp>
      </p:grpSp>
      <p:grpSp>
        <p:nvGrpSpPr>
          <p:cNvPr id="111" name="Group 110">
            <a:extLst>
              <a:ext uri="{FF2B5EF4-FFF2-40B4-BE49-F238E27FC236}">
                <a16:creationId xmlns:a16="http://schemas.microsoft.com/office/drawing/2014/main" id="{28794CBF-DBEF-70E0-7A50-8BBA0C4F0DE9}"/>
              </a:ext>
            </a:extLst>
          </p:cNvPr>
          <p:cNvGrpSpPr/>
          <p:nvPr/>
        </p:nvGrpSpPr>
        <p:grpSpPr>
          <a:xfrm>
            <a:off x="5721573" y="767420"/>
            <a:ext cx="1391603" cy="765442"/>
            <a:chOff x="2343832" y="2223776"/>
            <a:chExt cx="1391603" cy="765442"/>
          </a:xfrm>
        </p:grpSpPr>
        <p:sp>
          <p:nvSpPr>
            <p:cNvPr id="112" name="Rounded Rectangle 111">
              <a:extLst>
                <a:ext uri="{FF2B5EF4-FFF2-40B4-BE49-F238E27FC236}">
                  <a16:creationId xmlns:a16="http://schemas.microsoft.com/office/drawing/2014/main" id="{024F2A01-1176-9082-8871-24C476D49C2F}"/>
                </a:ext>
              </a:extLst>
            </p:cNvPr>
            <p:cNvSpPr/>
            <p:nvPr/>
          </p:nvSpPr>
          <p:spPr>
            <a:xfrm>
              <a:off x="2343832" y="2223776"/>
              <a:ext cx="360000" cy="360000"/>
            </a:xfrm>
            <a:prstGeom prst="roundRect">
              <a:avLst/>
            </a:prstGeom>
            <a:solidFill>
              <a:schemeClr val="accent5"/>
            </a:solidFill>
            <a:ln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lIns="45720" tIns="45720" rIns="45720" rtlCol="0" anchor="ctr"/>
            <a:lstStyle/>
            <a:p>
              <a:pPr algn="ctr"/>
              <a:r>
                <a:rPr lang="en-GB" b="1" dirty="0">
                  <a:solidFill>
                    <a:schemeClr val="tx1"/>
                  </a:solidFill>
                </a:rPr>
                <a:t>1</a:t>
              </a:r>
            </a:p>
          </p:txBody>
        </p:sp>
        <p:sp>
          <p:nvSpPr>
            <p:cNvPr id="113" name="Content Placeholder 2">
              <a:extLst>
                <a:ext uri="{FF2B5EF4-FFF2-40B4-BE49-F238E27FC236}">
                  <a16:creationId xmlns:a16="http://schemas.microsoft.com/office/drawing/2014/main" id="{80038F2F-F6DA-89D7-F99E-E94D1BE98753}"/>
                </a:ext>
              </a:extLst>
            </p:cNvPr>
            <p:cNvSpPr txBox="1">
              <a:spLocks/>
            </p:cNvSpPr>
            <p:nvPr/>
          </p:nvSpPr>
          <p:spPr>
            <a:xfrm>
              <a:off x="2711484" y="2281332"/>
              <a:ext cx="1023951" cy="707886"/>
            </a:xfrm>
            <a:prstGeom prst="rect">
              <a:avLst/>
            </a:prstGeom>
          </p:spPr>
          <p:txBody>
            <a:bodyPr wrap="square">
              <a:spAutoFit/>
            </a:bodyPr>
            <a:lstStyle>
              <a:lvl1pPr marL="228600" indent="-228600" algn="l" defTabSz="914400" rtl="0" eaLnBrk="1" latinLnBrk="0" hangingPunct="1">
                <a:lnSpc>
                  <a:spcPct val="90000"/>
                </a:lnSpc>
                <a:spcBef>
                  <a:spcPts val="0"/>
                </a:spcBef>
                <a:spcAft>
                  <a:spcPts val="1200"/>
                </a:spcAft>
                <a:buSzPct val="90000"/>
                <a:buFont typeface="Amazon Ember" panose="020B0603020204020204" pitchFamily="34" charset="0"/>
                <a:buChar char="•"/>
                <a:defRPr sz="2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indent="-228600" algn="l" defTabSz="914400" rtl="0" eaLnBrk="1" latinLnBrk="0" hangingPunct="1">
                <a:lnSpc>
                  <a:spcPct val="90000"/>
                </a:lnSpc>
                <a:spcBef>
                  <a:spcPts val="0"/>
                </a:spcBef>
                <a:spcAft>
                  <a:spcPts val="1200"/>
                </a:spcAft>
                <a:buSzPct val="90000"/>
                <a:buFont typeface="Wingdings" panose="05000000000000000000" pitchFamily="2" charset="2"/>
                <a:buChar char="§"/>
                <a:defRPr sz="24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685800" indent="-228600" algn="l" defTabSz="914400" rtl="0" eaLnBrk="1" latinLnBrk="0" hangingPunct="1">
                <a:lnSpc>
                  <a:spcPct val="90000"/>
                </a:lnSpc>
                <a:spcBef>
                  <a:spcPts val="0"/>
                </a:spcBef>
                <a:spcAft>
                  <a:spcPts val="1200"/>
                </a:spcAft>
                <a:buSzPct val="90000"/>
                <a:buFont typeface="Amazon Ember" panose="020B0603020204020204" pitchFamily="34" charset="0"/>
                <a:buChar char="–"/>
                <a:defRPr sz="20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914400" indent="-228600" algn="l" defTabSz="914400" rtl="0" eaLnBrk="1" latinLnBrk="0" hangingPunct="1">
                <a:lnSpc>
                  <a:spcPct val="90000"/>
                </a:lnSpc>
                <a:spcBef>
                  <a:spcPts val="0"/>
                </a:spcBef>
                <a:spcAft>
                  <a:spcPts val="1200"/>
                </a:spcAft>
                <a:buFont typeface="Amazon Ember" panose="020B0603020204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143000" indent="-228600" algn="l" defTabSz="914400" rtl="0" eaLnBrk="1" latinLnBrk="0" hangingPunct="1">
                <a:lnSpc>
                  <a:spcPct val="90000"/>
                </a:lnSpc>
                <a:spcBef>
                  <a:spcPts val="0"/>
                </a:spcBef>
                <a:spcAft>
                  <a:spcPts val="1200"/>
                </a:spcAft>
                <a:buFont typeface="Amazon Ember" panose="020B0603020204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5146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mazon Ember" panose="020B0603020204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9718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mazon Ember" panose="020B0603020204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4290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mazon Ember" panose="020B0603020204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8862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mazon Ember" panose="020B0603020204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indent="0">
                <a:lnSpc>
                  <a:spcPct val="100000"/>
                </a:lnSpc>
                <a:spcAft>
                  <a:spcPts val="600"/>
                </a:spcAft>
                <a:buNone/>
              </a:pPr>
              <a:r>
                <a:rPr lang="en-US" sz="2000" i="1" dirty="0">
                  <a:solidFill>
                    <a:schemeClr val="bg2">
                      <a:lumMod val="40000"/>
                      <a:lumOff val="60000"/>
                    </a:schemeClr>
                  </a:solidFill>
                  <a:effectLst>
                    <a:glow>
                      <a:schemeClr val="bg1"/>
                    </a:glow>
                  </a:effectLst>
                </a:rPr>
                <a:t>tap or</a:t>
              </a:r>
              <a:br>
                <a:rPr lang="en-US" sz="2000" i="1" dirty="0">
                  <a:solidFill>
                    <a:schemeClr val="bg2">
                      <a:lumMod val="40000"/>
                      <a:lumOff val="60000"/>
                    </a:schemeClr>
                  </a:solidFill>
                  <a:effectLst>
                    <a:glow>
                      <a:schemeClr val="bg1"/>
                    </a:glow>
                  </a:effectLst>
                </a:rPr>
              </a:br>
              <a:r>
                <a:rPr lang="en-US" sz="2000" i="1" dirty="0">
                  <a:solidFill>
                    <a:schemeClr val="bg2">
                      <a:lumMod val="40000"/>
                      <a:lumOff val="60000"/>
                    </a:schemeClr>
                  </a:solidFill>
                  <a:effectLst>
                    <a:glow>
                      <a:schemeClr val="bg1"/>
                    </a:glow>
                  </a:effectLst>
                </a:rPr>
                <a:t>scan</a:t>
              </a:r>
            </a:p>
          </p:txBody>
        </p:sp>
      </p:grpSp>
      <p:grpSp>
        <p:nvGrpSpPr>
          <p:cNvPr id="114" name="Group 113">
            <a:extLst>
              <a:ext uri="{FF2B5EF4-FFF2-40B4-BE49-F238E27FC236}">
                <a16:creationId xmlns:a16="http://schemas.microsoft.com/office/drawing/2014/main" id="{D28C09C9-77D3-E14A-3913-DE433A44F998}"/>
              </a:ext>
            </a:extLst>
          </p:cNvPr>
          <p:cNvGrpSpPr/>
          <p:nvPr/>
        </p:nvGrpSpPr>
        <p:grpSpPr>
          <a:xfrm>
            <a:off x="5225162" y="2321297"/>
            <a:ext cx="2081741" cy="1323439"/>
            <a:chOff x="1853248" y="2159482"/>
            <a:chExt cx="2081741" cy="1323439"/>
          </a:xfrm>
        </p:grpSpPr>
        <p:sp>
          <p:nvSpPr>
            <p:cNvPr id="115" name="Rounded Rectangle 114">
              <a:extLst>
                <a:ext uri="{FF2B5EF4-FFF2-40B4-BE49-F238E27FC236}">
                  <a16:creationId xmlns:a16="http://schemas.microsoft.com/office/drawing/2014/main" id="{A2726F5E-3E3A-FE5F-AFD7-B249476780AC}"/>
                </a:ext>
              </a:extLst>
            </p:cNvPr>
            <p:cNvSpPr/>
            <p:nvPr/>
          </p:nvSpPr>
          <p:spPr>
            <a:xfrm>
              <a:off x="1853248" y="2502803"/>
              <a:ext cx="360000" cy="360000"/>
            </a:xfrm>
            <a:prstGeom prst="roundRect">
              <a:avLst/>
            </a:prstGeom>
            <a:solidFill>
              <a:schemeClr val="accent5"/>
            </a:solidFill>
            <a:ln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lIns="45720" tIns="45720" rIns="45720" rtlCol="0" anchor="ctr"/>
            <a:lstStyle/>
            <a:p>
              <a:pPr algn="ctr"/>
              <a:r>
                <a:rPr lang="en-GB" b="1" dirty="0">
                  <a:solidFill>
                    <a:schemeClr val="tx1"/>
                  </a:solidFill>
                </a:rPr>
                <a:t>4</a:t>
              </a:r>
            </a:p>
          </p:txBody>
        </p:sp>
        <p:sp>
          <p:nvSpPr>
            <p:cNvPr id="116" name="Content Placeholder 2">
              <a:extLst>
                <a:ext uri="{FF2B5EF4-FFF2-40B4-BE49-F238E27FC236}">
                  <a16:creationId xmlns:a16="http://schemas.microsoft.com/office/drawing/2014/main" id="{AB21291F-4460-C018-143C-72C91FABF331}"/>
                </a:ext>
              </a:extLst>
            </p:cNvPr>
            <p:cNvSpPr txBox="1">
              <a:spLocks/>
            </p:cNvSpPr>
            <p:nvPr/>
          </p:nvSpPr>
          <p:spPr>
            <a:xfrm>
              <a:off x="2266125" y="2159482"/>
              <a:ext cx="1668864" cy="1323439"/>
            </a:xfrm>
            <a:prstGeom prst="rect">
              <a:avLst/>
            </a:prstGeom>
          </p:spPr>
          <p:txBody>
            <a:bodyPr wrap="square">
              <a:spAutoFit/>
            </a:bodyPr>
            <a:lstStyle>
              <a:lvl1pPr marL="228600" indent="-228600" algn="l" defTabSz="914400" rtl="0" eaLnBrk="1" latinLnBrk="0" hangingPunct="1">
                <a:lnSpc>
                  <a:spcPct val="90000"/>
                </a:lnSpc>
                <a:spcBef>
                  <a:spcPts val="0"/>
                </a:spcBef>
                <a:spcAft>
                  <a:spcPts val="1200"/>
                </a:spcAft>
                <a:buSzPct val="90000"/>
                <a:buFont typeface="Amazon Ember" panose="020B0603020204020204" pitchFamily="34" charset="0"/>
                <a:buChar char="•"/>
                <a:defRPr sz="2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indent="-228600" algn="l" defTabSz="914400" rtl="0" eaLnBrk="1" latinLnBrk="0" hangingPunct="1">
                <a:lnSpc>
                  <a:spcPct val="90000"/>
                </a:lnSpc>
                <a:spcBef>
                  <a:spcPts val="0"/>
                </a:spcBef>
                <a:spcAft>
                  <a:spcPts val="1200"/>
                </a:spcAft>
                <a:buSzPct val="90000"/>
                <a:buFont typeface="Wingdings" panose="05000000000000000000" pitchFamily="2" charset="2"/>
                <a:buChar char="§"/>
                <a:defRPr sz="24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685800" indent="-228600" algn="l" defTabSz="914400" rtl="0" eaLnBrk="1" latinLnBrk="0" hangingPunct="1">
                <a:lnSpc>
                  <a:spcPct val="90000"/>
                </a:lnSpc>
                <a:spcBef>
                  <a:spcPts val="0"/>
                </a:spcBef>
                <a:spcAft>
                  <a:spcPts val="1200"/>
                </a:spcAft>
                <a:buSzPct val="90000"/>
                <a:buFont typeface="Amazon Ember" panose="020B0603020204020204" pitchFamily="34" charset="0"/>
                <a:buChar char="–"/>
                <a:defRPr sz="20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914400" indent="-228600" algn="l" defTabSz="914400" rtl="0" eaLnBrk="1" latinLnBrk="0" hangingPunct="1">
                <a:lnSpc>
                  <a:spcPct val="90000"/>
                </a:lnSpc>
                <a:spcBef>
                  <a:spcPts val="0"/>
                </a:spcBef>
                <a:spcAft>
                  <a:spcPts val="1200"/>
                </a:spcAft>
                <a:buFont typeface="Amazon Ember" panose="020B0603020204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143000" indent="-228600" algn="l" defTabSz="914400" rtl="0" eaLnBrk="1" latinLnBrk="0" hangingPunct="1">
                <a:lnSpc>
                  <a:spcPct val="90000"/>
                </a:lnSpc>
                <a:spcBef>
                  <a:spcPts val="0"/>
                </a:spcBef>
                <a:spcAft>
                  <a:spcPts val="1200"/>
                </a:spcAft>
                <a:buFont typeface="Amazon Ember" panose="020B0603020204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5146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mazon Ember" panose="020B0603020204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9718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mazon Ember" panose="020B0603020204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4290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mazon Ember" panose="020B0603020204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8862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mazon Ember" panose="020B0603020204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indent="0">
                <a:lnSpc>
                  <a:spcPct val="100000"/>
                </a:lnSpc>
                <a:spcAft>
                  <a:spcPts val="600"/>
                </a:spcAft>
                <a:buNone/>
              </a:pPr>
              <a:r>
                <a:rPr lang="en-US" sz="2000" i="1" dirty="0">
                  <a:solidFill>
                    <a:schemeClr val="bg2">
                      <a:lumMod val="40000"/>
                      <a:lumOff val="60000"/>
                    </a:schemeClr>
                  </a:solidFill>
                  <a:effectLst>
                    <a:glow>
                      <a:schemeClr val="bg1"/>
                    </a:glow>
                  </a:effectLst>
                </a:rPr>
                <a:t>- connect,</a:t>
              </a:r>
              <a:br>
                <a:rPr lang="en-US" sz="2000" i="1" dirty="0">
                  <a:solidFill>
                    <a:schemeClr val="bg2">
                      <a:lumMod val="40000"/>
                      <a:lumOff val="60000"/>
                    </a:schemeClr>
                  </a:solidFill>
                  <a:effectLst>
                    <a:glow>
                      <a:schemeClr val="bg1"/>
                    </a:glow>
                  </a:effectLst>
                </a:rPr>
              </a:br>
              <a:r>
                <a:rPr lang="en-US" sz="2000" i="1" dirty="0">
                  <a:solidFill>
                    <a:schemeClr val="bg2">
                      <a:lumMod val="40000"/>
                      <a:lumOff val="60000"/>
                    </a:schemeClr>
                  </a:solidFill>
                  <a:effectLst>
                    <a:glow>
                      <a:schemeClr val="bg1"/>
                    </a:glow>
                  </a:effectLst>
                </a:rPr>
                <a:t>- share</a:t>
              </a:r>
              <a:br>
                <a:rPr lang="en-US" sz="2000" i="1" dirty="0">
                  <a:solidFill>
                    <a:schemeClr val="bg2">
                      <a:lumMod val="40000"/>
                      <a:lumOff val="60000"/>
                    </a:schemeClr>
                  </a:solidFill>
                  <a:effectLst>
                    <a:glow>
                      <a:schemeClr val="bg1"/>
                    </a:glow>
                  </a:effectLst>
                </a:rPr>
              </a:br>
              <a:r>
                <a:rPr lang="en-US" sz="2000" i="1" dirty="0">
                  <a:solidFill>
                    <a:schemeClr val="bg2">
                      <a:lumMod val="40000"/>
                      <a:lumOff val="60000"/>
                    </a:schemeClr>
                  </a:solidFill>
                  <a:effectLst>
                    <a:glow>
                      <a:schemeClr val="bg1"/>
                    </a:glow>
                  </a:effectLst>
                </a:rPr>
                <a:t>  password,</a:t>
              </a:r>
              <a:br>
                <a:rPr lang="en-US" sz="2000" i="1" dirty="0">
                  <a:solidFill>
                    <a:schemeClr val="bg2">
                      <a:lumMod val="40000"/>
                      <a:lumOff val="60000"/>
                    </a:schemeClr>
                  </a:solidFill>
                  <a:effectLst>
                    <a:glow>
                      <a:schemeClr val="bg1"/>
                    </a:glow>
                  </a:effectLst>
                </a:rPr>
              </a:br>
              <a:r>
                <a:rPr lang="en-US" sz="2000" i="1" dirty="0">
                  <a:solidFill>
                    <a:schemeClr val="bg2">
                      <a:lumMod val="40000"/>
                      <a:lumOff val="60000"/>
                    </a:schemeClr>
                  </a:solidFill>
                  <a:effectLst>
                    <a:glow>
                      <a:schemeClr val="bg1"/>
                    </a:glow>
                  </a:effectLst>
                </a:rPr>
                <a:t>- disconnect</a:t>
              </a:r>
            </a:p>
          </p:txBody>
        </p:sp>
      </p:grpSp>
      <p:grpSp>
        <p:nvGrpSpPr>
          <p:cNvPr id="117" name="Group 116">
            <a:extLst>
              <a:ext uri="{FF2B5EF4-FFF2-40B4-BE49-F238E27FC236}">
                <a16:creationId xmlns:a16="http://schemas.microsoft.com/office/drawing/2014/main" id="{B643BB1A-1AE5-D10A-99E5-E1779603CF67}"/>
              </a:ext>
            </a:extLst>
          </p:cNvPr>
          <p:cNvGrpSpPr/>
          <p:nvPr/>
        </p:nvGrpSpPr>
        <p:grpSpPr>
          <a:xfrm>
            <a:off x="10771993" y="2054147"/>
            <a:ext cx="1187061" cy="1374277"/>
            <a:chOff x="2295480" y="2200330"/>
            <a:chExt cx="1187061" cy="1374277"/>
          </a:xfrm>
        </p:grpSpPr>
        <p:sp>
          <p:nvSpPr>
            <p:cNvPr id="118" name="Rounded Rectangle 117">
              <a:extLst>
                <a:ext uri="{FF2B5EF4-FFF2-40B4-BE49-F238E27FC236}">
                  <a16:creationId xmlns:a16="http://schemas.microsoft.com/office/drawing/2014/main" id="{A995F612-390C-F9E1-7721-7377091E8C90}"/>
                </a:ext>
              </a:extLst>
            </p:cNvPr>
            <p:cNvSpPr/>
            <p:nvPr/>
          </p:nvSpPr>
          <p:spPr>
            <a:xfrm>
              <a:off x="3012043" y="2200330"/>
              <a:ext cx="360000" cy="360000"/>
            </a:xfrm>
            <a:prstGeom prst="roundRect">
              <a:avLst/>
            </a:prstGeom>
            <a:solidFill>
              <a:schemeClr val="accent5"/>
            </a:solidFill>
            <a:ln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lIns="45720" tIns="45720" rIns="45720" rtlCol="0" anchor="ctr"/>
            <a:lstStyle/>
            <a:p>
              <a:pPr algn="ctr"/>
              <a:r>
                <a:rPr lang="en-GB" b="1" dirty="0">
                  <a:solidFill>
                    <a:schemeClr val="tx1"/>
                  </a:solidFill>
                </a:rPr>
                <a:t>5</a:t>
              </a:r>
            </a:p>
          </p:txBody>
        </p:sp>
        <p:sp>
          <p:nvSpPr>
            <p:cNvPr id="119" name="Content Placeholder 2">
              <a:extLst>
                <a:ext uri="{FF2B5EF4-FFF2-40B4-BE49-F238E27FC236}">
                  <a16:creationId xmlns:a16="http://schemas.microsoft.com/office/drawing/2014/main" id="{3BF0F8C7-5DE0-C931-94DC-3D29E7C37A86}"/>
                </a:ext>
              </a:extLst>
            </p:cNvPr>
            <p:cNvSpPr txBox="1">
              <a:spLocks/>
            </p:cNvSpPr>
            <p:nvPr/>
          </p:nvSpPr>
          <p:spPr>
            <a:xfrm>
              <a:off x="2295480" y="2558944"/>
              <a:ext cx="1187061" cy="1015663"/>
            </a:xfrm>
            <a:prstGeom prst="rect">
              <a:avLst/>
            </a:prstGeom>
          </p:spPr>
          <p:txBody>
            <a:bodyPr wrap="square">
              <a:spAutoFit/>
            </a:bodyPr>
            <a:lstStyle>
              <a:lvl1pPr marL="228600" indent="-228600" algn="l" defTabSz="914400" rtl="0" eaLnBrk="1" latinLnBrk="0" hangingPunct="1">
                <a:lnSpc>
                  <a:spcPct val="90000"/>
                </a:lnSpc>
                <a:spcBef>
                  <a:spcPts val="0"/>
                </a:spcBef>
                <a:spcAft>
                  <a:spcPts val="1200"/>
                </a:spcAft>
                <a:buSzPct val="90000"/>
                <a:buFont typeface="Amazon Ember" panose="020B0603020204020204" pitchFamily="34" charset="0"/>
                <a:buChar char="•"/>
                <a:defRPr sz="2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indent="-228600" algn="l" defTabSz="914400" rtl="0" eaLnBrk="1" latinLnBrk="0" hangingPunct="1">
                <a:lnSpc>
                  <a:spcPct val="90000"/>
                </a:lnSpc>
                <a:spcBef>
                  <a:spcPts val="0"/>
                </a:spcBef>
                <a:spcAft>
                  <a:spcPts val="1200"/>
                </a:spcAft>
                <a:buSzPct val="90000"/>
                <a:buFont typeface="Wingdings" panose="05000000000000000000" pitchFamily="2" charset="2"/>
                <a:buChar char="§"/>
                <a:defRPr sz="24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685800" indent="-228600" algn="l" defTabSz="914400" rtl="0" eaLnBrk="1" latinLnBrk="0" hangingPunct="1">
                <a:lnSpc>
                  <a:spcPct val="90000"/>
                </a:lnSpc>
                <a:spcBef>
                  <a:spcPts val="0"/>
                </a:spcBef>
                <a:spcAft>
                  <a:spcPts val="1200"/>
                </a:spcAft>
                <a:buSzPct val="90000"/>
                <a:buFont typeface="Amazon Ember" panose="020B0603020204020204" pitchFamily="34" charset="0"/>
                <a:buChar char="–"/>
                <a:defRPr sz="20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914400" indent="-228600" algn="l" defTabSz="914400" rtl="0" eaLnBrk="1" latinLnBrk="0" hangingPunct="1">
                <a:lnSpc>
                  <a:spcPct val="90000"/>
                </a:lnSpc>
                <a:spcBef>
                  <a:spcPts val="0"/>
                </a:spcBef>
                <a:spcAft>
                  <a:spcPts val="1200"/>
                </a:spcAft>
                <a:buFont typeface="Amazon Ember" panose="020B0603020204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143000" indent="-228600" algn="l" defTabSz="914400" rtl="0" eaLnBrk="1" latinLnBrk="0" hangingPunct="1">
                <a:lnSpc>
                  <a:spcPct val="90000"/>
                </a:lnSpc>
                <a:spcBef>
                  <a:spcPts val="0"/>
                </a:spcBef>
                <a:spcAft>
                  <a:spcPts val="1200"/>
                </a:spcAft>
                <a:buFont typeface="Amazon Ember" panose="020B0603020204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5146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mazon Ember" panose="020B0603020204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9718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mazon Ember" panose="020B0603020204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4290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mazon Ember" panose="020B0603020204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8862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mazon Ember" panose="020B0603020204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indent="0" algn="r">
                <a:lnSpc>
                  <a:spcPct val="100000"/>
                </a:lnSpc>
                <a:spcAft>
                  <a:spcPts val="600"/>
                </a:spcAft>
                <a:buNone/>
              </a:pPr>
              <a:r>
                <a:rPr lang="en-US" sz="2000" i="1" dirty="0">
                  <a:solidFill>
                    <a:schemeClr val="bg2">
                      <a:lumMod val="40000"/>
                      <a:lumOff val="60000"/>
                    </a:schemeClr>
                  </a:solidFill>
                  <a:effectLst>
                    <a:glow>
                      <a:schemeClr val="bg1"/>
                    </a:glow>
                  </a:effectLst>
                </a:rPr>
                <a:t>connect</a:t>
              </a:r>
              <a:br>
                <a:rPr lang="en-US" sz="2000" i="1" dirty="0">
                  <a:solidFill>
                    <a:schemeClr val="bg2">
                      <a:lumMod val="40000"/>
                      <a:lumOff val="60000"/>
                    </a:schemeClr>
                  </a:solidFill>
                  <a:effectLst>
                    <a:glow>
                      <a:schemeClr val="bg1"/>
                    </a:glow>
                  </a:effectLst>
                </a:rPr>
              </a:br>
              <a:r>
                <a:rPr lang="en-US" sz="2000" i="1" dirty="0">
                  <a:solidFill>
                    <a:schemeClr val="bg2">
                      <a:lumMod val="40000"/>
                      <a:lumOff val="60000"/>
                    </a:schemeClr>
                  </a:solidFill>
                  <a:effectLst>
                    <a:glow>
                      <a:schemeClr val="bg1"/>
                    </a:glow>
                  </a:effectLst>
                </a:rPr>
                <a:t>to home</a:t>
              </a:r>
              <a:br>
                <a:rPr lang="en-US" sz="2000" i="1" dirty="0">
                  <a:solidFill>
                    <a:schemeClr val="bg2">
                      <a:lumMod val="40000"/>
                      <a:lumOff val="60000"/>
                    </a:schemeClr>
                  </a:solidFill>
                  <a:effectLst>
                    <a:glow>
                      <a:schemeClr val="bg1"/>
                    </a:glow>
                  </a:effectLst>
                </a:rPr>
              </a:br>
              <a:r>
                <a:rPr lang="en-US" sz="2000" i="1" dirty="0">
                  <a:solidFill>
                    <a:schemeClr val="bg2">
                      <a:lumMod val="40000"/>
                      <a:lumOff val="60000"/>
                    </a:schemeClr>
                  </a:solidFill>
                  <a:effectLst>
                    <a:glow>
                      <a:schemeClr val="bg1"/>
                    </a:glow>
                  </a:effectLst>
                </a:rPr>
                <a:t>wi-fi</a:t>
              </a:r>
            </a:p>
          </p:txBody>
        </p:sp>
      </p:grpSp>
      <p:sp>
        <p:nvSpPr>
          <p:cNvPr id="2" name="TextBox 1">
            <a:extLst>
              <a:ext uri="{FF2B5EF4-FFF2-40B4-BE49-F238E27FC236}">
                <a16:creationId xmlns:a16="http://schemas.microsoft.com/office/drawing/2014/main" id="{EEF7FE5A-DBCC-383D-0ED6-C97614CD8482}"/>
              </a:ext>
            </a:extLst>
          </p:cNvPr>
          <p:cNvSpPr txBox="1"/>
          <p:nvPr/>
        </p:nvSpPr>
        <p:spPr>
          <a:xfrm>
            <a:off x="218143" y="6278524"/>
            <a:ext cx="1280800" cy="523220"/>
          </a:xfrm>
          <a:prstGeom prst="rect">
            <a:avLst/>
          </a:prstGeom>
          <a:noFill/>
        </p:spPr>
        <p:txBody>
          <a:bodyPr wrap="none" lIns="0" rIns="0" rtlCol="0">
            <a:spAutoFit/>
          </a:bodyPr>
          <a:lstStyle/>
          <a:p>
            <a:pPr algn="l"/>
            <a:r>
              <a:rPr lang="en-GB" sz="2800" dirty="0">
                <a:solidFill>
                  <a:srgbClr val="FFFF00"/>
                </a:solidFill>
              </a:rPr>
              <a:t>WI-FIER</a:t>
            </a:r>
          </a:p>
        </p:txBody>
      </p:sp>
      <p:grpSp>
        <p:nvGrpSpPr>
          <p:cNvPr id="16" name="Group 15">
            <a:extLst>
              <a:ext uri="{FF2B5EF4-FFF2-40B4-BE49-F238E27FC236}">
                <a16:creationId xmlns:a16="http://schemas.microsoft.com/office/drawing/2014/main" id="{6BD22D72-E075-0210-B285-FB7D40645807}"/>
              </a:ext>
            </a:extLst>
          </p:cNvPr>
          <p:cNvGrpSpPr/>
          <p:nvPr/>
        </p:nvGrpSpPr>
        <p:grpSpPr>
          <a:xfrm>
            <a:off x="8788567" y="782062"/>
            <a:ext cx="1724308" cy="2464199"/>
            <a:chOff x="10886985" y="415955"/>
            <a:chExt cx="1724308" cy="2464199"/>
          </a:xfrm>
        </p:grpSpPr>
        <p:sp>
          <p:nvSpPr>
            <p:cNvPr id="3" name="Rectangle 2">
              <a:extLst>
                <a:ext uri="{FF2B5EF4-FFF2-40B4-BE49-F238E27FC236}">
                  <a16:creationId xmlns:a16="http://schemas.microsoft.com/office/drawing/2014/main" id="{82241049-C218-C6E9-C48B-FBF8A747CB6F}"/>
                </a:ext>
              </a:extLst>
            </p:cNvPr>
            <p:cNvSpPr/>
            <p:nvPr/>
          </p:nvSpPr>
          <p:spPr>
            <a:xfrm>
              <a:off x="10886985" y="415955"/>
              <a:ext cx="1724308" cy="2464199"/>
            </a:xfrm>
            <a:prstGeom prst="rect">
              <a:avLst/>
            </a:prstGeom>
            <a:solidFill>
              <a:schemeClr val="bg1">
                <a:lumMod val="85000"/>
                <a:lumOff val="15000"/>
              </a:schemeClr>
            </a:solidFill>
            <a:ln w="12700">
              <a:noFill/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tIns="36000"/>
            <a:lstStyle/>
            <a:p>
              <a:endParaRPr lang="en-GB" sz="2000" dirty="0">
                <a:solidFill>
                  <a:schemeClr val="bg2">
                    <a:lumMod val="40000"/>
                    <a:lumOff val="60000"/>
                  </a:schemeClr>
                </a:solidFill>
                <a:effectLst>
                  <a:glow>
                    <a:schemeClr val="bg1"/>
                  </a:glow>
                </a:effectLst>
              </a:endParaRPr>
            </a:p>
          </p:txBody>
        </p:sp>
        <p:sp>
          <p:nvSpPr>
            <p:cNvPr id="4" name="Content Placeholder 2">
              <a:extLst>
                <a:ext uri="{FF2B5EF4-FFF2-40B4-BE49-F238E27FC236}">
                  <a16:creationId xmlns:a16="http://schemas.microsoft.com/office/drawing/2014/main" id="{1D73E217-2075-FEEA-9948-79CE352E0341}"/>
                </a:ext>
              </a:extLst>
            </p:cNvPr>
            <p:cNvSpPr txBox="1">
              <a:spLocks/>
            </p:cNvSpPr>
            <p:nvPr/>
          </p:nvSpPr>
          <p:spPr>
            <a:xfrm>
              <a:off x="11094642" y="474110"/>
              <a:ext cx="1304664" cy="400110"/>
            </a:xfrm>
            <a:prstGeom prst="rect">
              <a:avLst/>
            </a:prstGeom>
          </p:spPr>
          <p:txBody>
            <a:bodyPr wrap="square">
              <a:spAutoFit/>
            </a:bodyPr>
            <a:lstStyle>
              <a:lvl1pPr marL="228600" indent="-228600" algn="l" defTabSz="914400" rtl="0" eaLnBrk="1" latinLnBrk="0" hangingPunct="1">
                <a:lnSpc>
                  <a:spcPct val="90000"/>
                </a:lnSpc>
                <a:spcBef>
                  <a:spcPts val="0"/>
                </a:spcBef>
                <a:spcAft>
                  <a:spcPts val="1200"/>
                </a:spcAft>
                <a:buSzPct val="90000"/>
                <a:buFont typeface="Amazon Ember" panose="020B0603020204020204" pitchFamily="34" charset="0"/>
                <a:buChar char="•"/>
                <a:defRPr sz="2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indent="-228600" algn="l" defTabSz="914400" rtl="0" eaLnBrk="1" latinLnBrk="0" hangingPunct="1">
                <a:lnSpc>
                  <a:spcPct val="90000"/>
                </a:lnSpc>
                <a:spcBef>
                  <a:spcPts val="0"/>
                </a:spcBef>
                <a:spcAft>
                  <a:spcPts val="1200"/>
                </a:spcAft>
                <a:buSzPct val="90000"/>
                <a:buFont typeface="Wingdings" panose="05000000000000000000" pitchFamily="2" charset="2"/>
                <a:buChar char="§"/>
                <a:defRPr sz="24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685800" indent="-228600" algn="l" defTabSz="914400" rtl="0" eaLnBrk="1" latinLnBrk="0" hangingPunct="1">
                <a:lnSpc>
                  <a:spcPct val="90000"/>
                </a:lnSpc>
                <a:spcBef>
                  <a:spcPts val="0"/>
                </a:spcBef>
                <a:spcAft>
                  <a:spcPts val="1200"/>
                </a:spcAft>
                <a:buSzPct val="90000"/>
                <a:buFont typeface="Amazon Ember" panose="020B0603020204020204" pitchFamily="34" charset="0"/>
                <a:buChar char="–"/>
                <a:defRPr sz="20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914400" indent="-228600" algn="l" defTabSz="914400" rtl="0" eaLnBrk="1" latinLnBrk="0" hangingPunct="1">
                <a:lnSpc>
                  <a:spcPct val="90000"/>
                </a:lnSpc>
                <a:spcBef>
                  <a:spcPts val="0"/>
                </a:spcBef>
                <a:spcAft>
                  <a:spcPts val="1200"/>
                </a:spcAft>
                <a:buFont typeface="Amazon Ember" panose="020B0603020204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143000" indent="-228600" algn="l" defTabSz="914400" rtl="0" eaLnBrk="1" latinLnBrk="0" hangingPunct="1">
                <a:lnSpc>
                  <a:spcPct val="90000"/>
                </a:lnSpc>
                <a:spcBef>
                  <a:spcPts val="0"/>
                </a:spcBef>
                <a:spcAft>
                  <a:spcPts val="1200"/>
                </a:spcAft>
                <a:buFont typeface="Amazon Ember" panose="020B0603020204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5146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mazon Ember" panose="020B0603020204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9718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mazon Ember" panose="020B0603020204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4290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mazon Ember" panose="020B0603020204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8862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mazon Ember" panose="020B0603020204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indent="0" algn="ctr">
                <a:lnSpc>
                  <a:spcPct val="100000"/>
                </a:lnSpc>
                <a:spcAft>
                  <a:spcPts val="600"/>
                </a:spcAft>
                <a:buNone/>
              </a:pPr>
              <a:r>
                <a:rPr lang="en-US" baseline="-11000" dirty="0">
                  <a:solidFill>
                    <a:schemeClr val="bg2">
                      <a:lumMod val="40000"/>
                      <a:lumOff val="60000"/>
                    </a:schemeClr>
                  </a:solidFill>
                  <a:effectLst>
                    <a:glow>
                      <a:schemeClr val="bg1"/>
                    </a:glow>
                  </a:effectLst>
                </a:rPr>
                <a:t>🤖 </a:t>
              </a:r>
              <a:r>
                <a:rPr lang="en-US" sz="2000" i="1" dirty="0">
                  <a:solidFill>
                    <a:schemeClr val="bg2">
                      <a:lumMod val="40000"/>
                      <a:lumOff val="60000"/>
                    </a:schemeClr>
                  </a:solidFill>
                  <a:effectLst>
                    <a:glow>
                      <a:schemeClr val="bg1"/>
                    </a:glow>
                  </a:effectLst>
                </a:rPr>
                <a:t>robot</a:t>
              </a:r>
            </a:p>
          </p:txBody>
        </p:sp>
        <p:grpSp>
          <p:nvGrpSpPr>
            <p:cNvPr id="5" name="Group 4">
              <a:extLst>
                <a:ext uri="{FF2B5EF4-FFF2-40B4-BE49-F238E27FC236}">
                  <a16:creationId xmlns:a16="http://schemas.microsoft.com/office/drawing/2014/main" id="{0ABF1BE0-1B68-2D6D-B53B-BC442F6E6BCA}"/>
                </a:ext>
              </a:extLst>
            </p:cNvPr>
            <p:cNvGrpSpPr/>
            <p:nvPr/>
          </p:nvGrpSpPr>
          <p:grpSpPr>
            <a:xfrm>
              <a:off x="10990412" y="2220135"/>
              <a:ext cx="1525458" cy="556576"/>
              <a:chOff x="4941377" y="3971594"/>
              <a:chExt cx="1525458" cy="556576"/>
            </a:xfrm>
          </p:grpSpPr>
          <p:sp>
            <p:nvSpPr>
              <p:cNvPr id="6" name="Rectangle 5">
                <a:extLst>
                  <a:ext uri="{FF2B5EF4-FFF2-40B4-BE49-F238E27FC236}">
                    <a16:creationId xmlns:a16="http://schemas.microsoft.com/office/drawing/2014/main" id="{219496B0-433C-8B93-47D6-23EFFDC04990}"/>
                  </a:ext>
                </a:extLst>
              </p:cNvPr>
              <p:cNvSpPr/>
              <p:nvPr/>
            </p:nvSpPr>
            <p:spPr>
              <a:xfrm>
                <a:off x="4941377" y="3971594"/>
                <a:ext cx="1525458" cy="556576"/>
              </a:xfrm>
              <a:prstGeom prst="rect">
                <a:avLst/>
              </a:prstGeom>
              <a:solidFill>
                <a:schemeClr val="bg1"/>
              </a:solidFill>
              <a:ln w="12700">
                <a:solidFill>
                  <a:srgbClr val="5A6B86"/>
                </a:solidFill>
                <a:prstDash val="dash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tIns="36000"/>
              <a:lstStyle/>
              <a:p>
                <a:pPr eaLnBrk="1" fontAlgn="auto" hangingPunct="1">
                  <a:spcBef>
                    <a:spcPts val="0"/>
                  </a:spcBef>
                  <a:spcAft>
                    <a:spcPts val="0"/>
                  </a:spcAft>
                  <a:defRPr/>
                </a:pPr>
                <a:endParaRPr lang="en-US" sz="2000" i="1" dirty="0">
                  <a:solidFill>
                    <a:schemeClr val="bg2">
                      <a:lumMod val="40000"/>
                      <a:lumOff val="60000"/>
                    </a:schemeClr>
                  </a:solidFill>
                  <a:effectLst>
                    <a:glow>
                      <a:schemeClr val="bg1"/>
                    </a:glow>
                  </a:effectLst>
                </a:endParaRPr>
              </a:p>
            </p:txBody>
          </p:sp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268D9392-8FC1-78E8-766D-90B997A171F8}"/>
                  </a:ext>
                </a:extLst>
              </p:cNvPr>
              <p:cNvSpPr txBox="1"/>
              <p:nvPr/>
            </p:nvSpPr>
            <p:spPr>
              <a:xfrm>
                <a:off x="4941377" y="4041641"/>
                <a:ext cx="1463629" cy="420628"/>
              </a:xfrm>
              <a:prstGeom prst="rect">
                <a:avLst/>
              </a:prstGeom>
              <a:noFill/>
            </p:spPr>
            <p:txBody>
              <a:bodyPr wrap="square" rIns="0">
                <a:spAutoFit/>
              </a:bodyPr>
              <a:lstStyle/>
              <a:p>
                <a:r>
                  <a:rPr lang="en-GB" sz="3200" baseline="-11000" dirty="0">
                    <a:solidFill>
                      <a:schemeClr val="bg2">
                        <a:lumMod val="40000"/>
                        <a:lumOff val="60000"/>
                      </a:schemeClr>
                    </a:solidFill>
                    <a:effectLst>
                      <a:glow>
                        <a:schemeClr val="bg1"/>
                      </a:glow>
                    </a:effectLst>
                  </a:rPr>
                  <a:t>📡</a:t>
                </a:r>
                <a:r>
                  <a:rPr lang="en-GB" sz="2000" dirty="0"/>
                  <a:t> Antenna</a:t>
                </a:r>
              </a:p>
            </p:txBody>
          </p:sp>
        </p:grpSp>
        <p:grpSp>
          <p:nvGrpSpPr>
            <p:cNvPr id="27" name="Group 26">
              <a:extLst>
                <a:ext uri="{FF2B5EF4-FFF2-40B4-BE49-F238E27FC236}">
                  <a16:creationId xmlns:a16="http://schemas.microsoft.com/office/drawing/2014/main" id="{FB7F0F89-D9A8-77F2-25D8-65C557A4527F}"/>
                </a:ext>
              </a:extLst>
            </p:cNvPr>
            <p:cNvGrpSpPr/>
            <p:nvPr/>
          </p:nvGrpSpPr>
          <p:grpSpPr>
            <a:xfrm>
              <a:off x="11004396" y="1573271"/>
              <a:ext cx="1511474" cy="512403"/>
              <a:chOff x="4941376" y="3971594"/>
              <a:chExt cx="1511474" cy="512403"/>
            </a:xfrm>
          </p:grpSpPr>
          <p:sp>
            <p:nvSpPr>
              <p:cNvPr id="28" name="Rectangle 27">
                <a:extLst>
                  <a:ext uri="{FF2B5EF4-FFF2-40B4-BE49-F238E27FC236}">
                    <a16:creationId xmlns:a16="http://schemas.microsoft.com/office/drawing/2014/main" id="{EBB0125E-02B4-E2CA-294D-916DE1496E85}"/>
                  </a:ext>
                </a:extLst>
              </p:cNvPr>
              <p:cNvSpPr/>
              <p:nvPr/>
            </p:nvSpPr>
            <p:spPr>
              <a:xfrm>
                <a:off x="4941376" y="3971594"/>
                <a:ext cx="1511474" cy="512403"/>
              </a:xfrm>
              <a:prstGeom prst="rect">
                <a:avLst/>
              </a:prstGeom>
              <a:solidFill>
                <a:schemeClr val="bg1"/>
              </a:solidFill>
              <a:ln w="12700">
                <a:solidFill>
                  <a:srgbClr val="5A6B86"/>
                </a:solidFill>
                <a:prstDash val="dash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tIns="36000"/>
              <a:lstStyle/>
              <a:p>
                <a:pPr eaLnBrk="1" fontAlgn="auto" hangingPunct="1">
                  <a:spcBef>
                    <a:spcPts val="0"/>
                  </a:spcBef>
                  <a:spcAft>
                    <a:spcPts val="0"/>
                  </a:spcAft>
                  <a:defRPr/>
                </a:pPr>
                <a:endParaRPr lang="en-US" sz="2000" i="1" dirty="0">
                  <a:solidFill>
                    <a:schemeClr val="bg2">
                      <a:lumMod val="40000"/>
                      <a:lumOff val="60000"/>
                    </a:schemeClr>
                  </a:solidFill>
                  <a:effectLst>
                    <a:glow>
                      <a:schemeClr val="bg1"/>
                    </a:glow>
                  </a:effectLst>
                </a:endParaRPr>
              </a:p>
            </p:txBody>
          </p:sp>
          <p:sp>
            <p:nvSpPr>
              <p:cNvPr id="29" name="TextBox 28">
                <a:extLst>
                  <a:ext uri="{FF2B5EF4-FFF2-40B4-BE49-F238E27FC236}">
                    <a16:creationId xmlns:a16="http://schemas.microsoft.com/office/drawing/2014/main" id="{4E046D23-474C-FC55-7E1A-87EFF489C471}"/>
                  </a:ext>
                </a:extLst>
              </p:cNvPr>
              <p:cNvSpPr txBox="1"/>
              <p:nvPr/>
            </p:nvSpPr>
            <p:spPr>
              <a:xfrm>
                <a:off x="4995167" y="4050606"/>
                <a:ext cx="1302958" cy="379591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r>
                  <a:rPr lang="en-GB" sz="2800" baseline="-11000" noProof="1">
                    <a:solidFill>
                      <a:schemeClr val="bg2">
                        <a:lumMod val="40000"/>
                        <a:lumOff val="60000"/>
                      </a:schemeClr>
                    </a:solidFill>
                    <a:effectLst>
                      <a:glow>
                        <a:schemeClr val="bg1"/>
                      </a:glow>
                    </a:effectLst>
                  </a:rPr>
                  <a:t>🛜</a:t>
                </a:r>
                <a:r>
                  <a:rPr lang="en-GB" noProof="1"/>
                  <a:t> Wi-Fier</a:t>
                </a:r>
              </a:p>
            </p:txBody>
          </p:sp>
        </p:grpSp>
        <p:grpSp>
          <p:nvGrpSpPr>
            <p:cNvPr id="23" name="Group 22">
              <a:extLst>
                <a:ext uri="{FF2B5EF4-FFF2-40B4-BE49-F238E27FC236}">
                  <a16:creationId xmlns:a16="http://schemas.microsoft.com/office/drawing/2014/main" id="{6DA4C053-39F9-640D-4C90-5C141063259E}"/>
                </a:ext>
              </a:extLst>
            </p:cNvPr>
            <p:cNvGrpSpPr/>
            <p:nvPr/>
          </p:nvGrpSpPr>
          <p:grpSpPr>
            <a:xfrm>
              <a:off x="11004396" y="932375"/>
              <a:ext cx="1511473" cy="512403"/>
              <a:chOff x="4941376" y="3971594"/>
              <a:chExt cx="1511473" cy="512403"/>
            </a:xfrm>
          </p:grpSpPr>
          <p:sp>
            <p:nvSpPr>
              <p:cNvPr id="24" name="Rectangle 23">
                <a:extLst>
                  <a:ext uri="{FF2B5EF4-FFF2-40B4-BE49-F238E27FC236}">
                    <a16:creationId xmlns:a16="http://schemas.microsoft.com/office/drawing/2014/main" id="{0C7B4382-9388-5AD5-96B1-B3AD52A473E9}"/>
                  </a:ext>
                </a:extLst>
              </p:cNvPr>
              <p:cNvSpPr/>
              <p:nvPr/>
            </p:nvSpPr>
            <p:spPr>
              <a:xfrm>
                <a:off x="4941376" y="3971594"/>
                <a:ext cx="1511473" cy="512403"/>
              </a:xfrm>
              <a:prstGeom prst="rect">
                <a:avLst/>
              </a:prstGeom>
              <a:solidFill>
                <a:schemeClr val="bg1"/>
              </a:solidFill>
              <a:ln w="12700">
                <a:solidFill>
                  <a:srgbClr val="5A6B86"/>
                </a:solidFill>
                <a:prstDash val="dash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tIns="36000"/>
              <a:lstStyle/>
              <a:p>
                <a:pPr eaLnBrk="1" fontAlgn="auto" hangingPunct="1">
                  <a:spcBef>
                    <a:spcPts val="0"/>
                  </a:spcBef>
                  <a:spcAft>
                    <a:spcPts val="0"/>
                  </a:spcAft>
                  <a:defRPr/>
                </a:pPr>
                <a:endParaRPr lang="en-US" sz="2000" i="1" dirty="0">
                  <a:solidFill>
                    <a:schemeClr val="bg2">
                      <a:lumMod val="40000"/>
                      <a:lumOff val="60000"/>
                    </a:schemeClr>
                  </a:solidFill>
                  <a:effectLst>
                    <a:glow>
                      <a:schemeClr val="bg1"/>
                    </a:glow>
                  </a:effectLst>
                </a:endParaRPr>
              </a:p>
            </p:txBody>
          </p:sp>
          <p:sp>
            <p:nvSpPr>
              <p:cNvPr id="26" name="TextBox 25">
                <a:extLst>
                  <a:ext uri="{FF2B5EF4-FFF2-40B4-BE49-F238E27FC236}">
                    <a16:creationId xmlns:a16="http://schemas.microsoft.com/office/drawing/2014/main" id="{609FD7AF-859B-02FB-A1AA-447BC82FE11B}"/>
                  </a:ext>
                </a:extLst>
              </p:cNvPr>
              <p:cNvSpPr txBox="1"/>
              <p:nvPr/>
            </p:nvSpPr>
            <p:spPr>
              <a:xfrm>
                <a:off x="4941377" y="4041641"/>
                <a:ext cx="1356748" cy="379591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r>
                  <a:rPr lang="en-GB" sz="2800" baseline="-11000" dirty="0">
                    <a:solidFill>
                      <a:schemeClr val="bg2">
                        <a:lumMod val="40000"/>
                        <a:lumOff val="60000"/>
                      </a:schemeClr>
                    </a:solidFill>
                    <a:effectLst>
                      <a:glow>
                        <a:schemeClr val="bg1"/>
                      </a:glow>
                    </a:effectLst>
                  </a:rPr>
                  <a:t>🔆</a:t>
                </a:r>
                <a:r>
                  <a:rPr lang="en-GB" dirty="0"/>
                  <a:t> NFC QR</a:t>
                </a:r>
              </a:p>
            </p:txBody>
          </p:sp>
        </p:grpSp>
      </p:grpSp>
      <p:cxnSp>
        <p:nvCxnSpPr>
          <p:cNvPr id="70" name="Straight Arrow Connector 12">
            <a:extLst>
              <a:ext uri="{FF2B5EF4-FFF2-40B4-BE49-F238E27FC236}">
                <a16:creationId xmlns:a16="http://schemas.microsoft.com/office/drawing/2014/main" id="{C1FB551A-EBFC-11B9-1667-FF2AAE5F1AA0}"/>
              </a:ext>
            </a:extLst>
          </p:cNvPr>
          <p:cNvCxnSpPr>
            <a:cxnSpLocks/>
            <a:stCxn id="53" idx="3"/>
            <a:endCxn id="26" idx="1"/>
          </p:cNvCxnSpPr>
          <p:nvPr/>
        </p:nvCxnSpPr>
        <p:spPr>
          <a:xfrm flipV="1">
            <a:off x="5487771" y="1558325"/>
            <a:ext cx="3420000" cy="0"/>
          </a:xfrm>
          <a:prstGeom prst="straightConnector1">
            <a:avLst/>
          </a:prstGeom>
          <a:ln>
            <a:solidFill>
              <a:schemeClr val="tx1"/>
            </a:solidFill>
            <a:tailEnd type="triangle" w="lg" len="lg"/>
          </a:ln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cxnSp>
        <p:nvCxnSpPr>
          <p:cNvPr id="73" name="Straight Arrow Connector 12">
            <a:extLst>
              <a:ext uri="{FF2B5EF4-FFF2-40B4-BE49-F238E27FC236}">
                <a16:creationId xmlns:a16="http://schemas.microsoft.com/office/drawing/2014/main" id="{D76D6DE5-C341-69FD-DF85-A452C7A5FC67}"/>
              </a:ext>
            </a:extLst>
          </p:cNvPr>
          <p:cNvCxnSpPr>
            <a:cxnSpLocks/>
            <a:stCxn id="51" idx="3"/>
            <a:endCxn id="28" idx="1"/>
          </p:cNvCxnSpPr>
          <p:nvPr/>
        </p:nvCxnSpPr>
        <p:spPr>
          <a:xfrm flipV="1">
            <a:off x="5495458" y="2195580"/>
            <a:ext cx="3409200" cy="0"/>
          </a:xfrm>
          <a:prstGeom prst="straightConnector1">
            <a:avLst/>
          </a:prstGeom>
          <a:ln>
            <a:solidFill>
              <a:schemeClr val="tx1"/>
            </a:solidFill>
            <a:tailEnd type="triangle" w="lg" len="lg"/>
          </a:ln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cxnSp>
        <p:nvCxnSpPr>
          <p:cNvPr id="133" name="Straight Arrow Connector 12">
            <a:extLst>
              <a:ext uri="{FF2B5EF4-FFF2-40B4-BE49-F238E27FC236}">
                <a16:creationId xmlns:a16="http://schemas.microsoft.com/office/drawing/2014/main" id="{0A700D10-2BF6-605E-CF56-078749135E66}"/>
              </a:ext>
            </a:extLst>
          </p:cNvPr>
          <p:cNvCxnSpPr>
            <a:cxnSpLocks/>
            <a:stCxn id="66" idx="2"/>
            <a:endCxn id="28" idx="3"/>
          </p:cNvCxnSpPr>
          <p:nvPr/>
        </p:nvCxnSpPr>
        <p:spPr>
          <a:xfrm rot="5400000">
            <a:off x="10446071" y="1356010"/>
            <a:ext cx="810951" cy="868188"/>
          </a:xfrm>
          <a:prstGeom prst="bentConnector2">
            <a:avLst/>
          </a:prstGeom>
          <a:ln>
            <a:solidFill>
              <a:schemeClr val="tx1"/>
            </a:solidFill>
            <a:tailEnd type="triangle" w="lg" len="lg"/>
          </a:ln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sp>
        <p:nvSpPr>
          <p:cNvPr id="14" name="TextBox 13">
            <a:extLst>
              <a:ext uri="{FF2B5EF4-FFF2-40B4-BE49-F238E27FC236}">
                <a16:creationId xmlns:a16="http://schemas.microsoft.com/office/drawing/2014/main" id="{25BDC839-3177-BA4F-E8F0-E738648AADD2}"/>
              </a:ext>
            </a:extLst>
          </p:cNvPr>
          <p:cNvSpPr txBox="1"/>
          <p:nvPr/>
        </p:nvSpPr>
        <p:spPr>
          <a:xfrm>
            <a:off x="7688235" y="1923296"/>
            <a:ext cx="956116" cy="1446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8800" baseline="-11000" dirty="0">
                <a:solidFill>
                  <a:schemeClr val="bg2">
                    <a:lumMod val="40000"/>
                    <a:lumOff val="60000"/>
                  </a:schemeClr>
                </a:solidFill>
                <a:effectLst>
                  <a:glow>
                    <a:schemeClr val="bg1"/>
                  </a:glow>
                </a:effectLst>
              </a:rPr>
              <a:t>☕</a:t>
            </a:r>
            <a:endParaRPr lang="en-PT" sz="8800" dirty="0"/>
          </a:p>
        </p:txBody>
      </p:sp>
    </p:spTree>
    <p:extLst>
      <p:ext uri="{BB962C8B-B14F-4D97-AF65-F5344CB8AC3E}">
        <p14:creationId xmlns:p14="http://schemas.microsoft.com/office/powerpoint/2010/main" val="2103974240"/>
      </p:ext>
    </p:extLst>
  </p:cSld>
  <p:clrMapOvr>
    <a:masterClrMapping/>
  </p:clrMapOvr>
  <p:transition>
    <p:fade/>
  </p:transition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" name="Rectangle 99">
            <a:extLst>
              <a:ext uri="{FF2B5EF4-FFF2-40B4-BE49-F238E27FC236}">
                <a16:creationId xmlns:a16="http://schemas.microsoft.com/office/drawing/2014/main" id="{89C34C7D-6C91-65D9-48E2-5CBD17E19807}"/>
              </a:ext>
            </a:extLst>
          </p:cNvPr>
          <p:cNvSpPr/>
          <p:nvPr/>
        </p:nvSpPr>
        <p:spPr>
          <a:xfrm>
            <a:off x="1724514" y="889575"/>
            <a:ext cx="2060685" cy="566425"/>
          </a:xfrm>
          <a:prstGeom prst="rect">
            <a:avLst/>
          </a:prstGeom>
          <a:solidFill>
            <a:schemeClr val="tx1">
              <a:lumMod val="95000"/>
            </a:schemeClr>
          </a:solidFill>
          <a:ln w="28575">
            <a:solidFill>
              <a:schemeClr val="tx1">
                <a:lumMod val="50000"/>
              </a:schemeClr>
            </a:solidFill>
            <a:prstDash val="soli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44000" tIns="144000" rIns="144000" bIns="144000" anchor="ctr"/>
          <a:lstStyle/>
          <a:p>
            <a:r>
              <a:rPr lang="en-GB" sz="2400" dirty="0">
                <a:solidFill>
                  <a:sysClr val="windowText" lastClr="000000"/>
                </a:solidFill>
                <a:latin typeface="+mj-lt"/>
                <a:cs typeface="Arial" panose="020B0604020202020204" pitchFamily="34" charset="0"/>
              </a:rPr>
              <a:t>👥 Domain</a:t>
            </a:r>
          </a:p>
        </p:txBody>
      </p:sp>
      <p:cxnSp>
        <p:nvCxnSpPr>
          <p:cNvPr id="101" name="Straight Arrow Connector 44">
            <a:extLst>
              <a:ext uri="{FF2B5EF4-FFF2-40B4-BE49-F238E27FC236}">
                <a16:creationId xmlns:a16="http://schemas.microsoft.com/office/drawing/2014/main" id="{3941CEED-F2CB-0FB3-72B3-7C0D211DF4CD}"/>
              </a:ext>
            </a:extLst>
          </p:cNvPr>
          <p:cNvCxnSpPr>
            <a:cxnSpLocks/>
            <a:stCxn id="100" idx="1"/>
            <a:endCxn id="104" idx="1"/>
          </p:cNvCxnSpPr>
          <p:nvPr/>
        </p:nvCxnSpPr>
        <p:spPr>
          <a:xfrm rot="10800000" flipV="1">
            <a:off x="1708564" y="1172788"/>
            <a:ext cx="15950" cy="845340"/>
          </a:xfrm>
          <a:prstGeom prst="bentConnector3">
            <a:avLst>
              <a:gd name="adj1" fmla="val 1533229"/>
            </a:avLst>
          </a:prstGeom>
          <a:ln>
            <a:solidFill>
              <a:schemeClr val="tx1"/>
            </a:solidFill>
            <a:prstDash val="solid"/>
            <a:tailEnd type="triangle" w="lg" len="lg"/>
          </a:ln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grpSp>
        <p:nvGrpSpPr>
          <p:cNvPr id="102" name="Group 101">
            <a:extLst>
              <a:ext uri="{FF2B5EF4-FFF2-40B4-BE49-F238E27FC236}">
                <a16:creationId xmlns:a16="http://schemas.microsoft.com/office/drawing/2014/main" id="{031005FE-AD72-9345-68D8-D5A65375DF33}"/>
              </a:ext>
            </a:extLst>
          </p:cNvPr>
          <p:cNvGrpSpPr/>
          <p:nvPr/>
        </p:nvGrpSpPr>
        <p:grpSpPr>
          <a:xfrm>
            <a:off x="1708564" y="1819411"/>
            <a:ext cx="2064467" cy="566426"/>
            <a:chOff x="1480526" y="1003960"/>
            <a:chExt cx="2064467" cy="566426"/>
          </a:xfrm>
        </p:grpSpPr>
        <p:sp>
          <p:nvSpPr>
            <p:cNvPr id="103" name="Rectangle 102">
              <a:extLst>
                <a:ext uri="{FF2B5EF4-FFF2-40B4-BE49-F238E27FC236}">
                  <a16:creationId xmlns:a16="http://schemas.microsoft.com/office/drawing/2014/main" id="{90D43C4C-92F4-298D-219C-1B3EC78A3321}"/>
                </a:ext>
              </a:extLst>
            </p:cNvPr>
            <p:cNvSpPr/>
            <p:nvPr/>
          </p:nvSpPr>
          <p:spPr>
            <a:xfrm>
              <a:off x="1484308" y="1003960"/>
              <a:ext cx="2060685" cy="566426"/>
            </a:xfrm>
            <a:prstGeom prst="rect">
              <a:avLst/>
            </a:prstGeom>
            <a:solidFill>
              <a:schemeClr val="tx1">
                <a:lumMod val="95000"/>
              </a:schemeClr>
            </a:solidFill>
            <a:ln w="28575">
              <a:solidFill>
                <a:schemeClr val="tx1">
                  <a:lumMod val="50000"/>
                </a:schemeClr>
              </a:solidFill>
              <a:prstDash val="solid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44000" tIns="144000" rIns="144000" bIns="144000" anchor="ctr"/>
            <a:lstStyle/>
            <a:p>
              <a:r>
                <a:rPr lang="en-GB" sz="3200" baseline="-9000" dirty="0">
                  <a:solidFill>
                    <a:schemeClr val="bg2">
                      <a:lumMod val="40000"/>
                      <a:lumOff val="60000"/>
                    </a:schemeClr>
                  </a:solidFill>
                  <a:effectLst>
                    <a:glow>
                      <a:schemeClr val="bg1"/>
                    </a:glow>
                  </a:effectLst>
                </a:rPr>
                <a:t>🛰️</a:t>
              </a:r>
              <a:r>
                <a:rPr lang="en-GB" sz="2400" dirty="0">
                  <a:solidFill>
                    <a:sysClr val="windowText" lastClr="000000"/>
                  </a:solidFill>
                  <a:latin typeface="+mj-lt"/>
                  <a:cs typeface="Arial" panose="020B0604020202020204" pitchFamily="34" charset="0"/>
                </a:rPr>
                <a:t> Relayer</a:t>
              </a:r>
              <a:endParaRPr lang="en-GB" sz="2000" dirty="0">
                <a:solidFill>
                  <a:sysClr val="windowText" lastClr="000000"/>
                </a:solidFill>
                <a:latin typeface="+mj-lt"/>
                <a:cs typeface="Arial" panose="020B0604020202020204" pitchFamily="34" charset="0"/>
              </a:endParaRPr>
            </a:p>
          </p:txBody>
        </p:sp>
        <p:sp>
          <p:nvSpPr>
            <p:cNvPr id="104" name="TextBox 103">
              <a:extLst>
                <a:ext uri="{FF2B5EF4-FFF2-40B4-BE49-F238E27FC236}">
                  <a16:creationId xmlns:a16="http://schemas.microsoft.com/office/drawing/2014/main" id="{E8F2ACCF-D7DE-EDAD-8D80-866EC43DBF5F}"/>
                </a:ext>
              </a:extLst>
            </p:cNvPr>
            <p:cNvSpPr txBox="1"/>
            <p:nvPr/>
          </p:nvSpPr>
          <p:spPr>
            <a:xfrm>
              <a:off x="1480526" y="1018011"/>
              <a:ext cx="243656" cy="369332"/>
            </a:xfrm>
            <a:prstGeom prst="rect">
              <a:avLst/>
            </a:prstGeom>
            <a:noFill/>
          </p:spPr>
          <p:txBody>
            <a:bodyPr wrap="none" lIns="0" rIns="0" rtlCol="0">
              <a:spAutoFit/>
            </a:bodyPr>
            <a:lstStyle/>
            <a:p>
              <a:pPr algn="l"/>
              <a:r>
                <a:rPr lang="en-US" dirty="0"/>
                <a:t>    </a:t>
              </a:r>
            </a:p>
          </p:txBody>
        </p:sp>
        <p:sp>
          <p:nvSpPr>
            <p:cNvPr id="105" name="TextBox 104">
              <a:extLst>
                <a:ext uri="{FF2B5EF4-FFF2-40B4-BE49-F238E27FC236}">
                  <a16:creationId xmlns:a16="http://schemas.microsoft.com/office/drawing/2014/main" id="{32508C1B-D6AE-1F13-A422-E051273F64A9}"/>
                </a:ext>
              </a:extLst>
            </p:cNvPr>
            <p:cNvSpPr txBox="1"/>
            <p:nvPr/>
          </p:nvSpPr>
          <p:spPr>
            <a:xfrm>
              <a:off x="1496477" y="1197051"/>
              <a:ext cx="243656" cy="369332"/>
            </a:xfrm>
            <a:prstGeom prst="rect">
              <a:avLst/>
            </a:prstGeom>
            <a:noFill/>
          </p:spPr>
          <p:txBody>
            <a:bodyPr wrap="none" lIns="0" rIns="0" rtlCol="0">
              <a:spAutoFit/>
            </a:bodyPr>
            <a:lstStyle/>
            <a:p>
              <a:pPr algn="l"/>
              <a:r>
                <a:rPr lang="en-US" dirty="0"/>
                <a:t>    </a:t>
              </a:r>
            </a:p>
          </p:txBody>
        </p:sp>
      </p:grpSp>
      <p:cxnSp>
        <p:nvCxnSpPr>
          <p:cNvPr id="106" name="Straight Arrow Connector 44">
            <a:extLst>
              <a:ext uri="{FF2B5EF4-FFF2-40B4-BE49-F238E27FC236}">
                <a16:creationId xmlns:a16="http://schemas.microsoft.com/office/drawing/2014/main" id="{38748617-C2E7-676A-148B-DFE3F3AE0686}"/>
              </a:ext>
            </a:extLst>
          </p:cNvPr>
          <p:cNvCxnSpPr>
            <a:cxnSpLocks/>
            <a:stCxn id="105" idx="1"/>
            <a:endCxn id="120" idx="1"/>
          </p:cNvCxnSpPr>
          <p:nvPr/>
        </p:nvCxnSpPr>
        <p:spPr>
          <a:xfrm rot="10800000" flipV="1">
            <a:off x="1716127" y="2197168"/>
            <a:ext cx="8389" cy="745538"/>
          </a:xfrm>
          <a:prstGeom prst="bentConnector3">
            <a:avLst>
              <a:gd name="adj1" fmla="val 2824997"/>
            </a:avLst>
          </a:prstGeom>
          <a:ln>
            <a:solidFill>
              <a:schemeClr val="tx1"/>
            </a:solidFill>
            <a:prstDash val="solid"/>
            <a:tailEnd type="triangle" w="lg" len="lg"/>
          </a:ln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grpSp>
        <p:nvGrpSpPr>
          <p:cNvPr id="107" name="Group 106">
            <a:extLst>
              <a:ext uri="{FF2B5EF4-FFF2-40B4-BE49-F238E27FC236}">
                <a16:creationId xmlns:a16="http://schemas.microsoft.com/office/drawing/2014/main" id="{7D7D3F90-0BEE-60A1-B39E-9F705F6B90F3}"/>
              </a:ext>
            </a:extLst>
          </p:cNvPr>
          <p:cNvGrpSpPr/>
          <p:nvPr/>
        </p:nvGrpSpPr>
        <p:grpSpPr>
          <a:xfrm>
            <a:off x="1699435" y="3676681"/>
            <a:ext cx="2091772" cy="566426"/>
            <a:chOff x="1471397" y="3045788"/>
            <a:chExt cx="2091772" cy="566426"/>
          </a:xfrm>
        </p:grpSpPr>
        <p:grpSp>
          <p:nvGrpSpPr>
            <p:cNvPr id="108" name="Group 107">
              <a:extLst>
                <a:ext uri="{FF2B5EF4-FFF2-40B4-BE49-F238E27FC236}">
                  <a16:creationId xmlns:a16="http://schemas.microsoft.com/office/drawing/2014/main" id="{137C5DB9-888C-3AC0-17F7-B76F2118DC74}"/>
                </a:ext>
              </a:extLst>
            </p:cNvPr>
            <p:cNvGrpSpPr/>
            <p:nvPr/>
          </p:nvGrpSpPr>
          <p:grpSpPr>
            <a:xfrm>
              <a:off x="1471397" y="3045788"/>
              <a:ext cx="2078203" cy="566426"/>
              <a:chOff x="1471397" y="3045788"/>
              <a:chExt cx="2078203" cy="566426"/>
            </a:xfrm>
          </p:grpSpPr>
          <p:sp>
            <p:nvSpPr>
              <p:cNvPr id="111" name="TextBox 110">
                <a:extLst>
                  <a:ext uri="{FF2B5EF4-FFF2-40B4-BE49-F238E27FC236}">
                    <a16:creationId xmlns:a16="http://schemas.microsoft.com/office/drawing/2014/main" id="{2B0E5089-027B-715A-C1AE-B79598AE34FD}"/>
                  </a:ext>
                </a:extLst>
              </p:cNvPr>
              <p:cNvSpPr txBox="1"/>
              <p:nvPr/>
            </p:nvSpPr>
            <p:spPr>
              <a:xfrm>
                <a:off x="1484308" y="3045788"/>
                <a:ext cx="2065292" cy="566426"/>
              </a:xfrm>
              <a:prstGeom prst="rect">
                <a:avLst/>
              </a:prstGeom>
              <a:solidFill>
                <a:schemeClr val="bg1"/>
              </a:solidFill>
              <a:ln w="28575">
                <a:solidFill>
                  <a:schemeClr val="tx1">
                    <a:lumMod val="50000"/>
                  </a:schemeClr>
                </a:solidFill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144000" tIns="108000" rIns="144000" bIns="144000" anchor="ctr"/>
              <a:lstStyle>
                <a:defPPr>
                  <a:defRPr lang="en-US"/>
                </a:defPPr>
                <a:lvl1pPr>
                  <a:defRPr sz="3200" baseline="-9000">
                    <a:solidFill>
                      <a:schemeClr val="bg2">
                        <a:lumMod val="40000"/>
                        <a:lumOff val="60000"/>
                      </a:schemeClr>
                    </a:solidFill>
                    <a:effectLst>
                      <a:glow>
                        <a:schemeClr val="bg1"/>
                      </a:glow>
                    </a:effectLst>
                  </a:defRPr>
                </a:lvl1pPr>
                <a:lvl2pPr>
                  <a:defRPr>
                    <a:solidFill>
                      <a:schemeClr val="lt1"/>
                    </a:solidFill>
                  </a:defRPr>
                </a:lvl2pPr>
                <a:lvl3pPr>
                  <a:defRPr>
                    <a:solidFill>
                      <a:schemeClr val="lt1"/>
                    </a:solidFill>
                  </a:defRPr>
                </a:lvl3pPr>
                <a:lvl4pPr>
                  <a:defRPr>
                    <a:solidFill>
                      <a:schemeClr val="lt1"/>
                    </a:solidFill>
                  </a:defRPr>
                </a:lvl4pPr>
                <a:lvl5pPr>
                  <a:defRPr>
                    <a:solidFill>
                      <a:schemeClr val="lt1"/>
                    </a:solidFill>
                  </a:defRPr>
                </a:lvl5pPr>
                <a:lvl6pPr>
                  <a:defRPr>
                    <a:solidFill>
                      <a:schemeClr val="lt1"/>
                    </a:solidFill>
                  </a:defRPr>
                </a:lvl6pPr>
                <a:lvl7pPr>
                  <a:defRPr>
                    <a:solidFill>
                      <a:schemeClr val="lt1"/>
                    </a:solidFill>
                  </a:defRPr>
                </a:lvl7pPr>
                <a:lvl8pPr>
                  <a:defRPr>
                    <a:solidFill>
                      <a:schemeClr val="lt1"/>
                    </a:solidFill>
                  </a:defRPr>
                </a:lvl8pPr>
                <a:lvl9pPr>
                  <a:defRPr>
                    <a:solidFill>
                      <a:schemeClr val="lt1"/>
                    </a:solidFill>
                  </a:defRPr>
                </a:lvl9pPr>
              </a:lstStyle>
              <a:p>
                <a:r>
                  <a:rPr lang="en-GB" dirty="0"/>
                  <a:t>📡</a:t>
                </a:r>
                <a:r>
                  <a:rPr lang="en-GB" baseline="0" dirty="0"/>
                  <a:t> </a:t>
                </a:r>
                <a:r>
                  <a:rPr lang="en-GB" sz="2400" baseline="0" dirty="0">
                    <a:solidFill>
                      <a:schemeClr val="tx1"/>
                    </a:solidFill>
                    <a:latin typeface="+mj-lt"/>
                    <a:cs typeface="Arial" panose="020B0604020202020204" pitchFamily="34" charset="0"/>
                  </a:rPr>
                  <a:t>Antenna</a:t>
                </a:r>
              </a:p>
            </p:txBody>
          </p:sp>
          <p:grpSp>
            <p:nvGrpSpPr>
              <p:cNvPr id="112" name="Group 111">
                <a:extLst>
                  <a:ext uri="{FF2B5EF4-FFF2-40B4-BE49-F238E27FC236}">
                    <a16:creationId xmlns:a16="http://schemas.microsoft.com/office/drawing/2014/main" id="{B3FEA172-ADC1-BCCE-915B-038A7239AE46}"/>
                  </a:ext>
                </a:extLst>
              </p:cNvPr>
              <p:cNvGrpSpPr/>
              <p:nvPr/>
            </p:nvGrpSpPr>
            <p:grpSpPr>
              <a:xfrm>
                <a:off x="1471397" y="3062835"/>
                <a:ext cx="250647" cy="538510"/>
                <a:chOff x="1583163" y="1918820"/>
                <a:chExt cx="250647" cy="538510"/>
              </a:xfrm>
            </p:grpSpPr>
            <p:sp>
              <p:nvSpPr>
                <p:cNvPr id="113" name="TextBox 112">
                  <a:extLst>
                    <a:ext uri="{FF2B5EF4-FFF2-40B4-BE49-F238E27FC236}">
                      <a16:creationId xmlns:a16="http://schemas.microsoft.com/office/drawing/2014/main" id="{9A7612BE-B645-7712-B31C-FF5464979718}"/>
                    </a:ext>
                  </a:extLst>
                </p:cNvPr>
                <p:cNvSpPr txBox="1"/>
                <p:nvPr/>
              </p:nvSpPr>
              <p:spPr>
                <a:xfrm>
                  <a:off x="1590154" y="1918820"/>
                  <a:ext cx="243656" cy="369332"/>
                </a:xfrm>
                <a:prstGeom prst="rect">
                  <a:avLst/>
                </a:prstGeom>
                <a:noFill/>
              </p:spPr>
              <p:txBody>
                <a:bodyPr wrap="none" lIns="0" rIns="0" rtlCol="0">
                  <a:spAutoFit/>
                </a:bodyPr>
                <a:lstStyle/>
                <a:p>
                  <a:pPr algn="l"/>
                  <a:r>
                    <a:rPr lang="en-US" dirty="0"/>
                    <a:t>    </a:t>
                  </a:r>
                </a:p>
              </p:txBody>
            </p:sp>
            <p:sp>
              <p:nvSpPr>
                <p:cNvPr id="114" name="TextBox 113">
                  <a:extLst>
                    <a:ext uri="{FF2B5EF4-FFF2-40B4-BE49-F238E27FC236}">
                      <a16:creationId xmlns:a16="http://schemas.microsoft.com/office/drawing/2014/main" id="{C5C00D98-0D99-F617-04FF-1C339243BCCA}"/>
                    </a:ext>
                  </a:extLst>
                </p:cNvPr>
                <p:cNvSpPr txBox="1"/>
                <p:nvPr/>
              </p:nvSpPr>
              <p:spPr>
                <a:xfrm>
                  <a:off x="1583163" y="2087998"/>
                  <a:ext cx="243656" cy="369332"/>
                </a:xfrm>
                <a:prstGeom prst="rect">
                  <a:avLst/>
                </a:prstGeom>
                <a:noFill/>
              </p:spPr>
              <p:txBody>
                <a:bodyPr wrap="none" lIns="0" rIns="0" rtlCol="0">
                  <a:spAutoFit/>
                </a:bodyPr>
                <a:lstStyle/>
                <a:p>
                  <a:pPr algn="l"/>
                  <a:r>
                    <a:rPr lang="en-US" dirty="0"/>
                    <a:t>    </a:t>
                  </a:r>
                </a:p>
              </p:txBody>
            </p:sp>
          </p:grpSp>
        </p:grpSp>
        <p:sp>
          <p:nvSpPr>
            <p:cNvPr id="109" name="TextBox 108">
              <a:extLst>
                <a:ext uri="{FF2B5EF4-FFF2-40B4-BE49-F238E27FC236}">
                  <a16:creationId xmlns:a16="http://schemas.microsoft.com/office/drawing/2014/main" id="{86340366-89BC-ACE7-EE60-E4186DB1D6A0}"/>
                </a:ext>
              </a:extLst>
            </p:cNvPr>
            <p:cNvSpPr txBox="1"/>
            <p:nvPr/>
          </p:nvSpPr>
          <p:spPr>
            <a:xfrm>
              <a:off x="3318115" y="3064311"/>
              <a:ext cx="243656" cy="369332"/>
            </a:xfrm>
            <a:prstGeom prst="rect">
              <a:avLst/>
            </a:prstGeom>
            <a:noFill/>
          </p:spPr>
          <p:txBody>
            <a:bodyPr wrap="none" lIns="0" rIns="0" rtlCol="0">
              <a:spAutoFit/>
            </a:bodyPr>
            <a:lstStyle/>
            <a:p>
              <a:pPr algn="l"/>
              <a:r>
                <a:rPr lang="en-US" dirty="0"/>
                <a:t>    </a:t>
              </a:r>
            </a:p>
          </p:txBody>
        </p:sp>
        <p:sp>
          <p:nvSpPr>
            <p:cNvPr id="110" name="TextBox 109">
              <a:extLst>
                <a:ext uri="{FF2B5EF4-FFF2-40B4-BE49-F238E27FC236}">
                  <a16:creationId xmlns:a16="http://schemas.microsoft.com/office/drawing/2014/main" id="{C4941AF5-2477-2151-8949-4EF6BD6F8927}"/>
                </a:ext>
              </a:extLst>
            </p:cNvPr>
            <p:cNvSpPr txBox="1"/>
            <p:nvPr/>
          </p:nvSpPr>
          <p:spPr>
            <a:xfrm>
              <a:off x="3319513" y="3233489"/>
              <a:ext cx="243656" cy="369332"/>
            </a:xfrm>
            <a:prstGeom prst="rect">
              <a:avLst/>
            </a:prstGeom>
            <a:noFill/>
          </p:spPr>
          <p:txBody>
            <a:bodyPr wrap="none" lIns="0" rIns="0" rtlCol="0">
              <a:spAutoFit/>
            </a:bodyPr>
            <a:lstStyle/>
            <a:p>
              <a:pPr algn="l"/>
              <a:r>
                <a:rPr lang="en-US" dirty="0"/>
                <a:t>    </a:t>
              </a:r>
            </a:p>
          </p:txBody>
        </p:sp>
      </p:grpSp>
      <p:grpSp>
        <p:nvGrpSpPr>
          <p:cNvPr id="115" name="Group 114">
            <a:extLst>
              <a:ext uri="{FF2B5EF4-FFF2-40B4-BE49-F238E27FC236}">
                <a16:creationId xmlns:a16="http://schemas.microsoft.com/office/drawing/2014/main" id="{A09CE292-3BD4-FA9D-CC17-8A791DEDCE63}"/>
              </a:ext>
            </a:extLst>
          </p:cNvPr>
          <p:cNvGrpSpPr/>
          <p:nvPr/>
        </p:nvGrpSpPr>
        <p:grpSpPr>
          <a:xfrm>
            <a:off x="1709135" y="2743542"/>
            <a:ext cx="2082245" cy="565200"/>
            <a:chOff x="1481097" y="1844201"/>
            <a:chExt cx="2082245" cy="565200"/>
          </a:xfrm>
        </p:grpSpPr>
        <p:grpSp>
          <p:nvGrpSpPr>
            <p:cNvPr id="116" name="Group 115">
              <a:extLst>
                <a:ext uri="{FF2B5EF4-FFF2-40B4-BE49-F238E27FC236}">
                  <a16:creationId xmlns:a16="http://schemas.microsoft.com/office/drawing/2014/main" id="{1065902E-EF31-472D-E71C-DEBAAC4B3E02}"/>
                </a:ext>
              </a:extLst>
            </p:cNvPr>
            <p:cNvGrpSpPr/>
            <p:nvPr/>
          </p:nvGrpSpPr>
          <p:grpSpPr>
            <a:xfrm>
              <a:off x="1481097" y="1844201"/>
              <a:ext cx="2068503" cy="565200"/>
              <a:chOff x="1481097" y="1844201"/>
              <a:chExt cx="2068503" cy="565200"/>
            </a:xfrm>
          </p:grpSpPr>
          <p:grpSp>
            <p:nvGrpSpPr>
              <p:cNvPr id="119" name="Group 118">
                <a:extLst>
                  <a:ext uri="{FF2B5EF4-FFF2-40B4-BE49-F238E27FC236}">
                    <a16:creationId xmlns:a16="http://schemas.microsoft.com/office/drawing/2014/main" id="{CD1FB63D-BF0F-CA44-1E28-82BCE2538D66}"/>
                  </a:ext>
                </a:extLst>
              </p:cNvPr>
              <p:cNvGrpSpPr/>
              <p:nvPr/>
            </p:nvGrpSpPr>
            <p:grpSpPr>
              <a:xfrm>
                <a:off x="1488915" y="1844201"/>
                <a:ext cx="2060685" cy="565200"/>
                <a:chOff x="2467360" y="2224696"/>
                <a:chExt cx="2060685" cy="565200"/>
              </a:xfrm>
            </p:grpSpPr>
            <p:sp>
              <p:nvSpPr>
                <p:cNvPr id="122" name="Rectangle 121">
                  <a:extLst>
                    <a:ext uri="{FF2B5EF4-FFF2-40B4-BE49-F238E27FC236}">
                      <a16:creationId xmlns:a16="http://schemas.microsoft.com/office/drawing/2014/main" id="{3C76C431-4188-41DF-F9DE-233CE6F03CC6}"/>
                    </a:ext>
                  </a:extLst>
                </p:cNvPr>
                <p:cNvSpPr/>
                <p:nvPr/>
              </p:nvSpPr>
              <p:spPr>
                <a:xfrm>
                  <a:off x="2467360" y="2224696"/>
                  <a:ext cx="2060685" cy="565200"/>
                </a:xfrm>
                <a:prstGeom prst="rect">
                  <a:avLst/>
                </a:prstGeom>
                <a:solidFill>
                  <a:schemeClr val="bg1"/>
                </a:solidFill>
                <a:ln w="28575">
                  <a:solidFill>
                    <a:schemeClr val="tx1">
                      <a:lumMod val="50000"/>
                    </a:schemeClr>
                  </a:solidFill>
                  <a:prstDash val="solid"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lIns="144000" tIns="108000" rIns="144000" bIns="144000" anchor="ctr"/>
                <a:lstStyle/>
                <a:p>
                  <a:endParaRPr lang="en-US" sz="3200" baseline="-9000" dirty="0">
                    <a:solidFill>
                      <a:schemeClr val="bg2">
                        <a:lumMod val="40000"/>
                        <a:lumOff val="60000"/>
                      </a:schemeClr>
                    </a:solidFill>
                    <a:effectLst>
                      <a:glow>
                        <a:schemeClr val="bg1"/>
                      </a:glow>
                    </a:effectLst>
                  </a:endParaRPr>
                </a:p>
              </p:txBody>
            </p:sp>
            <p:sp>
              <p:nvSpPr>
                <p:cNvPr id="123" name="TextBox 122">
                  <a:extLst>
                    <a:ext uri="{FF2B5EF4-FFF2-40B4-BE49-F238E27FC236}">
                      <a16:creationId xmlns:a16="http://schemas.microsoft.com/office/drawing/2014/main" id="{1F6A3FE1-CB6F-A4CB-2131-A588127F4097}"/>
                    </a:ext>
                  </a:extLst>
                </p:cNvPr>
                <p:cNvSpPr txBox="1"/>
                <p:nvPr/>
              </p:nvSpPr>
              <p:spPr>
                <a:xfrm>
                  <a:off x="2516954" y="2293144"/>
                  <a:ext cx="1560435" cy="461665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r>
                    <a:rPr lang="en-GB" sz="3200" baseline="-9000" noProof="1">
                      <a:solidFill>
                        <a:schemeClr val="bg2">
                          <a:lumMod val="40000"/>
                          <a:lumOff val="60000"/>
                        </a:schemeClr>
                      </a:solidFill>
                      <a:effectLst>
                        <a:glow>
                          <a:schemeClr val="bg1"/>
                        </a:glow>
                      </a:effectLst>
                    </a:rPr>
                    <a:t>🛜</a:t>
                  </a:r>
                  <a:r>
                    <a:rPr lang="en-GB" sz="2000" noProof="1"/>
                    <a:t> </a:t>
                  </a:r>
                  <a:r>
                    <a:rPr lang="en-GB" sz="2400" noProof="1"/>
                    <a:t>Wi-Fier</a:t>
                  </a:r>
                  <a:endParaRPr lang="en-GB" sz="2000" noProof="1"/>
                </a:p>
              </p:txBody>
            </p:sp>
          </p:grpSp>
          <p:sp>
            <p:nvSpPr>
              <p:cNvPr id="120" name="TextBox 119">
                <a:extLst>
                  <a:ext uri="{FF2B5EF4-FFF2-40B4-BE49-F238E27FC236}">
                    <a16:creationId xmlns:a16="http://schemas.microsoft.com/office/drawing/2014/main" id="{734DD866-60A3-0888-DBDA-CECEFFA5EE3E}"/>
                  </a:ext>
                </a:extLst>
              </p:cNvPr>
              <p:cNvSpPr txBox="1"/>
              <p:nvPr/>
            </p:nvSpPr>
            <p:spPr>
              <a:xfrm>
                <a:off x="1488088" y="1858699"/>
                <a:ext cx="243656" cy="369332"/>
              </a:xfrm>
              <a:prstGeom prst="rect">
                <a:avLst/>
              </a:prstGeom>
              <a:noFill/>
            </p:spPr>
            <p:txBody>
              <a:bodyPr wrap="none" lIns="0" rIns="0" rtlCol="0">
                <a:spAutoFit/>
              </a:bodyPr>
              <a:lstStyle/>
              <a:p>
                <a:pPr algn="l"/>
                <a:r>
                  <a:rPr lang="en-US" dirty="0"/>
                  <a:t>    </a:t>
                </a:r>
              </a:p>
            </p:txBody>
          </p:sp>
          <p:sp>
            <p:nvSpPr>
              <p:cNvPr id="121" name="TextBox 120">
                <a:extLst>
                  <a:ext uri="{FF2B5EF4-FFF2-40B4-BE49-F238E27FC236}">
                    <a16:creationId xmlns:a16="http://schemas.microsoft.com/office/drawing/2014/main" id="{70D2CDF1-EA55-2636-E81A-32BF563869BF}"/>
                  </a:ext>
                </a:extLst>
              </p:cNvPr>
              <p:cNvSpPr txBox="1"/>
              <p:nvPr/>
            </p:nvSpPr>
            <p:spPr>
              <a:xfrm>
                <a:off x="1481097" y="2027877"/>
                <a:ext cx="243656" cy="369332"/>
              </a:xfrm>
              <a:prstGeom prst="rect">
                <a:avLst/>
              </a:prstGeom>
              <a:noFill/>
            </p:spPr>
            <p:txBody>
              <a:bodyPr wrap="none" lIns="0" rIns="0" rtlCol="0">
                <a:spAutoFit/>
              </a:bodyPr>
              <a:lstStyle/>
              <a:p>
                <a:pPr algn="l"/>
                <a:r>
                  <a:rPr lang="en-US" dirty="0"/>
                  <a:t>    </a:t>
                </a:r>
              </a:p>
            </p:txBody>
          </p:sp>
        </p:grpSp>
        <p:sp>
          <p:nvSpPr>
            <p:cNvPr id="117" name="TextBox 116">
              <a:extLst>
                <a:ext uri="{FF2B5EF4-FFF2-40B4-BE49-F238E27FC236}">
                  <a16:creationId xmlns:a16="http://schemas.microsoft.com/office/drawing/2014/main" id="{3329ED4E-D38F-CCBF-AAF9-64D98C298DC8}"/>
                </a:ext>
              </a:extLst>
            </p:cNvPr>
            <p:cNvSpPr txBox="1"/>
            <p:nvPr/>
          </p:nvSpPr>
          <p:spPr>
            <a:xfrm>
              <a:off x="3318288" y="1860097"/>
              <a:ext cx="243656" cy="369332"/>
            </a:xfrm>
            <a:prstGeom prst="rect">
              <a:avLst/>
            </a:prstGeom>
            <a:noFill/>
          </p:spPr>
          <p:txBody>
            <a:bodyPr wrap="none" lIns="0" rIns="0" rtlCol="0">
              <a:spAutoFit/>
            </a:bodyPr>
            <a:lstStyle/>
            <a:p>
              <a:pPr algn="l"/>
              <a:r>
                <a:rPr lang="en-US" dirty="0"/>
                <a:t>    </a:t>
              </a:r>
            </a:p>
          </p:txBody>
        </p:sp>
        <p:sp>
          <p:nvSpPr>
            <p:cNvPr id="118" name="TextBox 117">
              <a:extLst>
                <a:ext uri="{FF2B5EF4-FFF2-40B4-BE49-F238E27FC236}">
                  <a16:creationId xmlns:a16="http://schemas.microsoft.com/office/drawing/2014/main" id="{C856C8FE-A461-05A0-2A8A-9EB34D79F8BD}"/>
                </a:ext>
              </a:extLst>
            </p:cNvPr>
            <p:cNvSpPr txBox="1"/>
            <p:nvPr/>
          </p:nvSpPr>
          <p:spPr>
            <a:xfrm>
              <a:off x="3319686" y="2029275"/>
              <a:ext cx="243656" cy="369332"/>
            </a:xfrm>
            <a:prstGeom prst="rect">
              <a:avLst/>
            </a:prstGeom>
            <a:noFill/>
          </p:spPr>
          <p:txBody>
            <a:bodyPr wrap="none" lIns="0" rIns="0" rtlCol="0">
              <a:spAutoFit/>
            </a:bodyPr>
            <a:lstStyle/>
            <a:p>
              <a:pPr algn="l"/>
              <a:r>
                <a:rPr lang="en-US" dirty="0"/>
                <a:t>    </a:t>
              </a:r>
            </a:p>
          </p:txBody>
        </p:sp>
      </p:grpSp>
      <p:sp>
        <p:nvSpPr>
          <p:cNvPr id="132" name="Rectangle 131">
            <a:extLst>
              <a:ext uri="{FF2B5EF4-FFF2-40B4-BE49-F238E27FC236}">
                <a16:creationId xmlns:a16="http://schemas.microsoft.com/office/drawing/2014/main" id="{8EA931F2-D85A-B7BC-FD31-495FB28AE4AC}"/>
              </a:ext>
            </a:extLst>
          </p:cNvPr>
          <p:cNvSpPr/>
          <p:nvPr/>
        </p:nvSpPr>
        <p:spPr>
          <a:xfrm>
            <a:off x="1707738" y="4607124"/>
            <a:ext cx="2065292" cy="566426"/>
          </a:xfrm>
          <a:prstGeom prst="rect">
            <a:avLst/>
          </a:prstGeom>
          <a:solidFill>
            <a:schemeClr val="bg1"/>
          </a:solidFill>
          <a:ln w="28575">
            <a:solidFill>
              <a:schemeClr val="tx1">
                <a:lumMod val="50000"/>
              </a:schemeClr>
            </a:solidFill>
            <a:prstDash val="soli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44000" tIns="144000" rIns="144000" bIns="144000" anchor="ctr"/>
          <a:lstStyle/>
          <a:p>
            <a:r>
              <a:rPr lang="en-GB" sz="3200" baseline="-9000" dirty="0">
                <a:solidFill>
                  <a:schemeClr val="bg2">
                    <a:lumMod val="40000"/>
                    <a:lumOff val="60000"/>
                  </a:schemeClr>
                </a:solidFill>
                <a:effectLst>
                  <a:glow>
                    <a:schemeClr val="bg1"/>
                  </a:glow>
                </a:effectLst>
              </a:rPr>
              <a:t>🔌 </a:t>
            </a:r>
            <a:r>
              <a:rPr lang="en-GB" sz="2400" dirty="0">
                <a:solidFill>
                  <a:schemeClr val="tx1"/>
                </a:solidFill>
                <a:effectLst>
                  <a:glow>
                    <a:schemeClr val="bg1"/>
                  </a:glow>
                </a:effectLst>
                <a:latin typeface="+mj-lt"/>
                <a:cs typeface="Arial" panose="020B0604020202020204" pitchFamily="34" charset="0"/>
              </a:rPr>
              <a:t>Pluggable</a:t>
            </a:r>
          </a:p>
        </p:txBody>
      </p:sp>
      <p:cxnSp>
        <p:nvCxnSpPr>
          <p:cNvPr id="135" name="Straight Arrow Connector 44">
            <a:extLst>
              <a:ext uri="{FF2B5EF4-FFF2-40B4-BE49-F238E27FC236}">
                <a16:creationId xmlns:a16="http://schemas.microsoft.com/office/drawing/2014/main" id="{F8A89197-204A-6273-44BB-6714F27D9A31}"/>
              </a:ext>
            </a:extLst>
          </p:cNvPr>
          <p:cNvCxnSpPr>
            <a:cxnSpLocks/>
            <a:stCxn id="121" idx="1"/>
            <a:endCxn id="113" idx="1"/>
          </p:cNvCxnSpPr>
          <p:nvPr/>
        </p:nvCxnSpPr>
        <p:spPr>
          <a:xfrm rot="10800000" flipV="1">
            <a:off x="1706427" y="3111884"/>
            <a:ext cx="2709" cy="766510"/>
          </a:xfrm>
          <a:prstGeom prst="bentConnector3">
            <a:avLst>
              <a:gd name="adj1" fmla="val 8538538"/>
            </a:avLst>
          </a:prstGeom>
          <a:ln>
            <a:solidFill>
              <a:schemeClr val="tx1"/>
            </a:solidFill>
            <a:prstDash val="solid"/>
            <a:tailEnd type="triangle" w="lg" len="lg"/>
          </a:ln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cxnSp>
        <p:nvCxnSpPr>
          <p:cNvPr id="136" name="Straight Arrow Connector 44">
            <a:extLst>
              <a:ext uri="{FF2B5EF4-FFF2-40B4-BE49-F238E27FC236}">
                <a16:creationId xmlns:a16="http://schemas.microsoft.com/office/drawing/2014/main" id="{A0CF6921-6D84-EFFC-5507-6E5565E05A53}"/>
              </a:ext>
            </a:extLst>
          </p:cNvPr>
          <p:cNvCxnSpPr>
            <a:cxnSpLocks/>
            <a:stCxn id="114" idx="1"/>
            <a:endCxn id="132" idx="1"/>
          </p:cNvCxnSpPr>
          <p:nvPr/>
        </p:nvCxnSpPr>
        <p:spPr>
          <a:xfrm rot="10800000" flipH="1" flipV="1">
            <a:off x="1699434" y="4047571"/>
            <a:ext cx="8303" cy="842765"/>
          </a:xfrm>
          <a:prstGeom prst="bentConnector3">
            <a:avLst>
              <a:gd name="adj1" fmla="val -2753222"/>
            </a:avLst>
          </a:prstGeom>
          <a:ln>
            <a:solidFill>
              <a:schemeClr val="tx1"/>
            </a:solidFill>
            <a:prstDash val="solid"/>
            <a:tailEnd type="triangle" w="lg" len="lg"/>
          </a:ln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cxnSp>
        <p:nvCxnSpPr>
          <p:cNvPr id="138" name="Straight Arrow Connector 44">
            <a:extLst>
              <a:ext uri="{FF2B5EF4-FFF2-40B4-BE49-F238E27FC236}">
                <a16:creationId xmlns:a16="http://schemas.microsoft.com/office/drawing/2014/main" id="{CB855DC6-19EA-DB89-AF2A-667EDE35437E}"/>
              </a:ext>
            </a:extLst>
          </p:cNvPr>
          <p:cNvCxnSpPr>
            <a:cxnSpLocks/>
            <a:stCxn id="140" idx="3"/>
            <a:endCxn id="100" idx="3"/>
          </p:cNvCxnSpPr>
          <p:nvPr/>
        </p:nvCxnSpPr>
        <p:spPr>
          <a:xfrm flipH="1" flipV="1">
            <a:off x="3785199" y="1172788"/>
            <a:ext cx="3373" cy="847687"/>
          </a:xfrm>
          <a:prstGeom prst="bentConnector3">
            <a:avLst>
              <a:gd name="adj1" fmla="val -6777350"/>
            </a:avLst>
          </a:prstGeom>
          <a:ln>
            <a:solidFill>
              <a:schemeClr val="tx1"/>
            </a:solidFill>
            <a:prstDash val="solid"/>
            <a:tailEnd type="triangle" w="lg" len="lg"/>
          </a:ln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cxnSp>
        <p:nvCxnSpPr>
          <p:cNvPr id="139" name="Straight Arrow Connector 44">
            <a:extLst>
              <a:ext uri="{FF2B5EF4-FFF2-40B4-BE49-F238E27FC236}">
                <a16:creationId xmlns:a16="http://schemas.microsoft.com/office/drawing/2014/main" id="{927E768B-DF5B-6B4C-07BE-7C991FE6E09F}"/>
              </a:ext>
            </a:extLst>
          </p:cNvPr>
          <p:cNvCxnSpPr>
            <a:cxnSpLocks/>
            <a:stCxn id="117" idx="3"/>
            <a:endCxn id="141" idx="3"/>
          </p:cNvCxnSpPr>
          <p:nvPr/>
        </p:nvCxnSpPr>
        <p:spPr>
          <a:xfrm flipH="1" flipV="1">
            <a:off x="3781581" y="2189653"/>
            <a:ext cx="8401" cy="754451"/>
          </a:xfrm>
          <a:prstGeom prst="bentConnector3">
            <a:avLst>
              <a:gd name="adj1" fmla="val -2721105"/>
            </a:avLst>
          </a:prstGeom>
          <a:ln>
            <a:solidFill>
              <a:schemeClr val="tx1"/>
            </a:solidFill>
            <a:prstDash val="solid"/>
            <a:tailEnd type="triangle" w="lg" len="lg"/>
          </a:ln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sp>
        <p:nvSpPr>
          <p:cNvPr id="140" name="TextBox 139">
            <a:extLst>
              <a:ext uri="{FF2B5EF4-FFF2-40B4-BE49-F238E27FC236}">
                <a16:creationId xmlns:a16="http://schemas.microsoft.com/office/drawing/2014/main" id="{CCAE26A3-FC31-2F56-0239-396E84700C1E}"/>
              </a:ext>
            </a:extLst>
          </p:cNvPr>
          <p:cNvSpPr txBox="1"/>
          <p:nvPr/>
        </p:nvSpPr>
        <p:spPr>
          <a:xfrm>
            <a:off x="3544916" y="1835809"/>
            <a:ext cx="243656" cy="369332"/>
          </a:xfrm>
          <a:prstGeom prst="rect">
            <a:avLst/>
          </a:prstGeom>
          <a:noFill/>
        </p:spPr>
        <p:txBody>
          <a:bodyPr wrap="none" lIns="0" rIns="0" rtlCol="0">
            <a:spAutoFit/>
          </a:bodyPr>
          <a:lstStyle/>
          <a:p>
            <a:pPr algn="l"/>
            <a:r>
              <a:rPr lang="en-US" dirty="0"/>
              <a:t>    </a:t>
            </a:r>
          </a:p>
        </p:txBody>
      </p:sp>
      <p:sp>
        <p:nvSpPr>
          <p:cNvPr id="141" name="TextBox 140">
            <a:extLst>
              <a:ext uri="{FF2B5EF4-FFF2-40B4-BE49-F238E27FC236}">
                <a16:creationId xmlns:a16="http://schemas.microsoft.com/office/drawing/2014/main" id="{8046E79A-B0E3-4140-1D08-FBE30CB4AA06}"/>
              </a:ext>
            </a:extLst>
          </p:cNvPr>
          <p:cNvSpPr txBox="1"/>
          <p:nvPr/>
        </p:nvSpPr>
        <p:spPr>
          <a:xfrm>
            <a:off x="3537925" y="2004987"/>
            <a:ext cx="243656" cy="369332"/>
          </a:xfrm>
          <a:prstGeom prst="rect">
            <a:avLst/>
          </a:prstGeom>
          <a:noFill/>
        </p:spPr>
        <p:txBody>
          <a:bodyPr wrap="none" lIns="0" rIns="0" rtlCol="0">
            <a:spAutoFit/>
          </a:bodyPr>
          <a:lstStyle/>
          <a:p>
            <a:pPr algn="l"/>
            <a:r>
              <a:rPr lang="en-US" dirty="0"/>
              <a:t>    </a:t>
            </a:r>
          </a:p>
        </p:txBody>
      </p:sp>
      <p:cxnSp>
        <p:nvCxnSpPr>
          <p:cNvPr id="142" name="Straight Arrow Connector 44">
            <a:extLst>
              <a:ext uri="{FF2B5EF4-FFF2-40B4-BE49-F238E27FC236}">
                <a16:creationId xmlns:a16="http://schemas.microsoft.com/office/drawing/2014/main" id="{2C028AD8-05F5-9690-EF2E-56069102C66B}"/>
              </a:ext>
            </a:extLst>
          </p:cNvPr>
          <p:cNvCxnSpPr>
            <a:cxnSpLocks/>
            <a:stCxn id="109" idx="3"/>
            <a:endCxn id="118" idx="3"/>
          </p:cNvCxnSpPr>
          <p:nvPr/>
        </p:nvCxnSpPr>
        <p:spPr>
          <a:xfrm flipV="1">
            <a:off x="3789809" y="3113282"/>
            <a:ext cx="1571" cy="766588"/>
          </a:xfrm>
          <a:prstGeom prst="bentConnector3">
            <a:avLst>
              <a:gd name="adj1" fmla="val 14651241"/>
            </a:avLst>
          </a:prstGeom>
          <a:ln>
            <a:solidFill>
              <a:schemeClr val="tx1"/>
            </a:solidFill>
            <a:prstDash val="solid"/>
            <a:tailEnd type="triangle" w="lg" len="lg"/>
          </a:ln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cxnSp>
        <p:nvCxnSpPr>
          <p:cNvPr id="143" name="Straight Arrow Connector 44">
            <a:extLst>
              <a:ext uri="{FF2B5EF4-FFF2-40B4-BE49-F238E27FC236}">
                <a16:creationId xmlns:a16="http://schemas.microsoft.com/office/drawing/2014/main" id="{D4FF57AF-84AB-671E-ECFC-CF82C68F5543}"/>
              </a:ext>
            </a:extLst>
          </p:cNvPr>
          <p:cNvCxnSpPr>
            <a:cxnSpLocks/>
            <a:stCxn id="132" idx="3"/>
            <a:endCxn id="110" idx="3"/>
          </p:cNvCxnSpPr>
          <p:nvPr/>
        </p:nvCxnSpPr>
        <p:spPr>
          <a:xfrm flipV="1">
            <a:off x="3773030" y="4049048"/>
            <a:ext cx="18177" cy="841289"/>
          </a:xfrm>
          <a:prstGeom prst="bentConnector3">
            <a:avLst>
              <a:gd name="adj1" fmla="val 1357633"/>
            </a:avLst>
          </a:prstGeom>
          <a:ln>
            <a:solidFill>
              <a:schemeClr val="tx1"/>
            </a:solidFill>
            <a:prstDash val="solid"/>
            <a:tailEnd type="triangle" w="lg" len="lg"/>
          </a:ln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sp>
        <p:nvSpPr>
          <p:cNvPr id="145" name="Content Placeholder 2">
            <a:extLst>
              <a:ext uri="{FF2B5EF4-FFF2-40B4-BE49-F238E27FC236}">
                <a16:creationId xmlns:a16="http://schemas.microsoft.com/office/drawing/2014/main" id="{BB03976F-A035-9A44-C7BA-FDFAC0563434}"/>
              </a:ext>
            </a:extLst>
          </p:cNvPr>
          <p:cNvSpPr txBox="1">
            <a:spLocks/>
          </p:cNvSpPr>
          <p:nvPr/>
        </p:nvSpPr>
        <p:spPr>
          <a:xfrm>
            <a:off x="288029" y="1525263"/>
            <a:ext cx="1189052" cy="1169551"/>
          </a:xfrm>
          <a:prstGeom prst="rect">
            <a:avLst/>
          </a:prstGeom>
        </p:spPr>
        <p:txBody>
          <a:bodyPr wrap="square">
            <a:sp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0"/>
              </a:spcBef>
              <a:spcAft>
                <a:spcPts val="1200"/>
              </a:spcAft>
              <a:buSzPct val="90000"/>
              <a:buFont typeface="Amazon Ember" panose="020B0603020204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-228600" algn="l" defTabSz="914400" rtl="0" eaLnBrk="1" latinLnBrk="0" hangingPunct="1">
              <a:lnSpc>
                <a:spcPct val="90000"/>
              </a:lnSpc>
              <a:spcBef>
                <a:spcPts val="0"/>
              </a:spcBef>
              <a:spcAft>
                <a:spcPts val="1200"/>
              </a:spcAft>
              <a:buSzPct val="90000"/>
              <a:buFont typeface="Wingdings" panose="05000000000000000000" pitchFamily="2" charset="2"/>
              <a:buChar char="§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5800" indent="-228600" algn="l" defTabSz="914400" rtl="0" eaLnBrk="1" latinLnBrk="0" hangingPunct="1">
              <a:lnSpc>
                <a:spcPct val="90000"/>
              </a:lnSpc>
              <a:spcBef>
                <a:spcPts val="0"/>
              </a:spcBef>
              <a:spcAft>
                <a:spcPts val="1200"/>
              </a:spcAft>
              <a:buSzPct val="90000"/>
              <a:buFont typeface="Amazon Ember" panose="020B0603020204020204" pitchFamily="34" charset="0"/>
              <a:buChar char="–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4400" indent="-228600" algn="l" defTabSz="914400" rtl="0" eaLnBrk="1" latinLnBrk="0" hangingPunct="1">
              <a:lnSpc>
                <a:spcPct val="90000"/>
              </a:lnSpc>
              <a:spcBef>
                <a:spcPts val="0"/>
              </a:spcBef>
              <a:spcAft>
                <a:spcPts val="1200"/>
              </a:spcAft>
              <a:buFont typeface="Amazon Ember" panose="020B0603020204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143000" indent="-228600" algn="l" defTabSz="914400" rtl="0" eaLnBrk="1" latinLnBrk="0" hangingPunct="1">
              <a:lnSpc>
                <a:spcPct val="90000"/>
              </a:lnSpc>
              <a:spcBef>
                <a:spcPts val="0"/>
              </a:spcBef>
              <a:spcAft>
                <a:spcPts val="1200"/>
              </a:spcAft>
              <a:buFont typeface="Amazon Ember" panose="020B0603020204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mazon Ember" panose="020B0603020204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mazon Ember" panose="020B0603020204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mazon Ember" panose="020B0603020204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mazon Ember" panose="020B0603020204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r">
              <a:lnSpc>
                <a:spcPct val="100000"/>
              </a:lnSpc>
              <a:spcAft>
                <a:spcPts val="600"/>
              </a:spcAft>
              <a:buNone/>
            </a:pPr>
            <a:r>
              <a:rPr lang="en-US" sz="1400" i="1" dirty="0">
                <a:solidFill>
                  <a:schemeClr val="bg2">
                    <a:lumMod val="40000"/>
                    <a:lumOff val="60000"/>
                  </a:schemeClr>
                </a:solidFill>
                <a:effectLst>
                  <a:glow>
                    <a:schemeClr val="bg1"/>
                  </a:glow>
                </a:effectLst>
              </a:rPr>
              <a:t>translate and forward  commands via secure WebSocket</a:t>
            </a:r>
          </a:p>
        </p:txBody>
      </p:sp>
      <p:sp>
        <p:nvSpPr>
          <p:cNvPr id="149" name="Content Placeholder 2">
            <a:extLst>
              <a:ext uri="{FF2B5EF4-FFF2-40B4-BE49-F238E27FC236}">
                <a16:creationId xmlns:a16="http://schemas.microsoft.com/office/drawing/2014/main" id="{952317C3-275E-6E9E-9F82-2BF5549F4E79}"/>
              </a:ext>
            </a:extLst>
          </p:cNvPr>
          <p:cNvSpPr txBox="1">
            <a:spLocks/>
          </p:cNvSpPr>
          <p:nvPr/>
        </p:nvSpPr>
        <p:spPr>
          <a:xfrm>
            <a:off x="1699433" y="4276948"/>
            <a:ext cx="2048515" cy="307777"/>
          </a:xfrm>
          <a:prstGeom prst="rect">
            <a:avLst/>
          </a:prstGeom>
        </p:spPr>
        <p:txBody>
          <a:bodyPr wrap="square">
            <a:spAutoFit/>
          </a:bodyPr>
          <a:lstStyle>
            <a:defPPr>
              <a:defRPr lang="en-US"/>
            </a:defPPr>
            <a:lvl1pPr indent="0"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SzPct val="90000"/>
              <a:buFont typeface="Amazon Ember" panose="020B0603020204020204" pitchFamily="34" charset="0"/>
              <a:buNone/>
              <a:defRPr sz="1400" i="1">
                <a:solidFill>
                  <a:schemeClr val="bg2">
                    <a:lumMod val="40000"/>
                    <a:lumOff val="60000"/>
                  </a:schemeClr>
                </a:solidFill>
                <a:effectLst>
                  <a:glow>
                    <a:schemeClr val="bg1"/>
                  </a:glow>
                </a:effectLst>
              </a:defRPr>
            </a:lvl1pPr>
            <a:lvl2pPr indent="-228600">
              <a:lnSpc>
                <a:spcPct val="90000"/>
              </a:lnSpc>
              <a:spcBef>
                <a:spcPts val="0"/>
              </a:spcBef>
              <a:spcAft>
                <a:spcPts val="1200"/>
              </a:spcAft>
              <a:buSzPct val="90000"/>
              <a:buFont typeface="Wingdings" panose="05000000000000000000" pitchFamily="2" charset="2"/>
              <a:buChar char="§"/>
              <a:defRPr sz="2400"/>
            </a:lvl2pPr>
            <a:lvl3pPr marL="685800" indent="-228600">
              <a:lnSpc>
                <a:spcPct val="90000"/>
              </a:lnSpc>
              <a:spcBef>
                <a:spcPts val="0"/>
              </a:spcBef>
              <a:spcAft>
                <a:spcPts val="1200"/>
              </a:spcAft>
              <a:buSzPct val="90000"/>
              <a:buFont typeface="Amazon Ember" panose="020B0603020204020204" pitchFamily="34" charset="0"/>
              <a:buChar char="–"/>
              <a:defRPr sz="2000"/>
            </a:lvl3pPr>
            <a:lvl4pPr marL="914400" indent="-228600">
              <a:lnSpc>
                <a:spcPct val="90000"/>
              </a:lnSpc>
              <a:spcBef>
                <a:spcPts val="0"/>
              </a:spcBef>
              <a:spcAft>
                <a:spcPts val="1200"/>
              </a:spcAft>
              <a:buFont typeface="Amazon Ember" panose="020B0603020204020204" pitchFamily="34" charset="0"/>
              <a:buChar char="•"/>
            </a:lvl4pPr>
            <a:lvl5pPr marL="1143000" indent="-228600">
              <a:lnSpc>
                <a:spcPct val="90000"/>
              </a:lnSpc>
              <a:spcBef>
                <a:spcPts val="0"/>
              </a:spcBef>
              <a:spcAft>
                <a:spcPts val="1200"/>
              </a:spcAft>
              <a:buFont typeface="Amazon Ember" panose="020B0603020204020204" pitchFamily="34" charset="0"/>
              <a:buChar char="•"/>
            </a:lvl5pPr>
            <a:lvl6pPr marL="2514600" indent="-228600">
              <a:lnSpc>
                <a:spcPct val="90000"/>
              </a:lnSpc>
              <a:spcBef>
                <a:spcPts val="500"/>
              </a:spcBef>
              <a:buFont typeface="Amazon Ember" panose="020B0603020204020204" pitchFamily="34" charset="0"/>
              <a:buChar char="•"/>
            </a:lvl6pPr>
            <a:lvl7pPr marL="2971800" indent="-228600">
              <a:lnSpc>
                <a:spcPct val="90000"/>
              </a:lnSpc>
              <a:spcBef>
                <a:spcPts val="500"/>
              </a:spcBef>
              <a:buFont typeface="Amazon Ember" panose="020B0603020204020204" pitchFamily="34" charset="0"/>
              <a:buChar char="•"/>
            </a:lvl7pPr>
            <a:lvl8pPr marL="3429000" indent="-228600">
              <a:lnSpc>
                <a:spcPct val="90000"/>
              </a:lnSpc>
              <a:spcBef>
                <a:spcPts val="500"/>
              </a:spcBef>
              <a:buFont typeface="Amazon Ember" panose="020B0603020204020204" pitchFamily="34" charset="0"/>
              <a:buChar char="•"/>
            </a:lvl8pPr>
            <a:lvl9pPr marL="3886200" indent="-228600">
              <a:lnSpc>
                <a:spcPct val="90000"/>
              </a:lnSpc>
              <a:spcBef>
                <a:spcPts val="500"/>
              </a:spcBef>
              <a:buFont typeface="Amazon Ember" panose="020B0603020204020204" pitchFamily="34" charset="0"/>
              <a:buChar char="•"/>
            </a:lvl9pPr>
          </a:lstStyle>
          <a:p>
            <a:pPr algn="ctr"/>
            <a:r>
              <a:rPr lang="en-US" dirty="0">
                <a:solidFill>
                  <a:schemeClr val="accent4"/>
                </a:solidFill>
              </a:rPr>
              <a:t>physical cable</a:t>
            </a:r>
          </a:p>
        </p:txBody>
      </p:sp>
      <p:sp>
        <p:nvSpPr>
          <p:cNvPr id="150" name="Content Placeholder 2">
            <a:extLst>
              <a:ext uri="{FF2B5EF4-FFF2-40B4-BE49-F238E27FC236}">
                <a16:creationId xmlns:a16="http://schemas.microsoft.com/office/drawing/2014/main" id="{AB70832F-B280-359D-2ECA-D9854BCD2534}"/>
              </a:ext>
            </a:extLst>
          </p:cNvPr>
          <p:cNvSpPr txBox="1">
            <a:spLocks/>
          </p:cNvSpPr>
          <p:nvPr/>
        </p:nvSpPr>
        <p:spPr>
          <a:xfrm>
            <a:off x="1718222" y="3339638"/>
            <a:ext cx="2048515" cy="307777"/>
          </a:xfrm>
          <a:prstGeom prst="rect">
            <a:avLst/>
          </a:prstGeom>
        </p:spPr>
        <p:txBody>
          <a:bodyPr wrap="square">
            <a:spAutoFit/>
          </a:bodyPr>
          <a:lstStyle>
            <a:defPPr>
              <a:defRPr lang="en-US"/>
            </a:defPPr>
            <a:lvl1pPr indent="0"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SzPct val="90000"/>
              <a:buFont typeface="Amazon Ember" panose="020B0603020204020204" pitchFamily="34" charset="0"/>
              <a:buNone/>
              <a:defRPr sz="1400" i="1">
                <a:solidFill>
                  <a:schemeClr val="bg2">
                    <a:lumMod val="40000"/>
                    <a:lumOff val="60000"/>
                  </a:schemeClr>
                </a:solidFill>
                <a:effectLst>
                  <a:glow>
                    <a:schemeClr val="bg1"/>
                  </a:glow>
                </a:effectLst>
              </a:defRPr>
            </a:lvl1pPr>
            <a:lvl2pPr indent="-228600">
              <a:lnSpc>
                <a:spcPct val="90000"/>
              </a:lnSpc>
              <a:spcBef>
                <a:spcPts val="0"/>
              </a:spcBef>
              <a:spcAft>
                <a:spcPts val="1200"/>
              </a:spcAft>
              <a:buSzPct val="90000"/>
              <a:buFont typeface="Wingdings" panose="05000000000000000000" pitchFamily="2" charset="2"/>
              <a:buChar char="§"/>
              <a:defRPr sz="2400"/>
            </a:lvl2pPr>
            <a:lvl3pPr marL="685800" indent="-228600">
              <a:lnSpc>
                <a:spcPct val="90000"/>
              </a:lnSpc>
              <a:spcBef>
                <a:spcPts val="0"/>
              </a:spcBef>
              <a:spcAft>
                <a:spcPts val="1200"/>
              </a:spcAft>
              <a:buSzPct val="90000"/>
              <a:buFont typeface="Amazon Ember" panose="020B0603020204020204" pitchFamily="34" charset="0"/>
              <a:buChar char="–"/>
              <a:defRPr sz="2000"/>
            </a:lvl3pPr>
            <a:lvl4pPr marL="914400" indent="-228600">
              <a:lnSpc>
                <a:spcPct val="90000"/>
              </a:lnSpc>
              <a:spcBef>
                <a:spcPts val="0"/>
              </a:spcBef>
              <a:spcAft>
                <a:spcPts val="1200"/>
              </a:spcAft>
              <a:buFont typeface="Amazon Ember" panose="020B0603020204020204" pitchFamily="34" charset="0"/>
              <a:buChar char="•"/>
            </a:lvl4pPr>
            <a:lvl5pPr marL="1143000" indent="-228600">
              <a:lnSpc>
                <a:spcPct val="90000"/>
              </a:lnSpc>
              <a:spcBef>
                <a:spcPts val="0"/>
              </a:spcBef>
              <a:spcAft>
                <a:spcPts val="1200"/>
              </a:spcAft>
              <a:buFont typeface="Amazon Ember" panose="020B0603020204020204" pitchFamily="34" charset="0"/>
              <a:buChar char="•"/>
            </a:lvl5pPr>
            <a:lvl6pPr marL="2514600" indent="-228600">
              <a:lnSpc>
                <a:spcPct val="90000"/>
              </a:lnSpc>
              <a:spcBef>
                <a:spcPts val="500"/>
              </a:spcBef>
              <a:buFont typeface="Amazon Ember" panose="020B0603020204020204" pitchFamily="34" charset="0"/>
              <a:buChar char="•"/>
            </a:lvl6pPr>
            <a:lvl7pPr marL="2971800" indent="-228600">
              <a:lnSpc>
                <a:spcPct val="90000"/>
              </a:lnSpc>
              <a:spcBef>
                <a:spcPts val="500"/>
              </a:spcBef>
              <a:buFont typeface="Amazon Ember" panose="020B0603020204020204" pitchFamily="34" charset="0"/>
              <a:buChar char="•"/>
            </a:lvl7pPr>
            <a:lvl8pPr marL="3429000" indent="-228600">
              <a:lnSpc>
                <a:spcPct val="90000"/>
              </a:lnSpc>
              <a:spcBef>
                <a:spcPts val="500"/>
              </a:spcBef>
              <a:buFont typeface="Amazon Ember" panose="020B0603020204020204" pitchFamily="34" charset="0"/>
              <a:buChar char="•"/>
            </a:lvl8pPr>
            <a:lvl9pPr marL="3886200" indent="-228600">
              <a:lnSpc>
                <a:spcPct val="90000"/>
              </a:lnSpc>
              <a:spcBef>
                <a:spcPts val="500"/>
              </a:spcBef>
              <a:buFont typeface="Amazon Ember" panose="020B0603020204020204" pitchFamily="34" charset="0"/>
              <a:buChar char="•"/>
            </a:lvl9pPr>
          </a:lstStyle>
          <a:p>
            <a:pPr algn="ctr"/>
            <a:r>
              <a:rPr lang="en-US" dirty="0">
                <a:solidFill>
                  <a:schemeClr val="accent4"/>
                </a:solidFill>
              </a:rPr>
              <a:t>physical cable</a:t>
            </a:r>
          </a:p>
        </p:txBody>
      </p:sp>
      <p:sp>
        <p:nvSpPr>
          <p:cNvPr id="151" name="Content Placeholder 2">
            <a:extLst>
              <a:ext uri="{FF2B5EF4-FFF2-40B4-BE49-F238E27FC236}">
                <a16:creationId xmlns:a16="http://schemas.microsoft.com/office/drawing/2014/main" id="{03C55B14-3B80-8D12-E72B-67502EBBA52B}"/>
              </a:ext>
            </a:extLst>
          </p:cNvPr>
          <p:cNvSpPr txBox="1">
            <a:spLocks/>
          </p:cNvSpPr>
          <p:nvPr/>
        </p:nvSpPr>
        <p:spPr>
          <a:xfrm>
            <a:off x="1699432" y="2417444"/>
            <a:ext cx="2048515" cy="307777"/>
          </a:xfrm>
          <a:prstGeom prst="rect">
            <a:avLst/>
          </a:prstGeom>
        </p:spPr>
        <p:txBody>
          <a:bodyPr wrap="square">
            <a:spAutoFit/>
          </a:bodyPr>
          <a:lstStyle>
            <a:defPPr>
              <a:defRPr lang="en-US"/>
            </a:defPPr>
            <a:lvl1pPr indent="0"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SzPct val="90000"/>
              <a:buFont typeface="Amazon Ember" panose="020B0603020204020204" pitchFamily="34" charset="0"/>
              <a:buNone/>
              <a:defRPr sz="1400" i="1">
                <a:solidFill>
                  <a:schemeClr val="bg2">
                    <a:lumMod val="40000"/>
                    <a:lumOff val="60000"/>
                  </a:schemeClr>
                </a:solidFill>
                <a:effectLst>
                  <a:glow>
                    <a:schemeClr val="bg1"/>
                  </a:glow>
                </a:effectLst>
              </a:defRPr>
            </a:lvl1pPr>
            <a:lvl2pPr indent="-228600">
              <a:lnSpc>
                <a:spcPct val="90000"/>
              </a:lnSpc>
              <a:spcBef>
                <a:spcPts val="0"/>
              </a:spcBef>
              <a:spcAft>
                <a:spcPts val="1200"/>
              </a:spcAft>
              <a:buSzPct val="90000"/>
              <a:buFont typeface="Wingdings" panose="05000000000000000000" pitchFamily="2" charset="2"/>
              <a:buChar char="§"/>
              <a:defRPr sz="2400"/>
            </a:lvl2pPr>
            <a:lvl3pPr marL="685800" indent="-228600">
              <a:lnSpc>
                <a:spcPct val="90000"/>
              </a:lnSpc>
              <a:spcBef>
                <a:spcPts val="0"/>
              </a:spcBef>
              <a:spcAft>
                <a:spcPts val="1200"/>
              </a:spcAft>
              <a:buSzPct val="90000"/>
              <a:buFont typeface="Amazon Ember" panose="020B0603020204020204" pitchFamily="34" charset="0"/>
              <a:buChar char="–"/>
              <a:defRPr sz="2000"/>
            </a:lvl3pPr>
            <a:lvl4pPr marL="914400" indent="-228600">
              <a:lnSpc>
                <a:spcPct val="90000"/>
              </a:lnSpc>
              <a:spcBef>
                <a:spcPts val="0"/>
              </a:spcBef>
              <a:spcAft>
                <a:spcPts val="1200"/>
              </a:spcAft>
              <a:buFont typeface="Amazon Ember" panose="020B0603020204020204" pitchFamily="34" charset="0"/>
              <a:buChar char="•"/>
            </a:lvl4pPr>
            <a:lvl5pPr marL="1143000" indent="-228600">
              <a:lnSpc>
                <a:spcPct val="90000"/>
              </a:lnSpc>
              <a:spcBef>
                <a:spcPts val="0"/>
              </a:spcBef>
              <a:spcAft>
                <a:spcPts val="1200"/>
              </a:spcAft>
              <a:buFont typeface="Amazon Ember" panose="020B0603020204020204" pitchFamily="34" charset="0"/>
              <a:buChar char="•"/>
            </a:lvl5pPr>
            <a:lvl6pPr marL="2514600" indent="-228600">
              <a:lnSpc>
                <a:spcPct val="90000"/>
              </a:lnSpc>
              <a:spcBef>
                <a:spcPts val="500"/>
              </a:spcBef>
              <a:buFont typeface="Amazon Ember" panose="020B0603020204020204" pitchFamily="34" charset="0"/>
              <a:buChar char="•"/>
            </a:lvl6pPr>
            <a:lvl7pPr marL="2971800" indent="-228600">
              <a:lnSpc>
                <a:spcPct val="90000"/>
              </a:lnSpc>
              <a:spcBef>
                <a:spcPts val="500"/>
              </a:spcBef>
              <a:buFont typeface="Amazon Ember" panose="020B0603020204020204" pitchFamily="34" charset="0"/>
              <a:buChar char="•"/>
            </a:lvl7pPr>
            <a:lvl8pPr marL="3429000" indent="-228600">
              <a:lnSpc>
                <a:spcPct val="90000"/>
              </a:lnSpc>
              <a:spcBef>
                <a:spcPts val="500"/>
              </a:spcBef>
              <a:buFont typeface="Amazon Ember" panose="020B0603020204020204" pitchFamily="34" charset="0"/>
              <a:buChar char="•"/>
            </a:lvl8pPr>
            <a:lvl9pPr marL="3886200" indent="-228600">
              <a:lnSpc>
                <a:spcPct val="90000"/>
              </a:lnSpc>
              <a:spcBef>
                <a:spcPts val="500"/>
              </a:spcBef>
              <a:buFont typeface="Amazon Ember" panose="020B0603020204020204" pitchFamily="34" charset="0"/>
              <a:buChar char="•"/>
            </a:lvl9pPr>
          </a:lstStyle>
          <a:p>
            <a:pPr algn="ctr"/>
            <a:r>
              <a:rPr lang="en-US" dirty="0">
                <a:solidFill>
                  <a:schemeClr val="accent2"/>
                </a:solidFill>
              </a:rPr>
              <a:t>https public internet</a:t>
            </a:r>
          </a:p>
        </p:txBody>
      </p:sp>
      <p:sp>
        <p:nvSpPr>
          <p:cNvPr id="152" name="Content Placeholder 2">
            <a:extLst>
              <a:ext uri="{FF2B5EF4-FFF2-40B4-BE49-F238E27FC236}">
                <a16:creationId xmlns:a16="http://schemas.microsoft.com/office/drawing/2014/main" id="{5A468FFE-6194-D12C-2BBF-0B3315993824}"/>
              </a:ext>
            </a:extLst>
          </p:cNvPr>
          <p:cNvSpPr txBox="1">
            <a:spLocks/>
          </p:cNvSpPr>
          <p:nvPr/>
        </p:nvSpPr>
        <p:spPr>
          <a:xfrm>
            <a:off x="1699431" y="1487036"/>
            <a:ext cx="2048515" cy="307777"/>
          </a:xfrm>
          <a:prstGeom prst="rect">
            <a:avLst/>
          </a:prstGeom>
        </p:spPr>
        <p:txBody>
          <a:bodyPr wrap="square">
            <a:spAutoFit/>
          </a:bodyPr>
          <a:lstStyle>
            <a:defPPr>
              <a:defRPr lang="en-US"/>
            </a:defPPr>
            <a:lvl1pPr indent="0"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SzPct val="90000"/>
              <a:buFont typeface="Amazon Ember" panose="020B0603020204020204" pitchFamily="34" charset="0"/>
              <a:buNone/>
              <a:defRPr sz="1400" i="1">
                <a:solidFill>
                  <a:schemeClr val="bg2">
                    <a:lumMod val="40000"/>
                    <a:lumOff val="60000"/>
                  </a:schemeClr>
                </a:solidFill>
                <a:effectLst>
                  <a:glow>
                    <a:schemeClr val="bg1"/>
                  </a:glow>
                </a:effectLst>
              </a:defRPr>
            </a:lvl1pPr>
            <a:lvl2pPr indent="-228600">
              <a:lnSpc>
                <a:spcPct val="90000"/>
              </a:lnSpc>
              <a:spcBef>
                <a:spcPts val="0"/>
              </a:spcBef>
              <a:spcAft>
                <a:spcPts val="1200"/>
              </a:spcAft>
              <a:buSzPct val="90000"/>
              <a:buFont typeface="Wingdings" panose="05000000000000000000" pitchFamily="2" charset="2"/>
              <a:buChar char="§"/>
              <a:defRPr sz="2400"/>
            </a:lvl2pPr>
            <a:lvl3pPr marL="685800" indent="-228600">
              <a:lnSpc>
                <a:spcPct val="90000"/>
              </a:lnSpc>
              <a:spcBef>
                <a:spcPts val="0"/>
              </a:spcBef>
              <a:spcAft>
                <a:spcPts val="1200"/>
              </a:spcAft>
              <a:buSzPct val="90000"/>
              <a:buFont typeface="Amazon Ember" panose="020B0603020204020204" pitchFamily="34" charset="0"/>
              <a:buChar char="–"/>
              <a:defRPr sz="2000"/>
            </a:lvl3pPr>
            <a:lvl4pPr marL="914400" indent="-228600">
              <a:lnSpc>
                <a:spcPct val="90000"/>
              </a:lnSpc>
              <a:spcBef>
                <a:spcPts val="0"/>
              </a:spcBef>
              <a:spcAft>
                <a:spcPts val="1200"/>
              </a:spcAft>
              <a:buFont typeface="Amazon Ember" panose="020B0603020204020204" pitchFamily="34" charset="0"/>
              <a:buChar char="•"/>
            </a:lvl4pPr>
            <a:lvl5pPr marL="1143000" indent="-228600">
              <a:lnSpc>
                <a:spcPct val="90000"/>
              </a:lnSpc>
              <a:spcBef>
                <a:spcPts val="0"/>
              </a:spcBef>
              <a:spcAft>
                <a:spcPts val="1200"/>
              </a:spcAft>
              <a:buFont typeface="Amazon Ember" panose="020B0603020204020204" pitchFamily="34" charset="0"/>
              <a:buChar char="•"/>
            </a:lvl5pPr>
            <a:lvl6pPr marL="2514600" indent="-228600">
              <a:lnSpc>
                <a:spcPct val="90000"/>
              </a:lnSpc>
              <a:spcBef>
                <a:spcPts val="500"/>
              </a:spcBef>
              <a:buFont typeface="Amazon Ember" panose="020B0603020204020204" pitchFamily="34" charset="0"/>
              <a:buChar char="•"/>
            </a:lvl6pPr>
            <a:lvl7pPr marL="2971800" indent="-228600">
              <a:lnSpc>
                <a:spcPct val="90000"/>
              </a:lnSpc>
              <a:spcBef>
                <a:spcPts val="500"/>
              </a:spcBef>
              <a:buFont typeface="Amazon Ember" panose="020B0603020204020204" pitchFamily="34" charset="0"/>
              <a:buChar char="•"/>
            </a:lvl7pPr>
            <a:lvl8pPr marL="3429000" indent="-228600">
              <a:lnSpc>
                <a:spcPct val="90000"/>
              </a:lnSpc>
              <a:spcBef>
                <a:spcPts val="500"/>
              </a:spcBef>
              <a:buFont typeface="Amazon Ember" panose="020B0603020204020204" pitchFamily="34" charset="0"/>
              <a:buChar char="•"/>
            </a:lvl8pPr>
            <a:lvl9pPr marL="3886200" indent="-228600">
              <a:lnSpc>
                <a:spcPct val="90000"/>
              </a:lnSpc>
              <a:spcBef>
                <a:spcPts val="500"/>
              </a:spcBef>
              <a:buFont typeface="Amazon Ember" panose="020B0603020204020204" pitchFamily="34" charset="0"/>
              <a:buChar char="•"/>
            </a:lvl9pPr>
          </a:lstStyle>
          <a:p>
            <a:pPr algn="ctr"/>
            <a:r>
              <a:rPr lang="en-US" dirty="0">
                <a:solidFill>
                  <a:schemeClr val="accent2"/>
                </a:solidFill>
              </a:rPr>
              <a:t>https public internet</a:t>
            </a:r>
          </a:p>
        </p:txBody>
      </p:sp>
      <p:sp>
        <p:nvSpPr>
          <p:cNvPr id="155" name="Content Placeholder 2">
            <a:extLst>
              <a:ext uri="{FF2B5EF4-FFF2-40B4-BE49-F238E27FC236}">
                <a16:creationId xmlns:a16="http://schemas.microsoft.com/office/drawing/2014/main" id="{11681D72-6203-CF3A-7028-7E88C007C62E}"/>
              </a:ext>
            </a:extLst>
          </p:cNvPr>
          <p:cNvSpPr txBox="1">
            <a:spLocks/>
          </p:cNvSpPr>
          <p:nvPr/>
        </p:nvSpPr>
        <p:spPr>
          <a:xfrm>
            <a:off x="4024175" y="1517848"/>
            <a:ext cx="1076064" cy="1169551"/>
          </a:xfrm>
          <a:prstGeom prst="rect">
            <a:avLst/>
          </a:prstGeom>
        </p:spPr>
        <p:txBody>
          <a:bodyPr wrap="square">
            <a:sp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0"/>
              </a:spcBef>
              <a:spcAft>
                <a:spcPts val="1200"/>
              </a:spcAft>
              <a:buSzPct val="90000"/>
              <a:buFont typeface="Amazon Ember" panose="020B0603020204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-228600" algn="l" defTabSz="914400" rtl="0" eaLnBrk="1" latinLnBrk="0" hangingPunct="1">
              <a:lnSpc>
                <a:spcPct val="90000"/>
              </a:lnSpc>
              <a:spcBef>
                <a:spcPts val="0"/>
              </a:spcBef>
              <a:spcAft>
                <a:spcPts val="1200"/>
              </a:spcAft>
              <a:buSzPct val="90000"/>
              <a:buFont typeface="Wingdings" panose="05000000000000000000" pitchFamily="2" charset="2"/>
              <a:buChar char="§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5800" indent="-228600" algn="l" defTabSz="914400" rtl="0" eaLnBrk="1" latinLnBrk="0" hangingPunct="1">
              <a:lnSpc>
                <a:spcPct val="90000"/>
              </a:lnSpc>
              <a:spcBef>
                <a:spcPts val="0"/>
              </a:spcBef>
              <a:spcAft>
                <a:spcPts val="1200"/>
              </a:spcAft>
              <a:buSzPct val="90000"/>
              <a:buFont typeface="Amazon Ember" panose="020B0603020204020204" pitchFamily="34" charset="0"/>
              <a:buChar char="–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4400" indent="-228600" algn="l" defTabSz="914400" rtl="0" eaLnBrk="1" latinLnBrk="0" hangingPunct="1">
              <a:lnSpc>
                <a:spcPct val="90000"/>
              </a:lnSpc>
              <a:spcBef>
                <a:spcPts val="0"/>
              </a:spcBef>
              <a:spcAft>
                <a:spcPts val="1200"/>
              </a:spcAft>
              <a:buFont typeface="Amazon Ember" panose="020B0603020204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143000" indent="-228600" algn="l" defTabSz="914400" rtl="0" eaLnBrk="1" latinLnBrk="0" hangingPunct="1">
              <a:lnSpc>
                <a:spcPct val="90000"/>
              </a:lnSpc>
              <a:spcBef>
                <a:spcPts val="0"/>
              </a:spcBef>
              <a:spcAft>
                <a:spcPts val="1200"/>
              </a:spcAft>
              <a:buFont typeface="Amazon Ember" panose="020B0603020204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mazon Ember" panose="020B0603020204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mazon Ember" panose="020B0603020204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mazon Ember" panose="020B0603020204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mazon Ember" panose="020B0603020204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spcAft>
                <a:spcPts val="600"/>
              </a:spcAft>
              <a:buNone/>
            </a:pPr>
            <a:r>
              <a:rPr lang="en-US" sz="1400" i="1" dirty="0">
                <a:solidFill>
                  <a:schemeClr val="bg2">
                    <a:lumMod val="40000"/>
                    <a:lumOff val="60000"/>
                  </a:schemeClr>
                </a:solidFill>
                <a:effectLst>
                  <a:glow>
                    <a:schemeClr val="bg1"/>
                  </a:glow>
                </a:effectLst>
              </a:rPr>
              <a:t>translate and forward events via https call</a:t>
            </a:r>
          </a:p>
        </p:txBody>
      </p:sp>
      <p:sp>
        <p:nvSpPr>
          <p:cNvPr id="158" name="Rectangle 157">
            <a:extLst>
              <a:ext uri="{FF2B5EF4-FFF2-40B4-BE49-F238E27FC236}">
                <a16:creationId xmlns:a16="http://schemas.microsoft.com/office/drawing/2014/main" id="{90EB1F83-97C5-4075-BEFD-2BB38F9CC210}"/>
              </a:ext>
            </a:extLst>
          </p:cNvPr>
          <p:cNvSpPr/>
          <p:nvPr/>
        </p:nvSpPr>
        <p:spPr>
          <a:xfrm>
            <a:off x="7947616" y="894430"/>
            <a:ext cx="2060685" cy="566425"/>
          </a:xfrm>
          <a:prstGeom prst="rect">
            <a:avLst/>
          </a:prstGeom>
          <a:solidFill>
            <a:schemeClr val="tx1">
              <a:lumMod val="95000"/>
            </a:schemeClr>
          </a:solidFill>
          <a:ln w="28575">
            <a:solidFill>
              <a:schemeClr val="tx1">
                <a:lumMod val="50000"/>
              </a:schemeClr>
            </a:solidFill>
            <a:prstDash val="soli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44000" tIns="144000" rIns="144000" bIns="144000" anchor="ctr"/>
          <a:lstStyle/>
          <a:p>
            <a:r>
              <a:rPr lang="en-GB" sz="2400" dirty="0">
                <a:solidFill>
                  <a:sysClr val="windowText" lastClr="000000"/>
                </a:solidFill>
                <a:latin typeface="+mj-lt"/>
                <a:cs typeface="Arial" panose="020B0604020202020204" pitchFamily="34" charset="0"/>
              </a:rPr>
              <a:t>👥 Domain</a:t>
            </a:r>
          </a:p>
        </p:txBody>
      </p:sp>
      <p:cxnSp>
        <p:nvCxnSpPr>
          <p:cNvPr id="159" name="Straight Arrow Connector 44">
            <a:extLst>
              <a:ext uri="{FF2B5EF4-FFF2-40B4-BE49-F238E27FC236}">
                <a16:creationId xmlns:a16="http://schemas.microsoft.com/office/drawing/2014/main" id="{DDCC0A64-2A79-24E8-4306-2B08958C4842}"/>
              </a:ext>
            </a:extLst>
          </p:cNvPr>
          <p:cNvCxnSpPr>
            <a:cxnSpLocks/>
            <a:stCxn id="158" idx="1"/>
            <a:endCxn id="162" idx="1"/>
          </p:cNvCxnSpPr>
          <p:nvPr/>
        </p:nvCxnSpPr>
        <p:spPr>
          <a:xfrm rot="10800000" flipV="1">
            <a:off x="7931666" y="1177643"/>
            <a:ext cx="15950" cy="845340"/>
          </a:xfrm>
          <a:prstGeom prst="bentConnector3">
            <a:avLst>
              <a:gd name="adj1" fmla="val 1533229"/>
            </a:avLst>
          </a:prstGeom>
          <a:ln>
            <a:solidFill>
              <a:schemeClr val="tx1"/>
            </a:solidFill>
            <a:prstDash val="solid"/>
            <a:tailEnd type="triangle" w="lg" len="lg"/>
          </a:ln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grpSp>
        <p:nvGrpSpPr>
          <p:cNvPr id="160" name="Group 159">
            <a:extLst>
              <a:ext uri="{FF2B5EF4-FFF2-40B4-BE49-F238E27FC236}">
                <a16:creationId xmlns:a16="http://schemas.microsoft.com/office/drawing/2014/main" id="{B865ECBF-56E6-7FA9-6D94-3F8496DC079B}"/>
              </a:ext>
            </a:extLst>
          </p:cNvPr>
          <p:cNvGrpSpPr/>
          <p:nvPr/>
        </p:nvGrpSpPr>
        <p:grpSpPr>
          <a:xfrm>
            <a:off x="7931666" y="1824266"/>
            <a:ext cx="2064467" cy="566426"/>
            <a:chOff x="1480526" y="1003960"/>
            <a:chExt cx="2064467" cy="566426"/>
          </a:xfrm>
        </p:grpSpPr>
        <p:sp>
          <p:nvSpPr>
            <p:cNvPr id="161" name="Rectangle 160">
              <a:extLst>
                <a:ext uri="{FF2B5EF4-FFF2-40B4-BE49-F238E27FC236}">
                  <a16:creationId xmlns:a16="http://schemas.microsoft.com/office/drawing/2014/main" id="{1E4A7F0D-A27E-A820-7B9F-C2D2282F3B04}"/>
                </a:ext>
              </a:extLst>
            </p:cNvPr>
            <p:cNvSpPr/>
            <p:nvPr/>
          </p:nvSpPr>
          <p:spPr>
            <a:xfrm>
              <a:off x="1484308" y="1003960"/>
              <a:ext cx="2060685" cy="566426"/>
            </a:xfrm>
            <a:prstGeom prst="rect">
              <a:avLst/>
            </a:prstGeom>
            <a:solidFill>
              <a:schemeClr val="tx1">
                <a:lumMod val="95000"/>
              </a:schemeClr>
            </a:solidFill>
            <a:ln w="28575">
              <a:solidFill>
                <a:schemeClr val="tx1">
                  <a:lumMod val="50000"/>
                </a:schemeClr>
              </a:solidFill>
              <a:prstDash val="solid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44000" tIns="144000" rIns="144000" bIns="144000" anchor="ctr"/>
            <a:lstStyle/>
            <a:p>
              <a:r>
                <a:rPr lang="en-GB" sz="3200" baseline="-9000" dirty="0">
                  <a:solidFill>
                    <a:schemeClr val="bg2">
                      <a:lumMod val="40000"/>
                      <a:lumOff val="60000"/>
                    </a:schemeClr>
                  </a:solidFill>
                  <a:effectLst>
                    <a:glow>
                      <a:schemeClr val="bg1"/>
                    </a:glow>
                  </a:effectLst>
                </a:rPr>
                <a:t>🛰️</a:t>
              </a:r>
              <a:r>
                <a:rPr lang="en-GB" sz="2400" dirty="0">
                  <a:solidFill>
                    <a:sysClr val="windowText" lastClr="000000"/>
                  </a:solidFill>
                  <a:latin typeface="+mj-lt"/>
                  <a:cs typeface="Arial" panose="020B0604020202020204" pitchFamily="34" charset="0"/>
                </a:rPr>
                <a:t> Relayer</a:t>
              </a:r>
              <a:endParaRPr lang="en-GB" sz="2000" dirty="0">
                <a:solidFill>
                  <a:sysClr val="windowText" lastClr="000000"/>
                </a:solidFill>
                <a:latin typeface="+mj-lt"/>
                <a:cs typeface="Arial" panose="020B0604020202020204" pitchFamily="34" charset="0"/>
              </a:endParaRPr>
            </a:p>
          </p:txBody>
        </p:sp>
        <p:sp>
          <p:nvSpPr>
            <p:cNvPr id="162" name="TextBox 161">
              <a:extLst>
                <a:ext uri="{FF2B5EF4-FFF2-40B4-BE49-F238E27FC236}">
                  <a16:creationId xmlns:a16="http://schemas.microsoft.com/office/drawing/2014/main" id="{BABD9A14-2AD9-9B7E-F853-0E20D5839242}"/>
                </a:ext>
              </a:extLst>
            </p:cNvPr>
            <p:cNvSpPr txBox="1"/>
            <p:nvPr/>
          </p:nvSpPr>
          <p:spPr>
            <a:xfrm>
              <a:off x="1480526" y="1018011"/>
              <a:ext cx="243656" cy="369332"/>
            </a:xfrm>
            <a:prstGeom prst="rect">
              <a:avLst/>
            </a:prstGeom>
            <a:noFill/>
          </p:spPr>
          <p:txBody>
            <a:bodyPr wrap="none" lIns="0" rIns="0" rtlCol="0">
              <a:spAutoFit/>
            </a:bodyPr>
            <a:lstStyle/>
            <a:p>
              <a:pPr algn="l"/>
              <a:r>
                <a:rPr lang="en-US" dirty="0"/>
                <a:t>    </a:t>
              </a:r>
            </a:p>
          </p:txBody>
        </p:sp>
        <p:sp>
          <p:nvSpPr>
            <p:cNvPr id="163" name="TextBox 162">
              <a:extLst>
                <a:ext uri="{FF2B5EF4-FFF2-40B4-BE49-F238E27FC236}">
                  <a16:creationId xmlns:a16="http://schemas.microsoft.com/office/drawing/2014/main" id="{588C7AF0-8C47-8790-693A-23761F932570}"/>
                </a:ext>
              </a:extLst>
            </p:cNvPr>
            <p:cNvSpPr txBox="1"/>
            <p:nvPr/>
          </p:nvSpPr>
          <p:spPr>
            <a:xfrm>
              <a:off x="1496477" y="1197051"/>
              <a:ext cx="243656" cy="369332"/>
            </a:xfrm>
            <a:prstGeom prst="rect">
              <a:avLst/>
            </a:prstGeom>
            <a:noFill/>
          </p:spPr>
          <p:txBody>
            <a:bodyPr wrap="none" lIns="0" rIns="0" rtlCol="0">
              <a:spAutoFit/>
            </a:bodyPr>
            <a:lstStyle/>
            <a:p>
              <a:pPr algn="l"/>
              <a:r>
                <a:rPr lang="en-US" dirty="0"/>
                <a:t>    </a:t>
              </a:r>
            </a:p>
          </p:txBody>
        </p:sp>
      </p:grpSp>
      <p:cxnSp>
        <p:nvCxnSpPr>
          <p:cNvPr id="164" name="Straight Arrow Connector 44">
            <a:extLst>
              <a:ext uri="{FF2B5EF4-FFF2-40B4-BE49-F238E27FC236}">
                <a16:creationId xmlns:a16="http://schemas.microsoft.com/office/drawing/2014/main" id="{159A55BD-BA4D-C6CC-1863-D4CA7BA3B24C}"/>
              </a:ext>
            </a:extLst>
          </p:cNvPr>
          <p:cNvCxnSpPr>
            <a:cxnSpLocks/>
            <a:stCxn id="163" idx="1"/>
            <a:endCxn id="178" idx="1"/>
          </p:cNvCxnSpPr>
          <p:nvPr/>
        </p:nvCxnSpPr>
        <p:spPr>
          <a:xfrm rot="10800000" flipV="1">
            <a:off x="7939229" y="2202023"/>
            <a:ext cx="8389" cy="745538"/>
          </a:xfrm>
          <a:prstGeom prst="bentConnector3">
            <a:avLst>
              <a:gd name="adj1" fmla="val 2824997"/>
            </a:avLst>
          </a:prstGeom>
          <a:ln>
            <a:solidFill>
              <a:schemeClr val="tx1"/>
            </a:solidFill>
            <a:prstDash val="solid"/>
            <a:tailEnd type="triangle" w="lg" len="lg"/>
          </a:ln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grpSp>
        <p:nvGrpSpPr>
          <p:cNvPr id="165" name="Group 164">
            <a:extLst>
              <a:ext uri="{FF2B5EF4-FFF2-40B4-BE49-F238E27FC236}">
                <a16:creationId xmlns:a16="http://schemas.microsoft.com/office/drawing/2014/main" id="{1AB3139C-4129-8E5C-3EC8-838E3D5F15DA}"/>
              </a:ext>
            </a:extLst>
          </p:cNvPr>
          <p:cNvGrpSpPr/>
          <p:nvPr/>
        </p:nvGrpSpPr>
        <p:grpSpPr>
          <a:xfrm>
            <a:off x="7922537" y="3681536"/>
            <a:ext cx="2091772" cy="566426"/>
            <a:chOff x="1471397" y="3045788"/>
            <a:chExt cx="2091772" cy="566426"/>
          </a:xfrm>
        </p:grpSpPr>
        <p:grpSp>
          <p:nvGrpSpPr>
            <p:cNvPr id="166" name="Group 165">
              <a:extLst>
                <a:ext uri="{FF2B5EF4-FFF2-40B4-BE49-F238E27FC236}">
                  <a16:creationId xmlns:a16="http://schemas.microsoft.com/office/drawing/2014/main" id="{4FCC2789-7A11-0BDE-76CD-D557F8C38874}"/>
                </a:ext>
              </a:extLst>
            </p:cNvPr>
            <p:cNvGrpSpPr/>
            <p:nvPr/>
          </p:nvGrpSpPr>
          <p:grpSpPr>
            <a:xfrm>
              <a:off x="1471397" y="3045788"/>
              <a:ext cx="2078203" cy="566426"/>
              <a:chOff x="1471397" y="3045788"/>
              <a:chExt cx="2078203" cy="566426"/>
            </a:xfrm>
          </p:grpSpPr>
          <p:sp>
            <p:nvSpPr>
              <p:cNvPr id="169" name="TextBox 168">
                <a:extLst>
                  <a:ext uri="{FF2B5EF4-FFF2-40B4-BE49-F238E27FC236}">
                    <a16:creationId xmlns:a16="http://schemas.microsoft.com/office/drawing/2014/main" id="{0DC85EA9-1E5E-86C2-C7D3-2BAB94EA8DED}"/>
                  </a:ext>
                </a:extLst>
              </p:cNvPr>
              <p:cNvSpPr txBox="1"/>
              <p:nvPr/>
            </p:nvSpPr>
            <p:spPr>
              <a:xfrm>
                <a:off x="1484308" y="3045788"/>
                <a:ext cx="2065292" cy="566426"/>
              </a:xfrm>
              <a:prstGeom prst="rect">
                <a:avLst/>
              </a:prstGeom>
              <a:solidFill>
                <a:schemeClr val="bg1"/>
              </a:solidFill>
              <a:ln w="28575">
                <a:solidFill>
                  <a:schemeClr val="tx1">
                    <a:lumMod val="50000"/>
                  </a:schemeClr>
                </a:solidFill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144000" tIns="108000" rIns="144000" bIns="144000" anchor="ctr"/>
              <a:lstStyle>
                <a:defPPr>
                  <a:defRPr lang="en-US"/>
                </a:defPPr>
                <a:lvl1pPr>
                  <a:defRPr sz="3200" baseline="-9000">
                    <a:solidFill>
                      <a:schemeClr val="bg2">
                        <a:lumMod val="40000"/>
                        <a:lumOff val="60000"/>
                      </a:schemeClr>
                    </a:solidFill>
                    <a:effectLst>
                      <a:glow>
                        <a:schemeClr val="bg1"/>
                      </a:glow>
                    </a:effectLst>
                  </a:defRPr>
                </a:lvl1pPr>
                <a:lvl2pPr>
                  <a:defRPr>
                    <a:solidFill>
                      <a:schemeClr val="lt1"/>
                    </a:solidFill>
                  </a:defRPr>
                </a:lvl2pPr>
                <a:lvl3pPr>
                  <a:defRPr>
                    <a:solidFill>
                      <a:schemeClr val="lt1"/>
                    </a:solidFill>
                  </a:defRPr>
                </a:lvl3pPr>
                <a:lvl4pPr>
                  <a:defRPr>
                    <a:solidFill>
                      <a:schemeClr val="lt1"/>
                    </a:solidFill>
                  </a:defRPr>
                </a:lvl4pPr>
                <a:lvl5pPr>
                  <a:defRPr>
                    <a:solidFill>
                      <a:schemeClr val="lt1"/>
                    </a:solidFill>
                  </a:defRPr>
                </a:lvl5pPr>
                <a:lvl6pPr>
                  <a:defRPr>
                    <a:solidFill>
                      <a:schemeClr val="lt1"/>
                    </a:solidFill>
                  </a:defRPr>
                </a:lvl6pPr>
                <a:lvl7pPr>
                  <a:defRPr>
                    <a:solidFill>
                      <a:schemeClr val="lt1"/>
                    </a:solidFill>
                  </a:defRPr>
                </a:lvl7pPr>
                <a:lvl8pPr>
                  <a:defRPr>
                    <a:solidFill>
                      <a:schemeClr val="lt1"/>
                    </a:solidFill>
                  </a:defRPr>
                </a:lvl8pPr>
                <a:lvl9pPr>
                  <a:defRPr>
                    <a:solidFill>
                      <a:schemeClr val="lt1"/>
                    </a:solidFill>
                  </a:defRPr>
                </a:lvl9pPr>
              </a:lstStyle>
              <a:p>
                <a:r>
                  <a:rPr lang="en-GB" dirty="0"/>
                  <a:t>📡</a:t>
                </a:r>
                <a:r>
                  <a:rPr lang="en-GB" baseline="0" dirty="0"/>
                  <a:t> </a:t>
                </a:r>
                <a:r>
                  <a:rPr lang="en-GB" sz="2400" baseline="0" dirty="0">
                    <a:solidFill>
                      <a:schemeClr val="tx1"/>
                    </a:solidFill>
                    <a:latin typeface="+mj-lt"/>
                    <a:cs typeface="Arial" panose="020B0604020202020204" pitchFamily="34" charset="0"/>
                  </a:rPr>
                  <a:t>Antenna</a:t>
                </a:r>
                <a:r>
                  <a:rPr lang="en-GB" sz="2400" baseline="30000" dirty="0">
                    <a:solidFill>
                      <a:schemeClr val="tx1"/>
                    </a:solidFill>
                    <a:latin typeface="+mj-lt"/>
                    <a:cs typeface="Arial" panose="020B0604020202020204" pitchFamily="34" charset="0"/>
                  </a:rPr>
                  <a:t>2</a:t>
                </a:r>
              </a:p>
            </p:txBody>
          </p:sp>
          <p:grpSp>
            <p:nvGrpSpPr>
              <p:cNvPr id="170" name="Group 169">
                <a:extLst>
                  <a:ext uri="{FF2B5EF4-FFF2-40B4-BE49-F238E27FC236}">
                    <a16:creationId xmlns:a16="http://schemas.microsoft.com/office/drawing/2014/main" id="{D6041965-90EC-A8DE-577D-93CBA1993137}"/>
                  </a:ext>
                </a:extLst>
              </p:cNvPr>
              <p:cNvGrpSpPr/>
              <p:nvPr/>
            </p:nvGrpSpPr>
            <p:grpSpPr>
              <a:xfrm>
                <a:off x="1471397" y="3062835"/>
                <a:ext cx="250647" cy="538510"/>
                <a:chOff x="1583163" y="1918820"/>
                <a:chExt cx="250647" cy="538510"/>
              </a:xfrm>
            </p:grpSpPr>
            <p:sp>
              <p:nvSpPr>
                <p:cNvPr id="171" name="TextBox 170">
                  <a:extLst>
                    <a:ext uri="{FF2B5EF4-FFF2-40B4-BE49-F238E27FC236}">
                      <a16:creationId xmlns:a16="http://schemas.microsoft.com/office/drawing/2014/main" id="{301D3432-0241-E08C-BA9F-32895C993DC9}"/>
                    </a:ext>
                  </a:extLst>
                </p:cNvPr>
                <p:cNvSpPr txBox="1"/>
                <p:nvPr/>
              </p:nvSpPr>
              <p:spPr>
                <a:xfrm>
                  <a:off x="1590154" y="1918820"/>
                  <a:ext cx="243656" cy="369332"/>
                </a:xfrm>
                <a:prstGeom prst="rect">
                  <a:avLst/>
                </a:prstGeom>
                <a:noFill/>
              </p:spPr>
              <p:txBody>
                <a:bodyPr wrap="none" lIns="0" rIns="0" rtlCol="0">
                  <a:spAutoFit/>
                </a:bodyPr>
                <a:lstStyle/>
                <a:p>
                  <a:pPr algn="l"/>
                  <a:r>
                    <a:rPr lang="en-US" dirty="0"/>
                    <a:t>    </a:t>
                  </a:r>
                </a:p>
              </p:txBody>
            </p:sp>
            <p:sp>
              <p:nvSpPr>
                <p:cNvPr id="172" name="TextBox 171">
                  <a:extLst>
                    <a:ext uri="{FF2B5EF4-FFF2-40B4-BE49-F238E27FC236}">
                      <a16:creationId xmlns:a16="http://schemas.microsoft.com/office/drawing/2014/main" id="{4B4BACCA-BDE4-C7EB-7F79-2F0715EED9A6}"/>
                    </a:ext>
                  </a:extLst>
                </p:cNvPr>
                <p:cNvSpPr txBox="1"/>
                <p:nvPr/>
              </p:nvSpPr>
              <p:spPr>
                <a:xfrm>
                  <a:off x="1583163" y="2087998"/>
                  <a:ext cx="243656" cy="369332"/>
                </a:xfrm>
                <a:prstGeom prst="rect">
                  <a:avLst/>
                </a:prstGeom>
                <a:noFill/>
              </p:spPr>
              <p:txBody>
                <a:bodyPr wrap="none" lIns="0" rIns="0" rtlCol="0">
                  <a:spAutoFit/>
                </a:bodyPr>
                <a:lstStyle/>
                <a:p>
                  <a:pPr algn="l"/>
                  <a:r>
                    <a:rPr lang="en-US" dirty="0"/>
                    <a:t>    </a:t>
                  </a:r>
                </a:p>
              </p:txBody>
            </p:sp>
          </p:grpSp>
        </p:grpSp>
        <p:sp>
          <p:nvSpPr>
            <p:cNvPr id="167" name="TextBox 166">
              <a:extLst>
                <a:ext uri="{FF2B5EF4-FFF2-40B4-BE49-F238E27FC236}">
                  <a16:creationId xmlns:a16="http://schemas.microsoft.com/office/drawing/2014/main" id="{29E14FAC-2253-25B1-02C0-536F5F2342FF}"/>
                </a:ext>
              </a:extLst>
            </p:cNvPr>
            <p:cNvSpPr txBox="1"/>
            <p:nvPr/>
          </p:nvSpPr>
          <p:spPr>
            <a:xfrm>
              <a:off x="3318115" y="3064311"/>
              <a:ext cx="243656" cy="369332"/>
            </a:xfrm>
            <a:prstGeom prst="rect">
              <a:avLst/>
            </a:prstGeom>
            <a:noFill/>
          </p:spPr>
          <p:txBody>
            <a:bodyPr wrap="none" lIns="0" rIns="0" rtlCol="0">
              <a:spAutoFit/>
            </a:bodyPr>
            <a:lstStyle/>
            <a:p>
              <a:pPr algn="l"/>
              <a:r>
                <a:rPr lang="en-US" dirty="0"/>
                <a:t>    </a:t>
              </a:r>
            </a:p>
          </p:txBody>
        </p:sp>
        <p:sp>
          <p:nvSpPr>
            <p:cNvPr id="168" name="TextBox 167">
              <a:extLst>
                <a:ext uri="{FF2B5EF4-FFF2-40B4-BE49-F238E27FC236}">
                  <a16:creationId xmlns:a16="http://schemas.microsoft.com/office/drawing/2014/main" id="{11A2A995-9E9C-F213-484B-DA091CE13CC6}"/>
                </a:ext>
              </a:extLst>
            </p:cNvPr>
            <p:cNvSpPr txBox="1"/>
            <p:nvPr/>
          </p:nvSpPr>
          <p:spPr>
            <a:xfrm>
              <a:off x="3319513" y="3233489"/>
              <a:ext cx="243656" cy="369332"/>
            </a:xfrm>
            <a:prstGeom prst="rect">
              <a:avLst/>
            </a:prstGeom>
            <a:noFill/>
          </p:spPr>
          <p:txBody>
            <a:bodyPr wrap="none" lIns="0" rIns="0" rtlCol="0">
              <a:spAutoFit/>
            </a:bodyPr>
            <a:lstStyle/>
            <a:p>
              <a:pPr algn="l"/>
              <a:r>
                <a:rPr lang="en-US" dirty="0"/>
                <a:t>    </a:t>
              </a:r>
            </a:p>
          </p:txBody>
        </p:sp>
      </p:grpSp>
      <p:grpSp>
        <p:nvGrpSpPr>
          <p:cNvPr id="173" name="Group 172">
            <a:extLst>
              <a:ext uri="{FF2B5EF4-FFF2-40B4-BE49-F238E27FC236}">
                <a16:creationId xmlns:a16="http://schemas.microsoft.com/office/drawing/2014/main" id="{61C23468-88C6-88DD-0BF3-FD349FFCCAEF}"/>
              </a:ext>
            </a:extLst>
          </p:cNvPr>
          <p:cNvGrpSpPr/>
          <p:nvPr/>
        </p:nvGrpSpPr>
        <p:grpSpPr>
          <a:xfrm>
            <a:off x="7932237" y="2748397"/>
            <a:ext cx="2082245" cy="565200"/>
            <a:chOff x="1481097" y="1844201"/>
            <a:chExt cx="2082245" cy="565200"/>
          </a:xfrm>
        </p:grpSpPr>
        <p:grpSp>
          <p:nvGrpSpPr>
            <p:cNvPr id="174" name="Group 173">
              <a:extLst>
                <a:ext uri="{FF2B5EF4-FFF2-40B4-BE49-F238E27FC236}">
                  <a16:creationId xmlns:a16="http://schemas.microsoft.com/office/drawing/2014/main" id="{B8529265-E148-FC06-DDE3-31E25185F14E}"/>
                </a:ext>
              </a:extLst>
            </p:cNvPr>
            <p:cNvGrpSpPr/>
            <p:nvPr/>
          </p:nvGrpSpPr>
          <p:grpSpPr>
            <a:xfrm>
              <a:off x="1481097" y="1844201"/>
              <a:ext cx="2068503" cy="565200"/>
              <a:chOff x="1481097" y="1844201"/>
              <a:chExt cx="2068503" cy="565200"/>
            </a:xfrm>
          </p:grpSpPr>
          <p:grpSp>
            <p:nvGrpSpPr>
              <p:cNvPr id="177" name="Group 176">
                <a:extLst>
                  <a:ext uri="{FF2B5EF4-FFF2-40B4-BE49-F238E27FC236}">
                    <a16:creationId xmlns:a16="http://schemas.microsoft.com/office/drawing/2014/main" id="{CF7120C3-2E84-43B4-4F09-5DDE490699CE}"/>
                  </a:ext>
                </a:extLst>
              </p:cNvPr>
              <p:cNvGrpSpPr/>
              <p:nvPr/>
            </p:nvGrpSpPr>
            <p:grpSpPr>
              <a:xfrm>
                <a:off x="1488915" y="1844201"/>
                <a:ext cx="2060685" cy="565200"/>
                <a:chOff x="2467360" y="2224696"/>
                <a:chExt cx="2060685" cy="565200"/>
              </a:xfrm>
            </p:grpSpPr>
            <p:sp>
              <p:nvSpPr>
                <p:cNvPr id="180" name="Rectangle 179">
                  <a:extLst>
                    <a:ext uri="{FF2B5EF4-FFF2-40B4-BE49-F238E27FC236}">
                      <a16:creationId xmlns:a16="http://schemas.microsoft.com/office/drawing/2014/main" id="{3F8E211C-AAF7-732D-CC7B-4750C4FAB6B5}"/>
                    </a:ext>
                  </a:extLst>
                </p:cNvPr>
                <p:cNvSpPr/>
                <p:nvPr/>
              </p:nvSpPr>
              <p:spPr>
                <a:xfrm>
                  <a:off x="2467360" y="2224696"/>
                  <a:ext cx="2060685" cy="565200"/>
                </a:xfrm>
                <a:prstGeom prst="rect">
                  <a:avLst/>
                </a:prstGeom>
                <a:solidFill>
                  <a:schemeClr val="bg1"/>
                </a:solidFill>
                <a:ln w="28575">
                  <a:solidFill>
                    <a:schemeClr val="tx1">
                      <a:lumMod val="50000"/>
                    </a:schemeClr>
                  </a:solidFill>
                  <a:prstDash val="solid"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lIns="144000" tIns="108000" rIns="144000" bIns="144000" anchor="ctr"/>
                <a:lstStyle/>
                <a:p>
                  <a:endParaRPr lang="en-US" sz="3200" baseline="-9000" dirty="0">
                    <a:solidFill>
                      <a:schemeClr val="bg2">
                        <a:lumMod val="40000"/>
                        <a:lumOff val="60000"/>
                      </a:schemeClr>
                    </a:solidFill>
                    <a:effectLst>
                      <a:glow>
                        <a:schemeClr val="bg1"/>
                      </a:glow>
                    </a:effectLst>
                  </a:endParaRPr>
                </a:p>
              </p:txBody>
            </p:sp>
            <p:sp>
              <p:nvSpPr>
                <p:cNvPr id="181" name="TextBox 180">
                  <a:extLst>
                    <a:ext uri="{FF2B5EF4-FFF2-40B4-BE49-F238E27FC236}">
                      <a16:creationId xmlns:a16="http://schemas.microsoft.com/office/drawing/2014/main" id="{EFAB2137-485B-8D1F-EE23-10662AB93A5C}"/>
                    </a:ext>
                  </a:extLst>
                </p:cNvPr>
                <p:cNvSpPr txBox="1"/>
                <p:nvPr/>
              </p:nvSpPr>
              <p:spPr>
                <a:xfrm>
                  <a:off x="2516954" y="2293144"/>
                  <a:ext cx="1560435" cy="461665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r>
                    <a:rPr lang="en-GB" sz="3200" baseline="-9000" noProof="1">
                      <a:solidFill>
                        <a:schemeClr val="bg2">
                          <a:lumMod val="40000"/>
                          <a:lumOff val="60000"/>
                        </a:schemeClr>
                      </a:solidFill>
                      <a:effectLst>
                        <a:glow>
                          <a:schemeClr val="bg1"/>
                        </a:glow>
                      </a:effectLst>
                    </a:rPr>
                    <a:t>🛜</a:t>
                  </a:r>
                  <a:r>
                    <a:rPr lang="en-GB" sz="2000" noProof="1"/>
                    <a:t> </a:t>
                  </a:r>
                  <a:r>
                    <a:rPr lang="en-GB" sz="2400" noProof="1"/>
                    <a:t>Wi-Fier</a:t>
                  </a:r>
                  <a:endParaRPr lang="en-GB" sz="2000" noProof="1"/>
                </a:p>
              </p:txBody>
            </p:sp>
          </p:grpSp>
          <p:sp>
            <p:nvSpPr>
              <p:cNvPr id="178" name="TextBox 177">
                <a:extLst>
                  <a:ext uri="{FF2B5EF4-FFF2-40B4-BE49-F238E27FC236}">
                    <a16:creationId xmlns:a16="http://schemas.microsoft.com/office/drawing/2014/main" id="{24E17CB5-D7AC-5D0D-708D-5A3A42A02006}"/>
                  </a:ext>
                </a:extLst>
              </p:cNvPr>
              <p:cNvSpPr txBox="1"/>
              <p:nvPr/>
            </p:nvSpPr>
            <p:spPr>
              <a:xfrm>
                <a:off x="1488088" y="1858699"/>
                <a:ext cx="243656" cy="369332"/>
              </a:xfrm>
              <a:prstGeom prst="rect">
                <a:avLst/>
              </a:prstGeom>
              <a:noFill/>
            </p:spPr>
            <p:txBody>
              <a:bodyPr wrap="none" lIns="0" rIns="0" rtlCol="0">
                <a:spAutoFit/>
              </a:bodyPr>
              <a:lstStyle/>
              <a:p>
                <a:pPr algn="l"/>
                <a:r>
                  <a:rPr lang="en-US" dirty="0"/>
                  <a:t>    </a:t>
                </a:r>
              </a:p>
            </p:txBody>
          </p:sp>
          <p:sp>
            <p:nvSpPr>
              <p:cNvPr id="179" name="TextBox 178">
                <a:extLst>
                  <a:ext uri="{FF2B5EF4-FFF2-40B4-BE49-F238E27FC236}">
                    <a16:creationId xmlns:a16="http://schemas.microsoft.com/office/drawing/2014/main" id="{62DFF08C-B562-ED72-F429-210A7DC6CFE0}"/>
                  </a:ext>
                </a:extLst>
              </p:cNvPr>
              <p:cNvSpPr txBox="1"/>
              <p:nvPr/>
            </p:nvSpPr>
            <p:spPr>
              <a:xfrm>
                <a:off x="1481097" y="2027877"/>
                <a:ext cx="243656" cy="369332"/>
              </a:xfrm>
              <a:prstGeom prst="rect">
                <a:avLst/>
              </a:prstGeom>
              <a:noFill/>
            </p:spPr>
            <p:txBody>
              <a:bodyPr wrap="none" lIns="0" rIns="0" rtlCol="0">
                <a:spAutoFit/>
              </a:bodyPr>
              <a:lstStyle/>
              <a:p>
                <a:pPr algn="l"/>
                <a:r>
                  <a:rPr lang="en-US" dirty="0"/>
                  <a:t>    </a:t>
                </a:r>
              </a:p>
            </p:txBody>
          </p:sp>
        </p:grpSp>
        <p:sp>
          <p:nvSpPr>
            <p:cNvPr id="175" name="TextBox 174">
              <a:extLst>
                <a:ext uri="{FF2B5EF4-FFF2-40B4-BE49-F238E27FC236}">
                  <a16:creationId xmlns:a16="http://schemas.microsoft.com/office/drawing/2014/main" id="{2C4B5A3E-70FC-2092-2EAB-6F876C846785}"/>
                </a:ext>
              </a:extLst>
            </p:cNvPr>
            <p:cNvSpPr txBox="1"/>
            <p:nvPr/>
          </p:nvSpPr>
          <p:spPr>
            <a:xfrm>
              <a:off x="3318288" y="1860097"/>
              <a:ext cx="243656" cy="369332"/>
            </a:xfrm>
            <a:prstGeom prst="rect">
              <a:avLst/>
            </a:prstGeom>
            <a:noFill/>
          </p:spPr>
          <p:txBody>
            <a:bodyPr wrap="none" lIns="0" rIns="0" rtlCol="0">
              <a:spAutoFit/>
            </a:bodyPr>
            <a:lstStyle/>
            <a:p>
              <a:pPr algn="l"/>
              <a:r>
                <a:rPr lang="en-US" dirty="0"/>
                <a:t>    </a:t>
              </a:r>
            </a:p>
          </p:txBody>
        </p:sp>
        <p:sp>
          <p:nvSpPr>
            <p:cNvPr id="176" name="TextBox 175">
              <a:extLst>
                <a:ext uri="{FF2B5EF4-FFF2-40B4-BE49-F238E27FC236}">
                  <a16:creationId xmlns:a16="http://schemas.microsoft.com/office/drawing/2014/main" id="{EE6314AC-82C5-A5F0-B381-D9502CCDC628}"/>
                </a:ext>
              </a:extLst>
            </p:cNvPr>
            <p:cNvSpPr txBox="1"/>
            <p:nvPr/>
          </p:nvSpPr>
          <p:spPr>
            <a:xfrm>
              <a:off x="3319686" y="2029275"/>
              <a:ext cx="243656" cy="369332"/>
            </a:xfrm>
            <a:prstGeom prst="rect">
              <a:avLst/>
            </a:prstGeom>
            <a:noFill/>
          </p:spPr>
          <p:txBody>
            <a:bodyPr wrap="none" lIns="0" rIns="0" rtlCol="0">
              <a:spAutoFit/>
            </a:bodyPr>
            <a:lstStyle/>
            <a:p>
              <a:pPr algn="l"/>
              <a:r>
                <a:rPr lang="en-US" dirty="0"/>
                <a:t>    </a:t>
              </a:r>
            </a:p>
          </p:txBody>
        </p:sp>
      </p:grpSp>
      <p:grpSp>
        <p:nvGrpSpPr>
          <p:cNvPr id="182" name="Group 181">
            <a:extLst>
              <a:ext uri="{FF2B5EF4-FFF2-40B4-BE49-F238E27FC236}">
                <a16:creationId xmlns:a16="http://schemas.microsoft.com/office/drawing/2014/main" id="{26FF67A5-3347-4EB4-0656-6D5AD569FDCC}"/>
              </a:ext>
            </a:extLst>
          </p:cNvPr>
          <p:cNvGrpSpPr/>
          <p:nvPr/>
        </p:nvGrpSpPr>
        <p:grpSpPr>
          <a:xfrm>
            <a:off x="7930840" y="4612044"/>
            <a:ext cx="2083642" cy="566426"/>
            <a:chOff x="1479700" y="4320245"/>
            <a:chExt cx="2083642" cy="566426"/>
          </a:xfrm>
        </p:grpSpPr>
        <p:grpSp>
          <p:nvGrpSpPr>
            <p:cNvPr id="183" name="Group 182">
              <a:extLst>
                <a:ext uri="{FF2B5EF4-FFF2-40B4-BE49-F238E27FC236}">
                  <a16:creationId xmlns:a16="http://schemas.microsoft.com/office/drawing/2014/main" id="{59C7FB14-5E6A-C627-AABE-2FF4B1EFB86F}"/>
                </a:ext>
              </a:extLst>
            </p:cNvPr>
            <p:cNvGrpSpPr/>
            <p:nvPr/>
          </p:nvGrpSpPr>
          <p:grpSpPr>
            <a:xfrm>
              <a:off x="1479700" y="4320245"/>
              <a:ext cx="2069900" cy="566426"/>
              <a:chOff x="1479700" y="4320245"/>
              <a:chExt cx="2069900" cy="566426"/>
            </a:xfrm>
          </p:grpSpPr>
          <p:sp>
            <p:nvSpPr>
              <p:cNvPr id="186" name="Rectangle 185">
                <a:extLst>
                  <a:ext uri="{FF2B5EF4-FFF2-40B4-BE49-F238E27FC236}">
                    <a16:creationId xmlns:a16="http://schemas.microsoft.com/office/drawing/2014/main" id="{0F10443B-2194-3E9A-266C-707EA55B5751}"/>
                  </a:ext>
                </a:extLst>
              </p:cNvPr>
              <p:cNvSpPr/>
              <p:nvPr/>
            </p:nvSpPr>
            <p:spPr>
              <a:xfrm>
                <a:off x="1484308" y="4320245"/>
                <a:ext cx="2065292" cy="566426"/>
              </a:xfrm>
              <a:prstGeom prst="rect">
                <a:avLst/>
              </a:prstGeom>
              <a:solidFill>
                <a:schemeClr val="bg1"/>
              </a:solidFill>
              <a:ln w="28575">
                <a:solidFill>
                  <a:schemeClr val="tx1">
                    <a:lumMod val="50000"/>
                  </a:schemeClr>
                </a:solidFill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144000" tIns="144000" rIns="144000" bIns="144000" anchor="ctr"/>
              <a:lstStyle/>
              <a:p>
                <a:r>
                  <a:rPr lang="en-GB" sz="3200" baseline="-9000" dirty="0">
                    <a:solidFill>
                      <a:schemeClr val="bg2">
                        <a:lumMod val="40000"/>
                        <a:lumOff val="60000"/>
                      </a:schemeClr>
                    </a:solidFill>
                    <a:effectLst>
                      <a:glow>
                        <a:schemeClr val="bg1"/>
                      </a:glow>
                    </a:effectLst>
                  </a:rPr>
                  <a:t>🎬 </a:t>
                </a:r>
                <a:r>
                  <a:rPr lang="en-GB" sz="2400" dirty="0">
                    <a:solidFill>
                      <a:schemeClr val="tx1"/>
                    </a:solidFill>
                    <a:effectLst>
                      <a:glow>
                        <a:schemeClr val="bg1"/>
                      </a:glow>
                    </a:effectLst>
                    <a:latin typeface="+mj-lt"/>
                    <a:cs typeface="Arial" panose="020B0604020202020204" pitchFamily="34" charset="0"/>
                  </a:rPr>
                  <a:t>Relay</a:t>
                </a:r>
              </a:p>
            </p:txBody>
          </p:sp>
          <p:sp>
            <p:nvSpPr>
              <p:cNvPr id="187" name="TextBox 186">
                <a:extLst>
                  <a:ext uri="{FF2B5EF4-FFF2-40B4-BE49-F238E27FC236}">
                    <a16:creationId xmlns:a16="http://schemas.microsoft.com/office/drawing/2014/main" id="{E9A63E3C-585F-09BC-BD8B-151F82E8D37A}"/>
                  </a:ext>
                </a:extLst>
              </p:cNvPr>
              <p:cNvSpPr txBox="1"/>
              <p:nvPr/>
            </p:nvSpPr>
            <p:spPr>
              <a:xfrm>
                <a:off x="1479700" y="4339071"/>
                <a:ext cx="243656" cy="369332"/>
              </a:xfrm>
              <a:prstGeom prst="rect">
                <a:avLst/>
              </a:prstGeom>
              <a:noFill/>
            </p:spPr>
            <p:txBody>
              <a:bodyPr wrap="none" lIns="0" rIns="0" rtlCol="0">
                <a:spAutoFit/>
              </a:bodyPr>
              <a:lstStyle/>
              <a:p>
                <a:pPr algn="l"/>
                <a:r>
                  <a:rPr lang="en-US" dirty="0"/>
                  <a:t>    </a:t>
                </a:r>
              </a:p>
            </p:txBody>
          </p:sp>
          <p:sp>
            <p:nvSpPr>
              <p:cNvPr id="188" name="TextBox 187">
                <a:extLst>
                  <a:ext uri="{FF2B5EF4-FFF2-40B4-BE49-F238E27FC236}">
                    <a16:creationId xmlns:a16="http://schemas.microsoft.com/office/drawing/2014/main" id="{869C9D62-FA61-093D-9888-A9BBABA9BBEE}"/>
                  </a:ext>
                </a:extLst>
              </p:cNvPr>
              <p:cNvSpPr txBox="1"/>
              <p:nvPr/>
            </p:nvSpPr>
            <p:spPr>
              <a:xfrm>
                <a:off x="1481098" y="4508249"/>
                <a:ext cx="243656" cy="369332"/>
              </a:xfrm>
              <a:prstGeom prst="rect">
                <a:avLst/>
              </a:prstGeom>
              <a:noFill/>
            </p:spPr>
            <p:txBody>
              <a:bodyPr wrap="none" lIns="0" rIns="0" rtlCol="0">
                <a:spAutoFit/>
              </a:bodyPr>
              <a:lstStyle/>
              <a:p>
                <a:pPr algn="l"/>
                <a:r>
                  <a:rPr lang="en-US" dirty="0"/>
                  <a:t>    </a:t>
                </a:r>
              </a:p>
            </p:txBody>
          </p:sp>
        </p:grpSp>
        <p:sp>
          <p:nvSpPr>
            <p:cNvPr id="184" name="TextBox 183">
              <a:extLst>
                <a:ext uri="{FF2B5EF4-FFF2-40B4-BE49-F238E27FC236}">
                  <a16:creationId xmlns:a16="http://schemas.microsoft.com/office/drawing/2014/main" id="{B8B38F8D-384D-5FE9-32A0-AE9962549307}"/>
                </a:ext>
              </a:extLst>
            </p:cNvPr>
            <p:cNvSpPr txBox="1"/>
            <p:nvPr/>
          </p:nvSpPr>
          <p:spPr>
            <a:xfrm>
              <a:off x="3318288" y="4334852"/>
              <a:ext cx="243656" cy="369332"/>
            </a:xfrm>
            <a:prstGeom prst="rect">
              <a:avLst/>
            </a:prstGeom>
            <a:noFill/>
          </p:spPr>
          <p:txBody>
            <a:bodyPr wrap="none" lIns="0" rIns="0" rtlCol="0">
              <a:spAutoFit/>
            </a:bodyPr>
            <a:lstStyle/>
            <a:p>
              <a:pPr algn="l"/>
              <a:r>
                <a:rPr lang="en-US" dirty="0"/>
                <a:t>    </a:t>
              </a:r>
            </a:p>
          </p:txBody>
        </p:sp>
        <p:sp>
          <p:nvSpPr>
            <p:cNvPr id="185" name="TextBox 184">
              <a:extLst>
                <a:ext uri="{FF2B5EF4-FFF2-40B4-BE49-F238E27FC236}">
                  <a16:creationId xmlns:a16="http://schemas.microsoft.com/office/drawing/2014/main" id="{4D292198-E334-E479-ED58-C16D46199054}"/>
                </a:ext>
              </a:extLst>
            </p:cNvPr>
            <p:cNvSpPr txBox="1"/>
            <p:nvPr/>
          </p:nvSpPr>
          <p:spPr>
            <a:xfrm>
              <a:off x="3319686" y="4512419"/>
              <a:ext cx="243656" cy="369332"/>
            </a:xfrm>
            <a:prstGeom prst="rect">
              <a:avLst/>
            </a:prstGeom>
            <a:noFill/>
          </p:spPr>
          <p:txBody>
            <a:bodyPr wrap="none" lIns="0" rIns="0" rtlCol="0">
              <a:spAutoFit/>
            </a:bodyPr>
            <a:lstStyle/>
            <a:p>
              <a:pPr algn="l"/>
              <a:r>
                <a:rPr lang="en-US" dirty="0"/>
                <a:t>    </a:t>
              </a:r>
            </a:p>
          </p:txBody>
        </p:sp>
      </p:grpSp>
      <p:sp>
        <p:nvSpPr>
          <p:cNvPr id="189" name="Rectangle 188">
            <a:extLst>
              <a:ext uri="{FF2B5EF4-FFF2-40B4-BE49-F238E27FC236}">
                <a16:creationId xmlns:a16="http://schemas.microsoft.com/office/drawing/2014/main" id="{0A635EA8-5C4D-0B12-A7CF-ED38A6F3B595}"/>
              </a:ext>
            </a:extLst>
          </p:cNvPr>
          <p:cNvSpPr/>
          <p:nvPr/>
        </p:nvSpPr>
        <p:spPr>
          <a:xfrm>
            <a:off x="7930840" y="5543158"/>
            <a:ext cx="2065292" cy="566426"/>
          </a:xfrm>
          <a:prstGeom prst="rect">
            <a:avLst/>
          </a:prstGeom>
          <a:solidFill>
            <a:schemeClr val="bg1"/>
          </a:solidFill>
          <a:ln w="28575">
            <a:solidFill>
              <a:schemeClr val="tx1">
                <a:lumMod val="50000"/>
              </a:schemeClr>
            </a:solidFill>
            <a:prstDash val="soli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44000" tIns="144000" rIns="144000" bIns="144000" anchor="ctr"/>
          <a:lstStyle/>
          <a:p>
            <a:r>
              <a:rPr lang="en-GB" sz="3200" baseline="-9000" dirty="0">
                <a:solidFill>
                  <a:schemeClr val="bg2">
                    <a:lumMod val="40000"/>
                    <a:lumOff val="60000"/>
                  </a:schemeClr>
                </a:solidFill>
                <a:effectLst>
                  <a:glow>
                    <a:schemeClr val="bg1"/>
                  </a:glow>
                </a:effectLst>
              </a:rPr>
              <a:t>🔌 </a:t>
            </a:r>
            <a:r>
              <a:rPr lang="en-GB" sz="2400" dirty="0">
                <a:solidFill>
                  <a:schemeClr val="tx1"/>
                </a:solidFill>
                <a:effectLst>
                  <a:glow>
                    <a:schemeClr val="bg1"/>
                  </a:glow>
                </a:effectLst>
                <a:latin typeface="+mj-lt"/>
                <a:cs typeface="Arial" panose="020B0604020202020204" pitchFamily="34" charset="0"/>
              </a:rPr>
              <a:t>Pluggable</a:t>
            </a:r>
          </a:p>
        </p:txBody>
      </p:sp>
      <p:cxnSp>
        <p:nvCxnSpPr>
          <p:cNvPr id="190" name="Straight Arrow Connector 44">
            <a:extLst>
              <a:ext uri="{FF2B5EF4-FFF2-40B4-BE49-F238E27FC236}">
                <a16:creationId xmlns:a16="http://schemas.microsoft.com/office/drawing/2014/main" id="{1E63590D-C3B1-FA09-1774-A743DC7D1187}"/>
              </a:ext>
            </a:extLst>
          </p:cNvPr>
          <p:cNvCxnSpPr>
            <a:cxnSpLocks/>
            <a:stCxn id="179" idx="1"/>
            <a:endCxn id="171" idx="1"/>
          </p:cNvCxnSpPr>
          <p:nvPr/>
        </p:nvCxnSpPr>
        <p:spPr>
          <a:xfrm rot="10800000" flipV="1">
            <a:off x="7929529" y="3116739"/>
            <a:ext cx="2709" cy="766510"/>
          </a:xfrm>
          <a:prstGeom prst="bentConnector3">
            <a:avLst>
              <a:gd name="adj1" fmla="val 8538538"/>
            </a:avLst>
          </a:prstGeom>
          <a:ln>
            <a:solidFill>
              <a:schemeClr val="tx1"/>
            </a:solidFill>
            <a:prstDash val="solid"/>
            <a:tailEnd type="triangle" w="lg" len="lg"/>
          </a:ln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cxnSp>
        <p:nvCxnSpPr>
          <p:cNvPr id="191" name="Straight Arrow Connector 44">
            <a:extLst>
              <a:ext uri="{FF2B5EF4-FFF2-40B4-BE49-F238E27FC236}">
                <a16:creationId xmlns:a16="http://schemas.microsoft.com/office/drawing/2014/main" id="{58B35E40-6380-668D-4BC3-78820C9C0C22}"/>
              </a:ext>
            </a:extLst>
          </p:cNvPr>
          <p:cNvCxnSpPr>
            <a:cxnSpLocks/>
            <a:stCxn id="172" idx="1"/>
            <a:endCxn id="187" idx="1"/>
          </p:cNvCxnSpPr>
          <p:nvPr/>
        </p:nvCxnSpPr>
        <p:spPr>
          <a:xfrm rot="10800000" flipH="1" flipV="1">
            <a:off x="7922536" y="4052426"/>
            <a:ext cx="8303" cy="763109"/>
          </a:xfrm>
          <a:prstGeom prst="bentConnector3">
            <a:avLst>
              <a:gd name="adj1" fmla="val -2753222"/>
            </a:avLst>
          </a:prstGeom>
          <a:ln>
            <a:solidFill>
              <a:schemeClr val="tx1"/>
            </a:solidFill>
            <a:prstDash val="solid"/>
            <a:tailEnd type="triangle" w="lg" len="lg"/>
          </a:ln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cxnSp>
        <p:nvCxnSpPr>
          <p:cNvPr id="192" name="Straight Arrow Connector 44">
            <a:extLst>
              <a:ext uri="{FF2B5EF4-FFF2-40B4-BE49-F238E27FC236}">
                <a16:creationId xmlns:a16="http://schemas.microsoft.com/office/drawing/2014/main" id="{0167192D-0552-7A31-435D-D0E770D1AB2F}"/>
              </a:ext>
            </a:extLst>
          </p:cNvPr>
          <p:cNvCxnSpPr>
            <a:cxnSpLocks/>
            <a:stCxn id="188" idx="1"/>
            <a:endCxn id="189" idx="1"/>
          </p:cNvCxnSpPr>
          <p:nvPr/>
        </p:nvCxnSpPr>
        <p:spPr>
          <a:xfrm rot="10800000" flipV="1">
            <a:off x="7930840" y="4984713"/>
            <a:ext cx="1398" cy="841657"/>
          </a:xfrm>
          <a:prstGeom prst="bentConnector3">
            <a:avLst>
              <a:gd name="adj1" fmla="val 16451931"/>
            </a:avLst>
          </a:prstGeom>
          <a:ln>
            <a:solidFill>
              <a:schemeClr val="tx1"/>
            </a:solidFill>
            <a:prstDash val="solid"/>
            <a:tailEnd type="triangle" w="lg" len="lg"/>
          </a:ln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cxnSp>
        <p:nvCxnSpPr>
          <p:cNvPr id="193" name="Straight Arrow Connector 44">
            <a:extLst>
              <a:ext uri="{FF2B5EF4-FFF2-40B4-BE49-F238E27FC236}">
                <a16:creationId xmlns:a16="http://schemas.microsoft.com/office/drawing/2014/main" id="{CBEEEB42-AAE7-1473-0140-B45CB1F0A26A}"/>
              </a:ext>
            </a:extLst>
          </p:cNvPr>
          <p:cNvCxnSpPr>
            <a:cxnSpLocks/>
            <a:stCxn id="195" idx="3"/>
            <a:endCxn id="158" idx="3"/>
          </p:cNvCxnSpPr>
          <p:nvPr/>
        </p:nvCxnSpPr>
        <p:spPr>
          <a:xfrm flipH="1" flipV="1">
            <a:off x="10008301" y="1177643"/>
            <a:ext cx="3373" cy="847687"/>
          </a:xfrm>
          <a:prstGeom prst="bentConnector3">
            <a:avLst>
              <a:gd name="adj1" fmla="val -6777350"/>
            </a:avLst>
          </a:prstGeom>
          <a:ln>
            <a:solidFill>
              <a:schemeClr val="tx1"/>
            </a:solidFill>
            <a:prstDash val="solid"/>
            <a:tailEnd type="triangle" w="lg" len="lg"/>
          </a:ln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cxnSp>
        <p:nvCxnSpPr>
          <p:cNvPr id="194" name="Straight Arrow Connector 44">
            <a:extLst>
              <a:ext uri="{FF2B5EF4-FFF2-40B4-BE49-F238E27FC236}">
                <a16:creationId xmlns:a16="http://schemas.microsoft.com/office/drawing/2014/main" id="{AC44F5E4-1BED-6607-7C2C-453219D41B6E}"/>
              </a:ext>
            </a:extLst>
          </p:cNvPr>
          <p:cNvCxnSpPr>
            <a:cxnSpLocks/>
            <a:stCxn id="175" idx="3"/>
            <a:endCxn id="196" idx="3"/>
          </p:cNvCxnSpPr>
          <p:nvPr/>
        </p:nvCxnSpPr>
        <p:spPr>
          <a:xfrm flipH="1" flipV="1">
            <a:off x="10004683" y="2194508"/>
            <a:ext cx="8401" cy="754451"/>
          </a:xfrm>
          <a:prstGeom prst="bentConnector3">
            <a:avLst>
              <a:gd name="adj1" fmla="val -2721105"/>
            </a:avLst>
          </a:prstGeom>
          <a:ln>
            <a:solidFill>
              <a:schemeClr val="tx1"/>
            </a:solidFill>
            <a:prstDash val="solid"/>
            <a:tailEnd type="triangle" w="lg" len="lg"/>
          </a:ln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sp>
        <p:nvSpPr>
          <p:cNvPr id="195" name="TextBox 194">
            <a:extLst>
              <a:ext uri="{FF2B5EF4-FFF2-40B4-BE49-F238E27FC236}">
                <a16:creationId xmlns:a16="http://schemas.microsoft.com/office/drawing/2014/main" id="{BCD5A21D-9DDC-E54D-94E7-BF1AFD31ECA4}"/>
              </a:ext>
            </a:extLst>
          </p:cNvPr>
          <p:cNvSpPr txBox="1"/>
          <p:nvPr/>
        </p:nvSpPr>
        <p:spPr>
          <a:xfrm>
            <a:off x="9768018" y="1840664"/>
            <a:ext cx="243656" cy="369332"/>
          </a:xfrm>
          <a:prstGeom prst="rect">
            <a:avLst/>
          </a:prstGeom>
          <a:noFill/>
        </p:spPr>
        <p:txBody>
          <a:bodyPr wrap="none" lIns="0" rIns="0" rtlCol="0">
            <a:spAutoFit/>
          </a:bodyPr>
          <a:lstStyle/>
          <a:p>
            <a:pPr algn="l"/>
            <a:r>
              <a:rPr lang="en-US" dirty="0"/>
              <a:t>    </a:t>
            </a:r>
          </a:p>
        </p:txBody>
      </p:sp>
      <p:sp>
        <p:nvSpPr>
          <p:cNvPr id="196" name="TextBox 195">
            <a:extLst>
              <a:ext uri="{FF2B5EF4-FFF2-40B4-BE49-F238E27FC236}">
                <a16:creationId xmlns:a16="http://schemas.microsoft.com/office/drawing/2014/main" id="{14A8FBF9-9F28-A09A-2A0B-7887D9407C24}"/>
              </a:ext>
            </a:extLst>
          </p:cNvPr>
          <p:cNvSpPr txBox="1"/>
          <p:nvPr/>
        </p:nvSpPr>
        <p:spPr>
          <a:xfrm>
            <a:off x="9761027" y="2009842"/>
            <a:ext cx="243656" cy="369332"/>
          </a:xfrm>
          <a:prstGeom prst="rect">
            <a:avLst/>
          </a:prstGeom>
          <a:noFill/>
        </p:spPr>
        <p:txBody>
          <a:bodyPr wrap="none" lIns="0" rIns="0" rtlCol="0">
            <a:spAutoFit/>
          </a:bodyPr>
          <a:lstStyle/>
          <a:p>
            <a:pPr algn="l"/>
            <a:r>
              <a:rPr lang="en-US" dirty="0"/>
              <a:t>    </a:t>
            </a:r>
          </a:p>
        </p:txBody>
      </p:sp>
      <p:cxnSp>
        <p:nvCxnSpPr>
          <p:cNvPr id="197" name="Straight Arrow Connector 44">
            <a:extLst>
              <a:ext uri="{FF2B5EF4-FFF2-40B4-BE49-F238E27FC236}">
                <a16:creationId xmlns:a16="http://schemas.microsoft.com/office/drawing/2014/main" id="{BB9EB29C-7FBC-2654-2B7E-8F8E725D7AF4}"/>
              </a:ext>
            </a:extLst>
          </p:cNvPr>
          <p:cNvCxnSpPr>
            <a:cxnSpLocks/>
            <a:stCxn id="167" idx="3"/>
            <a:endCxn id="176" idx="3"/>
          </p:cNvCxnSpPr>
          <p:nvPr/>
        </p:nvCxnSpPr>
        <p:spPr>
          <a:xfrm flipV="1">
            <a:off x="10012911" y="3118137"/>
            <a:ext cx="1571" cy="766588"/>
          </a:xfrm>
          <a:prstGeom prst="bentConnector3">
            <a:avLst>
              <a:gd name="adj1" fmla="val 14651241"/>
            </a:avLst>
          </a:prstGeom>
          <a:ln>
            <a:solidFill>
              <a:schemeClr val="tx1"/>
            </a:solidFill>
            <a:prstDash val="solid"/>
            <a:tailEnd type="triangle" w="lg" len="lg"/>
          </a:ln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cxnSp>
        <p:nvCxnSpPr>
          <p:cNvPr id="198" name="Straight Arrow Connector 44">
            <a:extLst>
              <a:ext uri="{FF2B5EF4-FFF2-40B4-BE49-F238E27FC236}">
                <a16:creationId xmlns:a16="http://schemas.microsoft.com/office/drawing/2014/main" id="{3FE1C58E-1CF2-39C3-80E8-21BBAFE53DCD}"/>
              </a:ext>
            </a:extLst>
          </p:cNvPr>
          <p:cNvCxnSpPr>
            <a:cxnSpLocks/>
            <a:stCxn id="184" idx="3"/>
            <a:endCxn id="168" idx="3"/>
          </p:cNvCxnSpPr>
          <p:nvPr/>
        </p:nvCxnSpPr>
        <p:spPr>
          <a:xfrm flipV="1">
            <a:off x="10013084" y="4053903"/>
            <a:ext cx="1225" cy="757414"/>
          </a:xfrm>
          <a:prstGeom prst="bentConnector3">
            <a:avLst>
              <a:gd name="adj1" fmla="val 18761224"/>
            </a:avLst>
          </a:prstGeom>
          <a:ln>
            <a:solidFill>
              <a:schemeClr val="tx1"/>
            </a:solidFill>
            <a:prstDash val="solid"/>
            <a:tailEnd type="triangle" w="lg" len="lg"/>
          </a:ln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cxnSp>
        <p:nvCxnSpPr>
          <p:cNvPr id="199" name="Straight Arrow Connector 44">
            <a:extLst>
              <a:ext uri="{FF2B5EF4-FFF2-40B4-BE49-F238E27FC236}">
                <a16:creationId xmlns:a16="http://schemas.microsoft.com/office/drawing/2014/main" id="{4E34655A-3E80-390B-0AFB-EA4266820625}"/>
              </a:ext>
            </a:extLst>
          </p:cNvPr>
          <p:cNvCxnSpPr>
            <a:cxnSpLocks/>
            <a:stCxn id="189" idx="3"/>
            <a:endCxn id="185" idx="3"/>
          </p:cNvCxnSpPr>
          <p:nvPr/>
        </p:nvCxnSpPr>
        <p:spPr>
          <a:xfrm flipV="1">
            <a:off x="9996132" y="4988884"/>
            <a:ext cx="18350" cy="837487"/>
          </a:xfrm>
          <a:prstGeom prst="bentConnector3">
            <a:avLst>
              <a:gd name="adj1" fmla="val 1345777"/>
            </a:avLst>
          </a:prstGeom>
          <a:ln>
            <a:solidFill>
              <a:schemeClr val="tx1"/>
            </a:solidFill>
            <a:prstDash val="solid"/>
            <a:tailEnd type="triangle" w="lg" len="lg"/>
          </a:ln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sp>
        <p:nvSpPr>
          <p:cNvPr id="200" name="Content Placeholder 2">
            <a:extLst>
              <a:ext uri="{FF2B5EF4-FFF2-40B4-BE49-F238E27FC236}">
                <a16:creationId xmlns:a16="http://schemas.microsoft.com/office/drawing/2014/main" id="{67A6E7EC-8F0F-5CF1-144D-04F12550E302}"/>
              </a:ext>
            </a:extLst>
          </p:cNvPr>
          <p:cNvSpPr txBox="1">
            <a:spLocks/>
          </p:cNvSpPr>
          <p:nvPr/>
        </p:nvSpPr>
        <p:spPr>
          <a:xfrm>
            <a:off x="6179574" y="1226126"/>
            <a:ext cx="1512219" cy="1600438"/>
          </a:xfrm>
          <a:prstGeom prst="rect">
            <a:avLst/>
          </a:prstGeom>
        </p:spPr>
        <p:txBody>
          <a:bodyPr wrap="square">
            <a:sp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0"/>
              </a:spcBef>
              <a:spcAft>
                <a:spcPts val="1200"/>
              </a:spcAft>
              <a:buSzPct val="90000"/>
              <a:buFont typeface="Amazon Ember" panose="020B0603020204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-228600" algn="l" defTabSz="914400" rtl="0" eaLnBrk="1" latinLnBrk="0" hangingPunct="1">
              <a:lnSpc>
                <a:spcPct val="90000"/>
              </a:lnSpc>
              <a:spcBef>
                <a:spcPts val="0"/>
              </a:spcBef>
              <a:spcAft>
                <a:spcPts val="1200"/>
              </a:spcAft>
              <a:buSzPct val="90000"/>
              <a:buFont typeface="Wingdings" panose="05000000000000000000" pitchFamily="2" charset="2"/>
              <a:buChar char="§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5800" indent="-228600" algn="l" defTabSz="914400" rtl="0" eaLnBrk="1" latinLnBrk="0" hangingPunct="1">
              <a:lnSpc>
                <a:spcPct val="90000"/>
              </a:lnSpc>
              <a:spcBef>
                <a:spcPts val="0"/>
              </a:spcBef>
              <a:spcAft>
                <a:spcPts val="1200"/>
              </a:spcAft>
              <a:buSzPct val="90000"/>
              <a:buFont typeface="Amazon Ember" panose="020B0603020204020204" pitchFamily="34" charset="0"/>
              <a:buChar char="–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4400" indent="-228600" algn="l" defTabSz="914400" rtl="0" eaLnBrk="1" latinLnBrk="0" hangingPunct="1">
              <a:lnSpc>
                <a:spcPct val="90000"/>
              </a:lnSpc>
              <a:spcBef>
                <a:spcPts val="0"/>
              </a:spcBef>
              <a:spcAft>
                <a:spcPts val="1200"/>
              </a:spcAft>
              <a:buFont typeface="Amazon Ember" panose="020B0603020204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143000" indent="-228600" algn="l" defTabSz="914400" rtl="0" eaLnBrk="1" latinLnBrk="0" hangingPunct="1">
              <a:lnSpc>
                <a:spcPct val="90000"/>
              </a:lnSpc>
              <a:spcBef>
                <a:spcPts val="0"/>
              </a:spcBef>
              <a:spcAft>
                <a:spcPts val="1200"/>
              </a:spcAft>
              <a:buFont typeface="Amazon Ember" panose="020B0603020204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mazon Ember" panose="020B0603020204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mazon Ember" panose="020B0603020204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mazon Ember" panose="020B0603020204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mazon Ember" panose="020B0603020204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r">
              <a:lnSpc>
                <a:spcPct val="100000"/>
              </a:lnSpc>
              <a:spcAft>
                <a:spcPts val="600"/>
              </a:spcAft>
              <a:buNone/>
            </a:pPr>
            <a:r>
              <a:rPr lang="en-US" sz="1400" i="1" dirty="0">
                <a:solidFill>
                  <a:schemeClr val="bg2">
                    <a:lumMod val="40000"/>
                    <a:lumOff val="60000"/>
                  </a:schemeClr>
                </a:solidFill>
                <a:effectLst>
                  <a:glow>
                    <a:schemeClr val="bg1"/>
                  </a:glow>
                </a:effectLst>
              </a:rPr>
              <a:t>translate, then encrypt commands with </a:t>
            </a:r>
            <a:r>
              <a:rPr lang="en-US" sz="1400" dirty="0">
                <a:solidFill>
                  <a:schemeClr val="bg2">
                    <a:lumMod val="40000"/>
                    <a:lumOff val="60000"/>
                  </a:schemeClr>
                </a:solidFill>
                <a:effectLst>
                  <a:glow>
                    <a:schemeClr val="bg1"/>
                  </a:glow>
                </a:effectLst>
              </a:rPr>
              <a:t>🎬</a:t>
            </a:r>
            <a:r>
              <a:rPr lang="en-US" sz="1400" i="1" dirty="0">
                <a:solidFill>
                  <a:schemeClr val="bg2">
                    <a:lumMod val="40000"/>
                    <a:lumOff val="60000"/>
                  </a:schemeClr>
                </a:solidFill>
                <a:effectLst>
                  <a:glow>
                    <a:schemeClr val="bg1"/>
                  </a:glow>
                </a:effectLst>
              </a:rPr>
              <a:t> Relay’s public key, and send via secure WebSocket</a:t>
            </a:r>
          </a:p>
        </p:txBody>
      </p:sp>
      <p:sp>
        <p:nvSpPr>
          <p:cNvPr id="201" name="Content Placeholder 2">
            <a:extLst>
              <a:ext uri="{FF2B5EF4-FFF2-40B4-BE49-F238E27FC236}">
                <a16:creationId xmlns:a16="http://schemas.microsoft.com/office/drawing/2014/main" id="{34833229-DADA-DF76-CAAF-6C3C9C8E024D}"/>
              </a:ext>
            </a:extLst>
          </p:cNvPr>
          <p:cNvSpPr txBox="1">
            <a:spLocks/>
          </p:cNvSpPr>
          <p:nvPr/>
        </p:nvSpPr>
        <p:spPr>
          <a:xfrm>
            <a:off x="6327603" y="4516147"/>
            <a:ext cx="1355114" cy="954107"/>
          </a:xfrm>
          <a:prstGeom prst="rect">
            <a:avLst/>
          </a:prstGeom>
        </p:spPr>
        <p:txBody>
          <a:bodyPr wrap="square">
            <a:spAutoFit/>
          </a:bodyPr>
          <a:lstStyle>
            <a:defPPr>
              <a:defRPr lang="en-US"/>
            </a:defPPr>
            <a:lvl1pPr indent="0"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SzPct val="90000"/>
              <a:buFont typeface="Amazon Ember" panose="020B0603020204020204" pitchFamily="34" charset="0"/>
              <a:buNone/>
              <a:defRPr sz="1400" i="1">
                <a:solidFill>
                  <a:schemeClr val="bg2">
                    <a:lumMod val="40000"/>
                    <a:lumOff val="60000"/>
                  </a:schemeClr>
                </a:solidFill>
                <a:effectLst>
                  <a:glow>
                    <a:schemeClr val="bg1"/>
                  </a:glow>
                </a:effectLst>
              </a:defRPr>
            </a:lvl1pPr>
            <a:lvl2pPr indent="-228600">
              <a:lnSpc>
                <a:spcPct val="90000"/>
              </a:lnSpc>
              <a:spcBef>
                <a:spcPts val="0"/>
              </a:spcBef>
              <a:spcAft>
                <a:spcPts val="1200"/>
              </a:spcAft>
              <a:buSzPct val="90000"/>
              <a:buFont typeface="Wingdings" panose="05000000000000000000" pitchFamily="2" charset="2"/>
              <a:buChar char="§"/>
              <a:defRPr sz="2400"/>
            </a:lvl2pPr>
            <a:lvl3pPr marL="685800" indent="-228600">
              <a:lnSpc>
                <a:spcPct val="90000"/>
              </a:lnSpc>
              <a:spcBef>
                <a:spcPts val="0"/>
              </a:spcBef>
              <a:spcAft>
                <a:spcPts val="1200"/>
              </a:spcAft>
              <a:buSzPct val="90000"/>
              <a:buFont typeface="Amazon Ember" panose="020B0603020204020204" pitchFamily="34" charset="0"/>
              <a:buChar char="–"/>
              <a:defRPr sz="2000"/>
            </a:lvl3pPr>
            <a:lvl4pPr marL="914400" indent="-228600">
              <a:lnSpc>
                <a:spcPct val="90000"/>
              </a:lnSpc>
              <a:spcBef>
                <a:spcPts val="0"/>
              </a:spcBef>
              <a:spcAft>
                <a:spcPts val="1200"/>
              </a:spcAft>
              <a:buFont typeface="Amazon Ember" panose="020B0603020204020204" pitchFamily="34" charset="0"/>
              <a:buChar char="•"/>
            </a:lvl4pPr>
            <a:lvl5pPr marL="1143000" indent="-228600">
              <a:lnSpc>
                <a:spcPct val="90000"/>
              </a:lnSpc>
              <a:spcBef>
                <a:spcPts val="0"/>
              </a:spcBef>
              <a:spcAft>
                <a:spcPts val="1200"/>
              </a:spcAft>
              <a:buFont typeface="Amazon Ember" panose="020B0603020204020204" pitchFamily="34" charset="0"/>
              <a:buChar char="•"/>
            </a:lvl5pPr>
            <a:lvl6pPr marL="2514600" indent="-228600">
              <a:lnSpc>
                <a:spcPct val="90000"/>
              </a:lnSpc>
              <a:spcBef>
                <a:spcPts val="500"/>
              </a:spcBef>
              <a:buFont typeface="Amazon Ember" panose="020B0603020204020204" pitchFamily="34" charset="0"/>
              <a:buChar char="•"/>
            </a:lvl6pPr>
            <a:lvl7pPr marL="2971800" indent="-228600">
              <a:lnSpc>
                <a:spcPct val="90000"/>
              </a:lnSpc>
              <a:spcBef>
                <a:spcPts val="500"/>
              </a:spcBef>
              <a:buFont typeface="Amazon Ember" panose="020B0603020204020204" pitchFamily="34" charset="0"/>
              <a:buChar char="•"/>
            </a:lvl7pPr>
            <a:lvl8pPr marL="3429000" indent="-228600">
              <a:lnSpc>
                <a:spcPct val="90000"/>
              </a:lnSpc>
              <a:spcBef>
                <a:spcPts val="500"/>
              </a:spcBef>
              <a:buFont typeface="Amazon Ember" panose="020B0603020204020204" pitchFamily="34" charset="0"/>
              <a:buChar char="•"/>
            </a:lvl8pPr>
            <a:lvl9pPr marL="3886200" indent="-228600">
              <a:lnSpc>
                <a:spcPct val="90000"/>
              </a:lnSpc>
              <a:spcBef>
                <a:spcPts val="500"/>
              </a:spcBef>
              <a:buFont typeface="Amazon Ember" panose="020B0603020204020204" pitchFamily="34" charset="0"/>
              <a:buChar char="•"/>
            </a:lvl9pPr>
          </a:lstStyle>
          <a:p>
            <a:r>
              <a:rPr lang="en-US" dirty="0"/>
              <a:t>decrypt command with </a:t>
            </a:r>
            <a:r>
              <a:rPr lang="en-US" i="0" dirty="0"/>
              <a:t>🎬</a:t>
            </a:r>
            <a:r>
              <a:rPr lang="en-US" dirty="0"/>
              <a:t> Relay’s private key</a:t>
            </a:r>
          </a:p>
        </p:txBody>
      </p:sp>
      <p:sp>
        <p:nvSpPr>
          <p:cNvPr id="202" name="Content Placeholder 2">
            <a:extLst>
              <a:ext uri="{FF2B5EF4-FFF2-40B4-BE49-F238E27FC236}">
                <a16:creationId xmlns:a16="http://schemas.microsoft.com/office/drawing/2014/main" id="{6E5BC961-D132-70DC-DAAB-528397B5C1FA}"/>
              </a:ext>
            </a:extLst>
          </p:cNvPr>
          <p:cNvSpPr txBox="1">
            <a:spLocks/>
          </p:cNvSpPr>
          <p:nvPr/>
        </p:nvSpPr>
        <p:spPr>
          <a:xfrm>
            <a:off x="6340559" y="3485230"/>
            <a:ext cx="1340645" cy="954107"/>
          </a:xfrm>
          <a:prstGeom prst="rect">
            <a:avLst/>
          </a:prstGeom>
        </p:spPr>
        <p:txBody>
          <a:bodyPr wrap="square">
            <a:spAutoFit/>
          </a:bodyPr>
          <a:lstStyle>
            <a:defPPr>
              <a:defRPr lang="en-US"/>
            </a:defPPr>
            <a:lvl1pPr indent="0"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SzPct val="90000"/>
              <a:buFont typeface="Amazon Ember" panose="020B0603020204020204" pitchFamily="34" charset="0"/>
              <a:buNone/>
              <a:defRPr sz="1400" i="1">
                <a:solidFill>
                  <a:schemeClr val="bg2">
                    <a:lumMod val="40000"/>
                    <a:lumOff val="60000"/>
                  </a:schemeClr>
                </a:solidFill>
                <a:effectLst>
                  <a:glow>
                    <a:schemeClr val="bg1"/>
                  </a:glow>
                </a:effectLst>
              </a:defRPr>
            </a:lvl1pPr>
            <a:lvl2pPr indent="-228600">
              <a:lnSpc>
                <a:spcPct val="90000"/>
              </a:lnSpc>
              <a:spcBef>
                <a:spcPts val="0"/>
              </a:spcBef>
              <a:spcAft>
                <a:spcPts val="1200"/>
              </a:spcAft>
              <a:buSzPct val="90000"/>
              <a:buFont typeface="Wingdings" panose="05000000000000000000" pitchFamily="2" charset="2"/>
              <a:buChar char="§"/>
              <a:defRPr sz="2400"/>
            </a:lvl2pPr>
            <a:lvl3pPr marL="685800" indent="-228600">
              <a:lnSpc>
                <a:spcPct val="90000"/>
              </a:lnSpc>
              <a:spcBef>
                <a:spcPts val="0"/>
              </a:spcBef>
              <a:spcAft>
                <a:spcPts val="1200"/>
              </a:spcAft>
              <a:buSzPct val="90000"/>
              <a:buFont typeface="Amazon Ember" panose="020B0603020204020204" pitchFamily="34" charset="0"/>
              <a:buChar char="–"/>
              <a:defRPr sz="2000"/>
            </a:lvl3pPr>
            <a:lvl4pPr marL="914400" indent="-228600">
              <a:lnSpc>
                <a:spcPct val="90000"/>
              </a:lnSpc>
              <a:spcBef>
                <a:spcPts val="0"/>
              </a:spcBef>
              <a:spcAft>
                <a:spcPts val="1200"/>
              </a:spcAft>
              <a:buFont typeface="Amazon Ember" panose="020B0603020204020204" pitchFamily="34" charset="0"/>
              <a:buChar char="•"/>
            </a:lvl4pPr>
            <a:lvl5pPr marL="1143000" indent="-228600">
              <a:lnSpc>
                <a:spcPct val="90000"/>
              </a:lnSpc>
              <a:spcBef>
                <a:spcPts val="0"/>
              </a:spcBef>
              <a:spcAft>
                <a:spcPts val="1200"/>
              </a:spcAft>
              <a:buFont typeface="Amazon Ember" panose="020B0603020204020204" pitchFamily="34" charset="0"/>
              <a:buChar char="•"/>
            </a:lvl5pPr>
            <a:lvl6pPr marL="2514600" indent="-228600">
              <a:lnSpc>
                <a:spcPct val="90000"/>
              </a:lnSpc>
              <a:spcBef>
                <a:spcPts val="500"/>
              </a:spcBef>
              <a:buFont typeface="Amazon Ember" panose="020B0603020204020204" pitchFamily="34" charset="0"/>
              <a:buChar char="•"/>
            </a:lvl6pPr>
            <a:lvl7pPr marL="2971800" indent="-228600">
              <a:lnSpc>
                <a:spcPct val="90000"/>
              </a:lnSpc>
              <a:spcBef>
                <a:spcPts val="500"/>
              </a:spcBef>
              <a:buFont typeface="Amazon Ember" panose="020B0603020204020204" pitchFamily="34" charset="0"/>
              <a:buChar char="•"/>
            </a:lvl7pPr>
            <a:lvl8pPr marL="3429000" indent="-228600">
              <a:lnSpc>
                <a:spcPct val="90000"/>
              </a:lnSpc>
              <a:spcBef>
                <a:spcPts val="500"/>
              </a:spcBef>
              <a:buFont typeface="Amazon Ember" panose="020B0603020204020204" pitchFamily="34" charset="0"/>
              <a:buChar char="•"/>
            </a:lvl8pPr>
            <a:lvl9pPr marL="3886200" indent="-228600">
              <a:lnSpc>
                <a:spcPct val="90000"/>
              </a:lnSpc>
              <a:spcBef>
                <a:spcPts val="500"/>
              </a:spcBef>
              <a:buFont typeface="Amazon Ember" panose="020B0603020204020204" pitchFamily="34" charset="0"/>
              <a:buChar char="•"/>
            </a:lvl9pPr>
          </a:lstStyle>
          <a:p>
            <a:r>
              <a:rPr lang="en-US" dirty="0"/>
              <a:t>convert internet requests to LoRaWAN</a:t>
            </a:r>
          </a:p>
        </p:txBody>
      </p:sp>
      <p:sp>
        <p:nvSpPr>
          <p:cNvPr id="203" name="Content Placeholder 2">
            <a:extLst>
              <a:ext uri="{FF2B5EF4-FFF2-40B4-BE49-F238E27FC236}">
                <a16:creationId xmlns:a16="http://schemas.microsoft.com/office/drawing/2014/main" id="{EBA81368-0A97-3CA4-AB35-95A9DC63AA75}"/>
              </a:ext>
            </a:extLst>
          </p:cNvPr>
          <p:cNvSpPr txBox="1">
            <a:spLocks/>
          </p:cNvSpPr>
          <p:nvPr/>
        </p:nvSpPr>
        <p:spPr>
          <a:xfrm>
            <a:off x="7943182" y="4279772"/>
            <a:ext cx="2048515" cy="307777"/>
          </a:xfrm>
          <a:prstGeom prst="rect">
            <a:avLst/>
          </a:prstGeom>
        </p:spPr>
        <p:txBody>
          <a:bodyPr wrap="square">
            <a:spAutoFit/>
          </a:bodyPr>
          <a:lstStyle>
            <a:defPPr>
              <a:defRPr lang="en-US"/>
            </a:defPPr>
            <a:lvl1pPr indent="0"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SzPct val="90000"/>
              <a:buFont typeface="Amazon Ember" panose="020B0603020204020204" pitchFamily="34" charset="0"/>
              <a:buNone/>
              <a:defRPr sz="1400" i="1">
                <a:solidFill>
                  <a:schemeClr val="bg2">
                    <a:lumMod val="40000"/>
                    <a:lumOff val="60000"/>
                  </a:schemeClr>
                </a:solidFill>
                <a:effectLst>
                  <a:glow>
                    <a:schemeClr val="bg1"/>
                  </a:glow>
                </a:effectLst>
              </a:defRPr>
            </a:lvl1pPr>
            <a:lvl2pPr indent="-228600">
              <a:lnSpc>
                <a:spcPct val="90000"/>
              </a:lnSpc>
              <a:spcBef>
                <a:spcPts val="0"/>
              </a:spcBef>
              <a:spcAft>
                <a:spcPts val="1200"/>
              </a:spcAft>
              <a:buSzPct val="90000"/>
              <a:buFont typeface="Wingdings" panose="05000000000000000000" pitchFamily="2" charset="2"/>
              <a:buChar char="§"/>
              <a:defRPr sz="2400"/>
            </a:lvl2pPr>
            <a:lvl3pPr marL="685800" indent="-228600">
              <a:lnSpc>
                <a:spcPct val="90000"/>
              </a:lnSpc>
              <a:spcBef>
                <a:spcPts val="0"/>
              </a:spcBef>
              <a:spcAft>
                <a:spcPts val="1200"/>
              </a:spcAft>
              <a:buSzPct val="90000"/>
              <a:buFont typeface="Amazon Ember" panose="020B0603020204020204" pitchFamily="34" charset="0"/>
              <a:buChar char="–"/>
              <a:defRPr sz="2000"/>
            </a:lvl3pPr>
            <a:lvl4pPr marL="914400" indent="-228600">
              <a:lnSpc>
                <a:spcPct val="90000"/>
              </a:lnSpc>
              <a:spcBef>
                <a:spcPts val="0"/>
              </a:spcBef>
              <a:spcAft>
                <a:spcPts val="1200"/>
              </a:spcAft>
              <a:buFont typeface="Amazon Ember" panose="020B0603020204020204" pitchFamily="34" charset="0"/>
              <a:buChar char="•"/>
            </a:lvl4pPr>
            <a:lvl5pPr marL="1143000" indent="-228600">
              <a:lnSpc>
                <a:spcPct val="90000"/>
              </a:lnSpc>
              <a:spcBef>
                <a:spcPts val="0"/>
              </a:spcBef>
              <a:spcAft>
                <a:spcPts val="1200"/>
              </a:spcAft>
              <a:buFont typeface="Amazon Ember" panose="020B0603020204020204" pitchFamily="34" charset="0"/>
              <a:buChar char="•"/>
            </a:lvl5pPr>
            <a:lvl6pPr marL="2514600" indent="-228600">
              <a:lnSpc>
                <a:spcPct val="90000"/>
              </a:lnSpc>
              <a:spcBef>
                <a:spcPts val="500"/>
              </a:spcBef>
              <a:buFont typeface="Amazon Ember" panose="020B0603020204020204" pitchFamily="34" charset="0"/>
              <a:buChar char="•"/>
            </a:lvl6pPr>
            <a:lvl7pPr marL="2971800" indent="-228600">
              <a:lnSpc>
                <a:spcPct val="90000"/>
              </a:lnSpc>
              <a:spcBef>
                <a:spcPts val="500"/>
              </a:spcBef>
              <a:buFont typeface="Amazon Ember" panose="020B0603020204020204" pitchFamily="34" charset="0"/>
              <a:buChar char="•"/>
            </a:lvl7pPr>
            <a:lvl8pPr marL="3429000" indent="-228600">
              <a:lnSpc>
                <a:spcPct val="90000"/>
              </a:lnSpc>
              <a:spcBef>
                <a:spcPts val="500"/>
              </a:spcBef>
              <a:buFont typeface="Amazon Ember" panose="020B0603020204020204" pitchFamily="34" charset="0"/>
              <a:buChar char="•"/>
            </a:lvl8pPr>
            <a:lvl9pPr marL="3886200" indent="-228600">
              <a:lnSpc>
                <a:spcPct val="90000"/>
              </a:lnSpc>
              <a:spcBef>
                <a:spcPts val="500"/>
              </a:spcBef>
              <a:buFont typeface="Amazon Ember" panose="020B0603020204020204" pitchFamily="34" charset="0"/>
              <a:buChar char="•"/>
            </a:lvl9pPr>
          </a:lstStyle>
          <a:p>
            <a:pPr algn="ctr"/>
            <a:r>
              <a:rPr lang="en-US" dirty="0">
                <a:solidFill>
                  <a:schemeClr val="accent6"/>
                </a:solidFill>
              </a:rPr>
              <a:t>LoRaWAN</a:t>
            </a:r>
          </a:p>
        </p:txBody>
      </p:sp>
      <p:sp>
        <p:nvSpPr>
          <p:cNvPr id="204" name="Content Placeholder 2">
            <a:extLst>
              <a:ext uri="{FF2B5EF4-FFF2-40B4-BE49-F238E27FC236}">
                <a16:creationId xmlns:a16="http://schemas.microsoft.com/office/drawing/2014/main" id="{51BC8352-48A5-907B-296E-7F1B0BF0FEDC}"/>
              </a:ext>
            </a:extLst>
          </p:cNvPr>
          <p:cNvSpPr txBox="1">
            <a:spLocks/>
          </p:cNvSpPr>
          <p:nvPr/>
        </p:nvSpPr>
        <p:spPr>
          <a:xfrm>
            <a:off x="7922535" y="5212982"/>
            <a:ext cx="2048515" cy="307777"/>
          </a:xfrm>
          <a:prstGeom prst="rect">
            <a:avLst/>
          </a:prstGeom>
        </p:spPr>
        <p:txBody>
          <a:bodyPr wrap="square">
            <a:spAutoFit/>
          </a:bodyPr>
          <a:lstStyle>
            <a:defPPr>
              <a:defRPr lang="en-US"/>
            </a:defPPr>
            <a:lvl1pPr indent="0"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SzPct val="90000"/>
              <a:buFont typeface="Amazon Ember" panose="020B0603020204020204" pitchFamily="34" charset="0"/>
              <a:buNone/>
              <a:defRPr sz="1400" i="1">
                <a:solidFill>
                  <a:schemeClr val="bg2">
                    <a:lumMod val="40000"/>
                    <a:lumOff val="60000"/>
                  </a:schemeClr>
                </a:solidFill>
                <a:effectLst>
                  <a:glow>
                    <a:schemeClr val="bg1"/>
                  </a:glow>
                </a:effectLst>
              </a:defRPr>
            </a:lvl1pPr>
            <a:lvl2pPr indent="-228600">
              <a:lnSpc>
                <a:spcPct val="90000"/>
              </a:lnSpc>
              <a:spcBef>
                <a:spcPts val="0"/>
              </a:spcBef>
              <a:spcAft>
                <a:spcPts val="1200"/>
              </a:spcAft>
              <a:buSzPct val="90000"/>
              <a:buFont typeface="Wingdings" panose="05000000000000000000" pitchFamily="2" charset="2"/>
              <a:buChar char="§"/>
              <a:defRPr sz="2400"/>
            </a:lvl2pPr>
            <a:lvl3pPr marL="685800" indent="-228600">
              <a:lnSpc>
                <a:spcPct val="90000"/>
              </a:lnSpc>
              <a:spcBef>
                <a:spcPts val="0"/>
              </a:spcBef>
              <a:spcAft>
                <a:spcPts val="1200"/>
              </a:spcAft>
              <a:buSzPct val="90000"/>
              <a:buFont typeface="Amazon Ember" panose="020B0603020204020204" pitchFamily="34" charset="0"/>
              <a:buChar char="–"/>
              <a:defRPr sz="2000"/>
            </a:lvl3pPr>
            <a:lvl4pPr marL="914400" indent="-228600">
              <a:lnSpc>
                <a:spcPct val="90000"/>
              </a:lnSpc>
              <a:spcBef>
                <a:spcPts val="0"/>
              </a:spcBef>
              <a:spcAft>
                <a:spcPts val="1200"/>
              </a:spcAft>
              <a:buFont typeface="Amazon Ember" panose="020B0603020204020204" pitchFamily="34" charset="0"/>
              <a:buChar char="•"/>
            </a:lvl4pPr>
            <a:lvl5pPr marL="1143000" indent="-228600">
              <a:lnSpc>
                <a:spcPct val="90000"/>
              </a:lnSpc>
              <a:spcBef>
                <a:spcPts val="0"/>
              </a:spcBef>
              <a:spcAft>
                <a:spcPts val="1200"/>
              </a:spcAft>
              <a:buFont typeface="Amazon Ember" panose="020B0603020204020204" pitchFamily="34" charset="0"/>
              <a:buChar char="•"/>
            </a:lvl5pPr>
            <a:lvl6pPr marL="2514600" indent="-228600">
              <a:lnSpc>
                <a:spcPct val="90000"/>
              </a:lnSpc>
              <a:spcBef>
                <a:spcPts val="500"/>
              </a:spcBef>
              <a:buFont typeface="Amazon Ember" panose="020B0603020204020204" pitchFamily="34" charset="0"/>
              <a:buChar char="•"/>
            </a:lvl6pPr>
            <a:lvl7pPr marL="2971800" indent="-228600">
              <a:lnSpc>
                <a:spcPct val="90000"/>
              </a:lnSpc>
              <a:spcBef>
                <a:spcPts val="500"/>
              </a:spcBef>
              <a:buFont typeface="Amazon Ember" panose="020B0603020204020204" pitchFamily="34" charset="0"/>
              <a:buChar char="•"/>
            </a:lvl7pPr>
            <a:lvl8pPr marL="3429000" indent="-228600">
              <a:lnSpc>
                <a:spcPct val="90000"/>
              </a:lnSpc>
              <a:spcBef>
                <a:spcPts val="500"/>
              </a:spcBef>
              <a:buFont typeface="Amazon Ember" panose="020B0603020204020204" pitchFamily="34" charset="0"/>
              <a:buChar char="•"/>
            </a:lvl8pPr>
            <a:lvl9pPr marL="3886200" indent="-228600">
              <a:lnSpc>
                <a:spcPct val="90000"/>
              </a:lnSpc>
              <a:spcBef>
                <a:spcPts val="500"/>
              </a:spcBef>
              <a:buFont typeface="Amazon Ember" panose="020B0603020204020204" pitchFamily="34" charset="0"/>
              <a:buChar char="•"/>
            </a:lvl9pPr>
          </a:lstStyle>
          <a:p>
            <a:pPr algn="ctr"/>
            <a:r>
              <a:rPr lang="en-US" dirty="0">
                <a:solidFill>
                  <a:schemeClr val="accent4"/>
                </a:solidFill>
              </a:rPr>
              <a:t>physical cable</a:t>
            </a:r>
          </a:p>
        </p:txBody>
      </p:sp>
      <p:sp>
        <p:nvSpPr>
          <p:cNvPr id="205" name="Content Placeholder 2">
            <a:extLst>
              <a:ext uri="{FF2B5EF4-FFF2-40B4-BE49-F238E27FC236}">
                <a16:creationId xmlns:a16="http://schemas.microsoft.com/office/drawing/2014/main" id="{24346827-5424-25AD-8BC2-8F74A66B687D}"/>
              </a:ext>
            </a:extLst>
          </p:cNvPr>
          <p:cNvSpPr txBox="1">
            <a:spLocks/>
          </p:cNvSpPr>
          <p:nvPr/>
        </p:nvSpPr>
        <p:spPr>
          <a:xfrm>
            <a:off x="7941324" y="3344493"/>
            <a:ext cx="2048515" cy="307777"/>
          </a:xfrm>
          <a:prstGeom prst="rect">
            <a:avLst/>
          </a:prstGeom>
        </p:spPr>
        <p:txBody>
          <a:bodyPr wrap="square">
            <a:spAutoFit/>
          </a:bodyPr>
          <a:lstStyle>
            <a:defPPr>
              <a:defRPr lang="en-US"/>
            </a:defPPr>
            <a:lvl1pPr indent="0"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SzPct val="90000"/>
              <a:buFont typeface="Amazon Ember" panose="020B0603020204020204" pitchFamily="34" charset="0"/>
              <a:buNone/>
              <a:defRPr sz="1400" i="1">
                <a:solidFill>
                  <a:schemeClr val="bg2">
                    <a:lumMod val="40000"/>
                    <a:lumOff val="60000"/>
                  </a:schemeClr>
                </a:solidFill>
                <a:effectLst>
                  <a:glow>
                    <a:schemeClr val="bg1"/>
                  </a:glow>
                </a:effectLst>
              </a:defRPr>
            </a:lvl1pPr>
            <a:lvl2pPr indent="-228600">
              <a:lnSpc>
                <a:spcPct val="90000"/>
              </a:lnSpc>
              <a:spcBef>
                <a:spcPts val="0"/>
              </a:spcBef>
              <a:spcAft>
                <a:spcPts val="1200"/>
              </a:spcAft>
              <a:buSzPct val="90000"/>
              <a:buFont typeface="Wingdings" panose="05000000000000000000" pitchFamily="2" charset="2"/>
              <a:buChar char="§"/>
              <a:defRPr sz="2400"/>
            </a:lvl2pPr>
            <a:lvl3pPr marL="685800" indent="-228600">
              <a:lnSpc>
                <a:spcPct val="90000"/>
              </a:lnSpc>
              <a:spcBef>
                <a:spcPts val="0"/>
              </a:spcBef>
              <a:spcAft>
                <a:spcPts val="1200"/>
              </a:spcAft>
              <a:buSzPct val="90000"/>
              <a:buFont typeface="Amazon Ember" panose="020B0603020204020204" pitchFamily="34" charset="0"/>
              <a:buChar char="–"/>
              <a:defRPr sz="2000"/>
            </a:lvl3pPr>
            <a:lvl4pPr marL="914400" indent="-228600">
              <a:lnSpc>
                <a:spcPct val="90000"/>
              </a:lnSpc>
              <a:spcBef>
                <a:spcPts val="0"/>
              </a:spcBef>
              <a:spcAft>
                <a:spcPts val="1200"/>
              </a:spcAft>
              <a:buFont typeface="Amazon Ember" panose="020B0603020204020204" pitchFamily="34" charset="0"/>
              <a:buChar char="•"/>
            </a:lvl4pPr>
            <a:lvl5pPr marL="1143000" indent="-228600">
              <a:lnSpc>
                <a:spcPct val="90000"/>
              </a:lnSpc>
              <a:spcBef>
                <a:spcPts val="0"/>
              </a:spcBef>
              <a:spcAft>
                <a:spcPts val="1200"/>
              </a:spcAft>
              <a:buFont typeface="Amazon Ember" panose="020B0603020204020204" pitchFamily="34" charset="0"/>
              <a:buChar char="•"/>
            </a:lvl5pPr>
            <a:lvl6pPr marL="2514600" indent="-228600">
              <a:lnSpc>
                <a:spcPct val="90000"/>
              </a:lnSpc>
              <a:spcBef>
                <a:spcPts val="500"/>
              </a:spcBef>
              <a:buFont typeface="Amazon Ember" panose="020B0603020204020204" pitchFamily="34" charset="0"/>
              <a:buChar char="•"/>
            </a:lvl6pPr>
            <a:lvl7pPr marL="2971800" indent="-228600">
              <a:lnSpc>
                <a:spcPct val="90000"/>
              </a:lnSpc>
              <a:spcBef>
                <a:spcPts val="500"/>
              </a:spcBef>
              <a:buFont typeface="Amazon Ember" panose="020B0603020204020204" pitchFamily="34" charset="0"/>
              <a:buChar char="•"/>
            </a:lvl7pPr>
            <a:lvl8pPr marL="3429000" indent="-228600">
              <a:lnSpc>
                <a:spcPct val="90000"/>
              </a:lnSpc>
              <a:spcBef>
                <a:spcPts val="500"/>
              </a:spcBef>
              <a:buFont typeface="Amazon Ember" panose="020B0603020204020204" pitchFamily="34" charset="0"/>
              <a:buChar char="•"/>
            </a:lvl8pPr>
            <a:lvl9pPr marL="3886200" indent="-228600">
              <a:lnSpc>
                <a:spcPct val="90000"/>
              </a:lnSpc>
              <a:spcBef>
                <a:spcPts val="500"/>
              </a:spcBef>
              <a:buFont typeface="Amazon Ember" panose="020B0603020204020204" pitchFamily="34" charset="0"/>
              <a:buChar char="•"/>
            </a:lvl9pPr>
          </a:lstStyle>
          <a:p>
            <a:pPr algn="ctr"/>
            <a:r>
              <a:rPr lang="en-US" dirty="0">
                <a:solidFill>
                  <a:schemeClr val="accent4"/>
                </a:solidFill>
              </a:rPr>
              <a:t>physical cable</a:t>
            </a:r>
          </a:p>
        </p:txBody>
      </p:sp>
      <p:sp>
        <p:nvSpPr>
          <p:cNvPr id="206" name="Content Placeholder 2">
            <a:extLst>
              <a:ext uri="{FF2B5EF4-FFF2-40B4-BE49-F238E27FC236}">
                <a16:creationId xmlns:a16="http://schemas.microsoft.com/office/drawing/2014/main" id="{40F94784-C772-A718-FF7E-6222464B2E26}"/>
              </a:ext>
            </a:extLst>
          </p:cNvPr>
          <p:cNvSpPr txBox="1">
            <a:spLocks/>
          </p:cNvSpPr>
          <p:nvPr/>
        </p:nvSpPr>
        <p:spPr>
          <a:xfrm>
            <a:off x="7922534" y="2422299"/>
            <a:ext cx="2048515" cy="307777"/>
          </a:xfrm>
          <a:prstGeom prst="rect">
            <a:avLst/>
          </a:prstGeom>
        </p:spPr>
        <p:txBody>
          <a:bodyPr wrap="square">
            <a:spAutoFit/>
          </a:bodyPr>
          <a:lstStyle>
            <a:defPPr>
              <a:defRPr lang="en-US"/>
            </a:defPPr>
            <a:lvl1pPr indent="0"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SzPct val="90000"/>
              <a:buFont typeface="Amazon Ember" panose="020B0603020204020204" pitchFamily="34" charset="0"/>
              <a:buNone/>
              <a:defRPr sz="1400" i="1">
                <a:solidFill>
                  <a:schemeClr val="bg2">
                    <a:lumMod val="40000"/>
                    <a:lumOff val="60000"/>
                  </a:schemeClr>
                </a:solidFill>
                <a:effectLst>
                  <a:glow>
                    <a:schemeClr val="bg1"/>
                  </a:glow>
                </a:effectLst>
              </a:defRPr>
            </a:lvl1pPr>
            <a:lvl2pPr indent="-228600">
              <a:lnSpc>
                <a:spcPct val="90000"/>
              </a:lnSpc>
              <a:spcBef>
                <a:spcPts val="0"/>
              </a:spcBef>
              <a:spcAft>
                <a:spcPts val="1200"/>
              </a:spcAft>
              <a:buSzPct val="90000"/>
              <a:buFont typeface="Wingdings" panose="05000000000000000000" pitchFamily="2" charset="2"/>
              <a:buChar char="§"/>
              <a:defRPr sz="2400"/>
            </a:lvl2pPr>
            <a:lvl3pPr marL="685800" indent="-228600">
              <a:lnSpc>
                <a:spcPct val="90000"/>
              </a:lnSpc>
              <a:spcBef>
                <a:spcPts val="0"/>
              </a:spcBef>
              <a:spcAft>
                <a:spcPts val="1200"/>
              </a:spcAft>
              <a:buSzPct val="90000"/>
              <a:buFont typeface="Amazon Ember" panose="020B0603020204020204" pitchFamily="34" charset="0"/>
              <a:buChar char="–"/>
              <a:defRPr sz="2000"/>
            </a:lvl3pPr>
            <a:lvl4pPr marL="914400" indent="-228600">
              <a:lnSpc>
                <a:spcPct val="90000"/>
              </a:lnSpc>
              <a:spcBef>
                <a:spcPts val="0"/>
              </a:spcBef>
              <a:spcAft>
                <a:spcPts val="1200"/>
              </a:spcAft>
              <a:buFont typeface="Amazon Ember" panose="020B0603020204020204" pitchFamily="34" charset="0"/>
              <a:buChar char="•"/>
            </a:lvl4pPr>
            <a:lvl5pPr marL="1143000" indent="-228600">
              <a:lnSpc>
                <a:spcPct val="90000"/>
              </a:lnSpc>
              <a:spcBef>
                <a:spcPts val="0"/>
              </a:spcBef>
              <a:spcAft>
                <a:spcPts val="1200"/>
              </a:spcAft>
              <a:buFont typeface="Amazon Ember" panose="020B0603020204020204" pitchFamily="34" charset="0"/>
              <a:buChar char="•"/>
            </a:lvl5pPr>
            <a:lvl6pPr marL="2514600" indent="-228600">
              <a:lnSpc>
                <a:spcPct val="90000"/>
              </a:lnSpc>
              <a:spcBef>
                <a:spcPts val="500"/>
              </a:spcBef>
              <a:buFont typeface="Amazon Ember" panose="020B0603020204020204" pitchFamily="34" charset="0"/>
              <a:buChar char="•"/>
            </a:lvl6pPr>
            <a:lvl7pPr marL="2971800" indent="-228600">
              <a:lnSpc>
                <a:spcPct val="90000"/>
              </a:lnSpc>
              <a:spcBef>
                <a:spcPts val="500"/>
              </a:spcBef>
              <a:buFont typeface="Amazon Ember" panose="020B0603020204020204" pitchFamily="34" charset="0"/>
              <a:buChar char="•"/>
            </a:lvl7pPr>
            <a:lvl8pPr marL="3429000" indent="-228600">
              <a:lnSpc>
                <a:spcPct val="90000"/>
              </a:lnSpc>
              <a:spcBef>
                <a:spcPts val="500"/>
              </a:spcBef>
              <a:buFont typeface="Amazon Ember" panose="020B0603020204020204" pitchFamily="34" charset="0"/>
              <a:buChar char="•"/>
            </a:lvl8pPr>
            <a:lvl9pPr marL="3886200" indent="-228600">
              <a:lnSpc>
                <a:spcPct val="90000"/>
              </a:lnSpc>
              <a:spcBef>
                <a:spcPts val="500"/>
              </a:spcBef>
              <a:buFont typeface="Amazon Ember" panose="020B0603020204020204" pitchFamily="34" charset="0"/>
              <a:buChar char="•"/>
            </a:lvl9pPr>
          </a:lstStyle>
          <a:p>
            <a:pPr algn="ctr"/>
            <a:r>
              <a:rPr lang="en-US" dirty="0">
                <a:solidFill>
                  <a:schemeClr val="accent2"/>
                </a:solidFill>
              </a:rPr>
              <a:t>https public internet</a:t>
            </a:r>
          </a:p>
        </p:txBody>
      </p:sp>
      <p:sp>
        <p:nvSpPr>
          <p:cNvPr id="207" name="Content Placeholder 2">
            <a:extLst>
              <a:ext uri="{FF2B5EF4-FFF2-40B4-BE49-F238E27FC236}">
                <a16:creationId xmlns:a16="http://schemas.microsoft.com/office/drawing/2014/main" id="{41A5F478-6202-F0F4-B5A9-8F6D78B58103}"/>
              </a:ext>
            </a:extLst>
          </p:cNvPr>
          <p:cNvSpPr txBox="1">
            <a:spLocks/>
          </p:cNvSpPr>
          <p:nvPr/>
        </p:nvSpPr>
        <p:spPr>
          <a:xfrm>
            <a:off x="7922533" y="1491891"/>
            <a:ext cx="2048515" cy="307777"/>
          </a:xfrm>
          <a:prstGeom prst="rect">
            <a:avLst/>
          </a:prstGeom>
        </p:spPr>
        <p:txBody>
          <a:bodyPr wrap="square">
            <a:spAutoFit/>
          </a:bodyPr>
          <a:lstStyle>
            <a:defPPr>
              <a:defRPr lang="en-US"/>
            </a:defPPr>
            <a:lvl1pPr indent="0"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SzPct val="90000"/>
              <a:buFont typeface="Amazon Ember" panose="020B0603020204020204" pitchFamily="34" charset="0"/>
              <a:buNone/>
              <a:defRPr sz="1400" i="1">
                <a:solidFill>
                  <a:schemeClr val="bg2">
                    <a:lumMod val="40000"/>
                    <a:lumOff val="60000"/>
                  </a:schemeClr>
                </a:solidFill>
                <a:effectLst>
                  <a:glow>
                    <a:schemeClr val="bg1"/>
                  </a:glow>
                </a:effectLst>
              </a:defRPr>
            </a:lvl1pPr>
            <a:lvl2pPr indent="-228600">
              <a:lnSpc>
                <a:spcPct val="90000"/>
              </a:lnSpc>
              <a:spcBef>
                <a:spcPts val="0"/>
              </a:spcBef>
              <a:spcAft>
                <a:spcPts val="1200"/>
              </a:spcAft>
              <a:buSzPct val="90000"/>
              <a:buFont typeface="Wingdings" panose="05000000000000000000" pitchFamily="2" charset="2"/>
              <a:buChar char="§"/>
              <a:defRPr sz="2400"/>
            </a:lvl2pPr>
            <a:lvl3pPr marL="685800" indent="-228600">
              <a:lnSpc>
                <a:spcPct val="90000"/>
              </a:lnSpc>
              <a:spcBef>
                <a:spcPts val="0"/>
              </a:spcBef>
              <a:spcAft>
                <a:spcPts val="1200"/>
              </a:spcAft>
              <a:buSzPct val="90000"/>
              <a:buFont typeface="Amazon Ember" panose="020B0603020204020204" pitchFamily="34" charset="0"/>
              <a:buChar char="–"/>
              <a:defRPr sz="2000"/>
            </a:lvl3pPr>
            <a:lvl4pPr marL="914400" indent="-228600">
              <a:lnSpc>
                <a:spcPct val="90000"/>
              </a:lnSpc>
              <a:spcBef>
                <a:spcPts val="0"/>
              </a:spcBef>
              <a:spcAft>
                <a:spcPts val="1200"/>
              </a:spcAft>
              <a:buFont typeface="Amazon Ember" panose="020B0603020204020204" pitchFamily="34" charset="0"/>
              <a:buChar char="•"/>
            </a:lvl4pPr>
            <a:lvl5pPr marL="1143000" indent="-228600">
              <a:lnSpc>
                <a:spcPct val="90000"/>
              </a:lnSpc>
              <a:spcBef>
                <a:spcPts val="0"/>
              </a:spcBef>
              <a:spcAft>
                <a:spcPts val="1200"/>
              </a:spcAft>
              <a:buFont typeface="Amazon Ember" panose="020B0603020204020204" pitchFamily="34" charset="0"/>
              <a:buChar char="•"/>
            </a:lvl5pPr>
            <a:lvl6pPr marL="2514600" indent="-228600">
              <a:lnSpc>
                <a:spcPct val="90000"/>
              </a:lnSpc>
              <a:spcBef>
                <a:spcPts val="500"/>
              </a:spcBef>
              <a:buFont typeface="Amazon Ember" panose="020B0603020204020204" pitchFamily="34" charset="0"/>
              <a:buChar char="•"/>
            </a:lvl6pPr>
            <a:lvl7pPr marL="2971800" indent="-228600">
              <a:lnSpc>
                <a:spcPct val="90000"/>
              </a:lnSpc>
              <a:spcBef>
                <a:spcPts val="500"/>
              </a:spcBef>
              <a:buFont typeface="Amazon Ember" panose="020B0603020204020204" pitchFamily="34" charset="0"/>
              <a:buChar char="•"/>
            </a:lvl7pPr>
            <a:lvl8pPr marL="3429000" indent="-228600">
              <a:lnSpc>
                <a:spcPct val="90000"/>
              </a:lnSpc>
              <a:spcBef>
                <a:spcPts val="500"/>
              </a:spcBef>
              <a:buFont typeface="Amazon Ember" panose="020B0603020204020204" pitchFamily="34" charset="0"/>
              <a:buChar char="•"/>
            </a:lvl8pPr>
            <a:lvl9pPr marL="3886200" indent="-228600">
              <a:lnSpc>
                <a:spcPct val="90000"/>
              </a:lnSpc>
              <a:spcBef>
                <a:spcPts val="500"/>
              </a:spcBef>
              <a:buFont typeface="Amazon Ember" panose="020B0603020204020204" pitchFamily="34" charset="0"/>
              <a:buChar char="•"/>
            </a:lvl9pPr>
          </a:lstStyle>
          <a:p>
            <a:pPr algn="ctr"/>
            <a:r>
              <a:rPr lang="en-US" dirty="0">
                <a:solidFill>
                  <a:schemeClr val="accent2"/>
                </a:solidFill>
              </a:rPr>
              <a:t>https public internet</a:t>
            </a:r>
          </a:p>
        </p:txBody>
      </p:sp>
      <p:sp>
        <p:nvSpPr>
          <p:cNvPr id="208" name="Content Placeholder 2">
            <a:extLst>
              <a:ext uri="{FF2B5EF4-FFF2-40B4-BE49-F238E27FC236}">
                <a16:creationId xmlns:a16="http://schemas.microsoft.com/office/drawing/2014/main" id="{6CFC4F8B-B3A7-0CAA-9710-6D5253DC5A53}"/>
              </a:ext>
            </a:extLst>
          </p:cNvPr>
          <p:cNvSpPr txBox="1">
            <a:spLocks/>
          </p:cNvSpPr>
          <p:nvPr/>
        </p:nvSpPr>
        <p:spPr>
          <a:xfrm>
            <a:off x="10256565" y="4487670"/>
            <a:ext cx="1183174" cy="954107"/>
          </a:xfrm>
          <a:prstGeom prst="rect">
            <a:avLst/>
          </a:prstGeom>
        </p:spPr>
        <p:txBody>
          <a:bodyPr wrap="square">
            <a:sp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0"/>
              </a:spcBef>
              <a:spcAft>
                <a:spcPts val="1200"/>
              </a:spcAft>
              <a:buSzPct val="90000"/>
              <a:buFont typeface="Amazon Ember" panose="020B0603020204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-228600" algn="l" defTabSz="914400" rtl="0" eaLnBrk="1" latinLnBrk="0" hangingPunct="1">
              <a:lnSpc>
                <a:spcPct val="90000"/>
              </a:lnSpc>
              <a:spcBef>
                <a:spcPts val="0"/>
              </a:spcBef>
              <a:spcAft>
                <a:spcPts val="1200"/>
              </a:spcAft>
              <a:buSzPct val="90000"/>
              <a:buFont typeface="Wingdings" panose="05000000000000000000" pitchFamily="2" charset="2"/>
              <a:buChar char="§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5800" indent="-228600" algn="l" defTabSz="914400" rtl="0" eaLnBrk="1" latinLnBrk="0" hangingPunct="1">
              <a:lnSpc>
                <a:spcPct val="90000"/>
              </a:lnSpc>
              <a:spcBef>
                <a:spcPts val="0"/>
              </a:spcBef>
              <a:spcAft>
                <a:spcPts val="1200"/>
              </a:spcAft>
              <a:buSzPct val="90000"/>
              <a:buFont typeface="Amazon Ember" panose="020B0603020204020204" pitchFamily="34" charset="0"/>
              <a:buChar char="–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4400" indent="-228600" algn="l" defTabSz="914400" rtl="0" eaLnBrk="1" latinLnBrk="0" hangingPunct="1">
              <a:lnSpc>
                <a:spcPct val="90000"/>
              </a:lnSpc>
              <a:spcBef>
                <a:spcPts val="0"/>
              </a:spcBef>
              <a:spcAft>
                <a:spcPts val="1200"/>
              </a:spcAft>
              <a:buFont typeface="Amazon Ember" panose="020B0603020204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143000" indent="-228600" algn="l" defTabSz="914400" rtl="0" eaLnBrk="1" latinLnBrk="0" hangingPunct="1">
              <a:lnSpc>
                <a:spcPct val="90000"/>
              </a:lnSpc>
              <a:spcBef>
                <a:spcPts val="0"/>
              </a:spcBef>
              <a:spcAft>
                <a:spcPts val="1200"/>
              </a:spcAft>
              <a:buFont typeface="Amazon Ember" panose="020B0603020204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mazon Ember" panose="020B0603020204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mazon Ember" panose="020B0603020204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mazon Ember" panose="020B0603020204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mazon Ember" panose="020B0603020204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spcAft>
                <a:spcPts val="600"/>
              </a:spcAft>
              <a:buNone/>
            </a:pPr>
            <a:r>
              <a:rPr lang="en-US" sz="1400" i="1" dirty="0">
                <a:solidFill>
                  <a:schemeClr val="bg2">
                    <a:lumMod val="40000"/>
                    <a:lumOff val="60000"/>
                  </a:schemeClr>
                </a:solidFill>
                <a:effectLst>
                  <a:glow>
                    <a:schemeClr val="bg1"/>
                  </a:glow>
                </a:effectLst>
              </a:rPr>
              <a:t>encrypt event with </a:t>
            </a:r>
            <a:r>
              <a:rPr lang="en-GB" sz="1400" i="1" dirty="0">
                <a:solidFill>
                  <a:schemeClr val="bg2">
                    <a:lumMod val="40000"/>
                    <a:lumOff val="60000"/>
                  </a:schemeClr>
                </a:solidFill>
                <a:effectLst>
                  <a:glow>
                    <a:schemeClr val="bg1"/>
                  </a:glow>
                </a:effectLst>
              </a:rPr>
              <a:t>🛰️  Relayer’s</a:t>
            </a:r>
            <a:r>
              <a:rPr lang="en-US" sz="1400" i="1" dirty="0">
                <a:solidFill>
                  <a:schemeClr val="bg2">
                    <a:lumMod val="40000"/>
                    <a:lumOff val="60000"/>
                  </a:schemeClr>
                </a:solidFill>
                <a:effectLst>
                  <a:glow>
                    <a:schemeClr val="bg1"/>
                  </a:glow>
                </a:effectLst>
              </a:rPr>
              <a:t> public key</a:t>
            </a:r>
          </a:p>
        </p:txBody>
      </p:sp>
      <p:sp>
        <p:nvSpPr>
          <p:cNvPr id="209" name="Content Placeholder 2">
            <a:extLst>
              <a:ext uri="{FF2B5EF4-FFF2-40B4-BE49-F238E27FC236}">
                <a16:creationId xmlns:a16="http://schemas.microsoft.com/office/drawing/2014/main" id="{3491E443-1DB0-84BD-0B3D-251FA3D2DBA5}"/>
              </a:ext>
            </a:extLst>
          </p:cNvPr>
          <p:cNvSpPr txBox="1">
            <a:spLocks/>
          </p:cNvSpPr>
          <p:nvPr/>
        </p:nvSpPr>
        <p:spPr>
          <a:xfrm>
            <a:off x="10258139" y="3485230"/>
            <a:ext cx="1279820" cy="954107"/>
          </a:xfrm>
          <a:prstGeom prst="rect">
            <a:avLst/>
          </a:prstGeom>
        </p:spPr>
        <p:txBody>
          <a:bodyPr wrap="square">
            <a:sp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0"/>
              </a:spcBef>
              <a:spcAft>
                <a:spcPts val="1200"/>
              </a:spcAft>
              <a:buSzPct val="90000"/>
              <a:buFont typeface="Amazon Ember" panose="020B0603020204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-228600" algn="l" defTabSz="914400" rtl="0" eaLnBrk="1" latinLnBrk="0" hangingPunct="1">
              <a:lnSpc>
                <a:spcPct val="90000"/>
              </a:lnSpc>
              <a:spcBef>
                <a:spcPts val="0"/>
              </a:spcBef>
              <a:spcAft>
                <a:spcPts val="1200"/>
              </a:spcAft>
              <a:buSzPct val="90000"/>
              <a:buFont typeface="Wingdings" panose="05000000000000000000" pitchFamily="2" charset="2"/>
              <a:buChar char="§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5800" indent="-228600" algn="l" defTabSz="914400" rtl="0" eaLnBrk="1" latinLnBrk="0" hangingPunct="1">
              <a:lnSpc>
                <a:spcPct val="90000"/>
              </a:lnSpc>
              <a:spcBef>
                <a:spcPts val="0"/>
              </a:spcBef>
              <a:spcAft>
                <a:spcPts val="1200"/>
              </a:spcAft>
              <a:buSzPct val="90000"/>
              <a:buFont typeface="Amazon Ember" panose="020B0603020204020204" pitchFamily="34" charset="0"/>
              <a:buChar char="–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4400" indent="-228600" algn="l" defTabSz="914400" rtl="0" eaLnBrk="1" latinLnBrk="0" hangingPunct="1">
              <a:lnSpc>
                <a:spcPct val="90000"/>
              </a:lnSpc>
              <a:spcBef>
                <a:spcPts val="0"/>
              </a:spcBef>
              <a:spcAft>
                <a:spcPts val="1200"/>
              </a:spcAft>
              <a:buFont typeface="Amazon Ember" panose="020B0603020204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143000" indent="-228600" algn="l" defTabSz="914400" rtl="0" eaLnBrk="1" latinLnBrk="0" hangingPunct="1">
              <a:lnSpc>
                <a:spcPct val="90000"/>
              </a:lnSpc>
              <a:spcBef>
                <a:spcPts val="0"/>
              </a:spcBef>
              <a:spcAft>
                <a:spcPts val="1200"/>
              </a:spcAft>
              <a:buFont typeface="Amazon Ember" panose="020B0603020204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mazon Ember" panose="020B0603020204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mazon Ember" panose="020B0603020204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mazon Ember" panose="020B0603020204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mazon Ember" panose="020B0603020204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spcAft>
                <a:spcPts val="600"/>
              </a:spcAft>
              <a:buNone/>
            </a:pPr>
            <a:r>
              <a:rPr lang="en-US" sz="1400" i="1" dirty="0">
                <a:solidFill>
                  <a:schemeClr val="bg2">
                    <a:lumMod val="40000"/>
                    <a:lumOff val="60000"/>
                  </a:schemeClr>
                </a:solidFill>
                <a:effectLst>
                  <a:glow>
                    <a:schemeClr val="bg1"/>
                  </a:glow>
                </a:effectLst>
              </a:rPr>
              <a:t>convert LoRaWAN to secure WebSocket</a:t>
            </a:r>
          </a:p>
        </p:txBody>
      </p:sp>
      <p:sp>
        <p:nvSpPr>
          <p:cNvPr id="210" name="Content Placeholder 2">
            <a:extLst>
              <a:ext uri="{FF2B5EF4-FFF2-40B4-BE49-F238E27FC236}">
                <a16:creationId xmlns:a16="http://schemas.microsoft.com/office/drawing/2014/main" id="{52C059D6-563E-D062-A2B2-7004D33494C5}"/>
              </a:ext>
            </a:extLst>
          </p:cNvPr>
          <p:cNvSpPr txBox="1">
            <a:spLocks/>
          </p:cNvSpPr>
          <p:nvPr/>
        </p:nvSpPr>
        <p:spPr>
          <a:xfrm>
            <a:off x="10255678" y="1226126"/>
            <a:ext cx="1239801" cy="1600438"/>
          </a:xfrm>
          <a:prstGeom prst="rect">
            <a:avLst/>
          </a:prstGeom>
        </p:spPr>
        <p:txBody>
          <a:bodyPr wrap="square">
            <a:sp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0"/>
              </a:spcBef>
              <a:spcAft>
                <a:spcPts val="1200"/>
              </a:spcAft>
              <a:buSzPct val="90000"/>
              <a:buFont typeface="Amazon Ember" panose="020B0603020204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-228600" algn="l" defTabSz="914400" rtl="0" eaLnBrk="1" latinLnBrk="0" hangingPunct="1">
              <a:lnSpc>
                <a:spcPct val="90000"/>
              </a:lnSpc>
              <a:spcBef>
                <a:spcPts val="0"/>
              </a:spcBef>
              <a:spcAft>
                <a:spcPts val="1200"/>
              </a:spcAft>
              <a:buSzPct val="90000"/>
              <a:buFont typeface="Wingdings" panose="05000000000000000000" pitchFamily="2" charset="2"/>
              <a:buChar char="§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5800" indent="-228600" algn="l" defTabSz="914400" rtl="0" eaLnBrk="1" latinLnBrk="0" hangingPunct="1">
              <a:lnSpc>
                <a:spcPct val="90000"/>
              </a:lnSpc>
              <a:spcBef>
                <a:spcPts val="0"/>
              </a:spcBef>
              <a:spcAft>
                <a:spcPts val="1200"/>
              </a:spcAft>
              <a:buSzPct val="90000"/>
              <a:buFont typeface="Amazon Ember" panose="020B0603020204020204" pitchFamily="34" charset="0"/>
              <a:buChar char="–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4400" indent="-228600" algn="l" defTabSz="914400" rtl="0" eaLnBrk="1" latinLnBrk="0" hangingPunct="1">
              <a:lnSpc>
                <a:spcPct val="90000"/>
              </a:lnSpc>
              <a:spcBef>
                <a:spcPts val="0"/>
              </a:spcBef>
              <a:spcAft>
                <a:spcPts val="1200"/>
              </a:spcAft>
              <a:buFont typeface="Amazon Ember" panose="020B0603020204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143000" indent="-228600" algn="l" defTabSz="914400" rtl="0" eaLnBrk="1" latinLnBrk="0" hangingPunct="1">
              <a:lnSpc>
                <a:spcPct val="90000"/>
              </a:lnSpc>
              <a:spcBef>
                <a:spcPts val="0"/>
              </a:spcBef>
              <a:spcAft>
                <a:spcPts val="1200"/>
              </a:spcAft>
              <a:buFont typeface="Amazon Ember" panose="020B0603020204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mazon Ember" panose="020B0603020204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mazon Ember" panose="020B0603020204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mazon Ember" panose="020B0603020204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mazon Ember" panose="020B0603020204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spcAft>
                <a:spcPts val="600"/>
              </a:spcAft>
              <a:buNone/>
            </a:pPr>
            <a:r>
              <a:rPr lang="en-US" sz="1400" i="1" dirty="0">
                <a:solidFill>
                  <a:schemeClr val="bg2">
                    <a:lumMod val="40000"/>
                    <a:lumOff val="60000"/>
                  </a:schemeClr>
                </a:solidFill>
                <a:effectLst>
                  <a:glow>
                    <a:schemeClr val="bg1"/>
                  </a:glow>
                </a:effectLst>
              </a:rPr>
              <a:t>decrypt events with </a:t>
            </a:r>
            <a:r>
              <a:rPr lang="en-GB" sz="1400" dirty="0">
                <a:solidFill>
                  <a:schemeClr val="bg2">
                    <a:lumMod val="40000"/>
                    <a:lumOff val="60000"/>
                  </a:schemeClr>
                </a:solidFill>
                <a:effectLst>
                  <a:glow>
                    <a:schemeClr val="bg1"/>
                  </a:glow>
                </a:effectLst>
              </a:rPr>
              <a:t>🛰️</a:t>
            </a:r>
            <a:r>
              <a:rPr lang="en-GB" sz="1400" i="1" dirty="0">
                <a:solidFill>
                  <a:schemeClr val="bg2">
                    <a:lumMod val="40000"/>
                    <a:lumOff val="60000"/>
                  </a:schemeClr>
                </a:solidFill>
                <a:effectLst>
                  <a:glow>
                    <a:schemeClr val="bg1"/>
                  </a:glow>
                </a:effectLst>
              </a:rPr>
              <a:t> Relayer’s</a:t>
            </a:r>
            <a:r>
              <a:rPr lang="en-US" sz="1400" i="1" dirty="0">
                <a:solidFill>
                  <a:schemeClr val="bg2">
                    <a:lumMod val="40000"/>
                    <a:lumOff val="60000"/>
                  </a:schemeClr>
                </a:solidFill>
                <a:effectLst>
                  <a:glow>
                    <a:schemeClr val="bg1"/>
                  </a:glow>
                </a:effectLst>
              </a:rPr>
              <a:t> private key, translate, and forward via https call</a:t>
            </a:r>
          </a:p>
        </p:txBody>
      </p:sp>
      <p:sp>
        <p:nvSpPr>
          <p:cNvPr id="212" name="TextBox 211">
            <a:extLst>
              <a:ext uri="{FF2B5EF4-FFF2-40B4-BE49-F238E27FC236}">
                <a16:creationId xmlns:a16="http://schemas.microsoft.com/office/drawing/2014/main" id="{26822B3A-65FB-BA4A-DBFD-0574AA1D049E}"/>
              </a:ext>
            </a:extLst>
          </p:cNvPr>
          <p:cNvSpPr txBox="1"/>
          <p:nvPr/>
        </p:nvSpPr>
        <p:spPr>
          <a:xfrm>
            <a:off x="1706426" y="208617"/>
            <a:ext cx="2066604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GB" sz="2400" i="1" dirty="0">
                <a:solidFill>
                  <a:schemeClr val="tx1">
                    <a:lumMod val="75000"/>
                  </a:schemeClr>
                </a:solidFill>
                <a:latin typeface="+mj-lt"/>
                <a:cs typeface="Arial" panose="020B0604020202020204" pitchFamily="34" charset="0"/>
              </a:rPr>
              <a:t>Antenna</a:t>
            </a:r>
          </a:p>
        </p:txBody>
      </p:sp>
      <p:sp>
        <p:nvSpPr>
          <p:cNvPr id="213" name="TextBox 212">
            <a:extLst>
              <a:ext uri="{FF2B5EF4-FFF2-40B4-BE49-F238E27FC236}">
                <a16:creationId xmlns:a16="http://schemas.microsoft.com/office/drawing/2014/main" id="{CEEC2176-6C77-7EE5-4DF4-1258B30EB779}"/>
              </a:ext>
            </a:extLst>
          </p:cNvPr>
          <p:cNvSpPr txBox="1"/>
          <p:nvPr/>
        </p:nvSpPr>
        <p:spPr>
          <a:xfrm>
            <a:off x="7923235" y="208617"/>
            <a:ext cx="2066604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GB" sz="2400" i="1" dirty="0">
                <a:solidFill>
                  <a:schemeClr val="tx1">
                    <a:lumMod val="75000"/>
                  </a:schemeClr>
                </a:solidFill>
                <a:latin typeface="+mj-lt"/>
                <a:cs typeface="Arial" panose="020B0604020202020204" pitchFamily="34" charset="0"/>
              </a:rPr>
              <a:t>Antenna</a:t>
            </a:r>
            <a:r>
              <a:rPr lang="en-GB" sz="2400" i="1" baseline="30000" dirty="0">
                <a:solidFill>
                  <a:schemeClr val="tx1">
                    <a:lumMod val="75000"/>
                  </a:schemeClr>
                </a:solidFill>
                <a:latin typeface="+mj-lt"/>
                <a:cs typeface="Arial" panose="020B0604020202020204" pitchFamily="34" charset="0"/>
              </a:rPr>
              <a:t>2</a:t>
            </a:r>
          </a:p>
        </p:txBody>
      </p:sp>
    </p:spTree>
    <p:extLst>
      <p:ext uri="{BB962C8B-B14F-4D97-AF65-F5344CB8AC3E}">
        <p14:creationId xmlns:p14="http://schemas.microsoft.com/office/powerpoint/2010/main" val="355478781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C959E1E-FE97-09CC-51D6-4F897EDABA5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Rectangle 12">
            <a:extLst>
              <a:ext uri="{FF2B5EF4-FFF2-40B4-BE49-F238E27FC236}">
                <a16:creationId xmlns:a16="http://schemas.microsoft.com/office/drawing/2014/main" id="{E4FF22A5-481A-3382-9FEC-4E9006F0389D}"/>
              </a:ext>
            </a:extLst>
          </p:cNvPr>
          <p:cNvSpPr/>
          <p:nvPr/>
        </p:nvSpPr>
        <p:spPr>
          <a:xfrm>
            <a:off x="2016593" y="233515"/>
            <a:ext cx="2060685" cy="566425"/>
          </a:xfrm>
          <a:prstGeom prst="rect">
            <a:avLst/>
          </a:prstGeom>
          <a:solidFill>
            <a:schemeClr val="tx1">
              <a:lumMod val="95000"/>
            </a:schemeClr>
          </a:solidFill>
          <a:ln w="28575">
            <a:solidFill>
              <a:schemeClr val="tx1">
                <a:lumMod val="50000"/>
              </a:schemeClr>
            </a:solidFill>
            <a:prstDash val="soli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44000" tIns="144000" rIns="144000" bIns="144000" anchor="ctr"/>
          <a:lstStyle/>
          <a:p>
            <a:r>
              <a:rPr lang="en-GB" sz="2400" dirty="0">
                <a:solidFill>
                  <a:sysClr val="windowText" lastClr="000000"/>
                </a:solidFill>
                <a:latin typeface="+mj-lt"/>
                <a:cs typeface="Arial" panose="020B0604020202020204" pitchFamily="34" charset="0"/>
              </a:rPr>
              <a:t>👥 Domain</a:t>
            </a:r>
          </a:p>
        </p:txBody>
      </p:sp>
      <p:cxnSp>
        <p:nvCxnSpPr>
          <p:cNvPr id="14" name="Straight Arrow Connector 44">
            <a:extLst>
              <a:ext uri="{FF2B5EF4-FFF2-40B4-BE49-F238E27FC236}">
                <a16:creationId xmlns:a16="http://schemas.microsoft.com/office/drawing/2014/main" id="{6465D179-F884-1188-3D57-B93143387BE7}"/>
              </a:ext>
            </a:extLst>
          </p:cNvPr>
          <p:cNvCxnSpPr>
            <a:cxnSpLocks/>
            <a:stCxn id="13" idx="1"/>
            <a:endCxn id="18" idx="1"/>
          </p:cNvCxnSpPr>
          <p:nvPr/>
        </p:nvCxnSpPr>
        <p:spPr>
          <a:xfrm rot="10800000" flipV="1">
            <a:off x="2000643" y="516728"/>
            <a:ext cx="15950" cy="845340"/>
          </a:xfrm>
          <a:prstGeom prst="bentConnector3">
            <a:avLst>
              <a:gd name="adj1" fmla="val 1533229"/>
            </a:avLst>
          </a:prstGeom>
          <a:ln>
            <a:solidFill>
              <a:schemeClr val="tx1"/>
            </a:solidFill>
            <a:prstDash val="solid"/>
            <a:tailEnd type="triangle" w="lg" len="lg"/>
          </a:ln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grpSp>
        <p:nvGrpSpPr>
          <p:cNvPr id="22" name="Group 21">
            <a:extLst>
              <a:ext uri="{FF2B5EF4-FFF2-40B4-BE49-F238E27FC236}">
                <a16:creationId xmlns:a16="http://schemas.microsoft.com/office/drawing/2014/main" id="{EA4D8130-D702-B610-E062-353005D3EACB}"/>
              </a:ext>
            </a:extLst>
          </p:cNvPr>
          <p:cNvGrpSpPr/>
          <p:nvPr/>
        </p:nvGrpSpPr>
        <p:grpSpPr>
          <a:xfrm>
            <a:off x="2000643" y="1163351"/>
            <a:ext cx="2064467" cy="566426"/>
            <a:chOff x="1480526" y="1003960"/>
            <a:chExt cx="2064467" cy="566426"/>
          </a:xfrm>
        </p:grpSpPr>
        <p:sp>
          <p:nvSpPr>
            <p:cNvPr id="9" name="Rectangle 8">
              <a:extLst>
                <a:ext uri="{FF2B5EF4-FFF2-40B4-BE49-F238E27FC236}">
                  <a16:creationId xmlns:a16="http://schemas.microsoft.com/office/drawing/2014/main" id="{E9058E96-B204-F3E4-DF31-C04D7EA9C315}"/>
                </a:ext>
              </a:extLst>
            </p:cNvPr>
            <p:cNvSpPr/>
            <p:nvPr/>
          </p:nvSpPr>
          <p:spPr>
            <a:xfrm>
              <a:off x="1484308" y="1003960"/>
              <a:ext cx="2060685" cy="566426"/>
            </a:xfrm>
            <a:prstGeom prst="rect">
              <a:avLst/>
            </a:prstGeom>
            <a:solidFill>
              <a:schemeClr val="tx1">
                <a:lumMod val="95000"/>
              </a:schemeClr>
            </a:solidFill>
            <a:ln w="28575">
              <a:solidFill>
                <a:schemeClr val="tx1">
                  <a:lumMod val="50000"/>
                </a:schemeClr>
              </a:solidFill>
              <a:prstDash val="solid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44000" tIns="144000" rIns="144000" bIns="144000" anchor="ctr"/>
            <a:lstStyle/>
            <a:p>
              <a:r>
                <a:rPr lang="en-GB" sz="3200" baseline="-9000" dirty="0">
                  <a:solidFill>
                    <a:schemeClr val="bg2">
                      <a:lumMod val="40000"/>
                      <a:lumOff val="60000"/>
                    </a:schemeClr>
                  </a:solidFill>
                  <a:effectLst>
                    <a:glow>
                      <a:schemeClr val="bg1"/>
                    </a:glow>
                  </a:effectLst>
                </a:rPr>
                <a:t>🛰️</a:t>
              </a:r>
              <a:r>
                <a:rPr lang="en-GB" sz="2400" dirty="0">
                  <a:solidFill>
                    <a:sysClr val="windowText" lastClr="000000"/>
                  </a:solidFill>
                  <a:latin typeface="+mj-lt"/>
                  <a:cs typeface="Arial" panose="020B0604020202020204" pitchFamily="34" charset="0"/>
                </a:rPr>
                <a:t> Relayer</a:t>
              </a:r>
              <a:endParaRPr lang="en-GB" sz="2000" dirty="0">
                <a:solidFill>
                  <a:sysClr val="windowText" lastClr="000000"/>
                </a:solidFill>
                <a:latin typeface="+mj-lt"/>
                <a:cs typeface="Arial" panose="020B0604020202020204" pitchFamily="34" charset="0"/>
              </a:endParaRPr>
            </a:p>
          </p:txBody>
        </p:sp>
        <p:sp>
          <p:nvSpPr>
            <p:cNvPr id="18" name="TextBox 17">
              <a:extLst>
                <a:ext uri="{FF2B5EF4-FFF2-40B4-BE49-F238E27FC236}">
                  <a16:creationId xmlns:a16="http://schemas.microsoft.com/office/drawing/2014/main" id="{226BA077-066D-965D-2B54-E93246810FB1}"/>
                </a:ext>
              </a:extLst>
            </p:cNvPr>
            <p:cNvSpPr txBox="1"/>
            <p:nvPr/>
          </p:nvSpPr>
          <p:spPr>
            <a:xfrm>
              <a:off x="1480526" y="1018011"/>
              <a:ext cx="243656" cy="369332"/>
            </a:xfrm>
            <a:prstGeom prst="rect">
              <a:avLst/>
            </a:prstGeom>
            <a:noFill/>
          </p:spPr>
          <p:txBody>
            <a:bodyPr wrap="none" lIns="0" rIns="0" rtlCol="0">
              <a:spAutoFit/>
            </a:bodyPr>
            <a:lstStyle/>
            <a:p>
              <a:pPr algn="l"/>
              <a:r>
                <a:rPr lang="en-US" dirty="0"/>
                <a:t>    </a:t>
              </a:r>
            </a:p>
          </p:txBody>
        </p:sp>
        <p:sp>
          <p:nvSpPr>
            <p:cNvPr id="21" name="TextBox 20">
              <a:extLst>
                <a:ext uri="{FF2B5EF4-FFF2-40B4-BE49-F238E27FC236}">
                  <a16:creationId xmlns:a16="http://schemas.microsoft.com/office/drawing/2014/main" id="{ED6924A2-60FA-230C-0A22-977CE2BA1D2C}"/>
                </a:ext>
              </a:extLst>
            </p:cNvPr>
            <p:cNvSpPr txBox="1"/>
            <p:nvPr/>
          </p:nvSpPr>
          <p:spPr>
            <a:xfrm>
              <a:off x="1496477" y="1197051"/>
              <a:ext cx="243656" cy="369332"/>
            </a:xfrm>
            <a:prstGeom prst="rect">
              <a:avLst/>
            </a:prstGeom>
            <a:noFill/>
          </p:spPr>
          <p:txBody>
            <a:bodyPr wrap="none" lIns="0" rIns="0" rtlCol="0">
              <a:spAutoFit/>
            </a:bodyPr>
            <a:lstStyle/>
            <a:p>
              <a:pPr algn="l"/>
              <a:r>
                <a:rPr lang="en-US" dirty="0"/>
                <a:t>    </a:t>
              </a:r>
            </a:p>
          </p:txBody>
        </p:sp>
      </p:grpSp>
      <p:cxnSp>
        <p:nvCxnSpPr>
          <p:cNvPr id="26" name="Straight Arrow Connector 44">
            <a:extLst>
              <a:ext uri="{FF2B5EF4-FFF2-40B4-BE49-F238E27FC236}">
                <a16:creationId xmlns:a16="http://schemas.microsoft.com/office/drawing/2014/main" id="{407DA632-8EE0-BF25-5F55-AAFBFF977123}"/>
              </a:ext>
            </a:extLst>
          </p:cNvPr>
          <p:cNvCxnSpPr>
            <a:cxnSpLocks/>
            <a:stCxn id="21" idx="1"/>
            <a:endCxn id="23" idx="1"/>
          </p:cNvCxnSpPr>
          <p:nvPr/>
        </p:nvCxnSpPr>
        <p:spPr>
          <a:xfrm rot="10800000" flipV="1">
            <a:off x="2008206" y="1541108"/>
            <a:ext cx="8389" cy="745538"/>
          </a:xfrm>
          <a:prstGeom prst="bentConnector3">
            <a:avLst>
              <a:gd name="adj1" fmla="val 2824997"/>
            </a:avLst>
          </a:prstGeom>
          <a:ln>
            <a:solidFill>
              <a:schemeClr val="tx1"/>
            </a:solidFill>
            <a:prstDash val="solid"/>
            <a:tailEnd type="triangle" w="lg" len="lg"/>
          </a:ln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grpSp>
        <p:nvGrpSpPr>
          <p:cNvPr id="39" name="Group 38">
            <a:extLst>
              <a:ext uri="{FF2B5EF4-FFF2-40B4-BE49-F238E27FC236}">
                <a16:creationId xmlns:a16="http://schemas.microsoft.com/office/drawing/2014/main" id="{85E17D1A-D323-0BAA-0185-D911FF9560E9}"/>
              </a:ext>
            </a:extLst>
          </p:cNvPr>
          <p:cNvGrpSpPr/>
          <p:nvPr/>
        </p:nvGrpSpPr>
        <p:grpSpPr>
          <a:xfrm>
            <a:off x="1991514" y="3037399"/>
            <a:ext cx="2091772" cy="566426"/>
            <a:chOff x="1471397" y="3045788"/>
            <a:chExt cx="2091772" cy="566426"/>
          </a:xfrm>
        </p:grpSpPr>
        <p:grpSp>
          <p:nvGrpSpPr>
            <p:cNvPr id="33" name="Group 32">
              <a:extLst>
                <a:ext uri="{FF2B5EF4-FFF2-40B4-BE49-F238E27FC236}">
                  <a16:creationId xmlns:a16="http://schemas.microsoft.com/office/drawing/2014/main" id="{B7EF546B-4638-2BE7-FEA2-893BC84FF583}"/>
                </a:ext>
              </a:extLst>
            </p:cNvPr>
            <p:cNvGrpSpPr/>
            <p:nvPr/>
          </p:nvGrpSpPr>
          <p:grpSpPr>
            <a:xfrm>
              <a:off x="1471397" y="3045788"/>
              <a:ext cx="2078203" cy="566426"/>
              <a:chOff x="1471397" y="3045788"/>
              <a:chExt cx="2078203" cy="566426"/>
            </a:xfrm>
          </p:grpSpPr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17793BAF-7582-9255-59A6-208D7A96261A}"/>
                  </a:ext>
                </a:extLst>
              </p:cNvPr>
              <p:cNvSpPr txBox="1"/>
              <p:nvPr/>
            </p:nvSpPr>
            <p:spPr>
              <a:xfrm>
                <a:off x="1484308" y="3045788"/>
                <a:ext cx="2065292" cy="566426"/>
              </a:xfrm>
              <a:prstGeom prst="rect">
                <a:avLst/>
              </a:prstGeom>
              <a:solidFill>
                <a:schemeClr val="bg1"/>
              </a:solidFill>
              <a:ln w="28575">
                <a:solidFill>
                  <a:schemeClr val="tx1">
                    <a:lumMod val="50000"/>
                  </a:schemeClr>
                </a:solidFill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144000" tIns="108000" rIns="144000" bIns="144000" anchor="ctr"/>
              <a:lstStyle>
                <a:defPPr>
                  <a:defRPr lang="en-US"/>
                </a:defPPr>
                <a:lvl1pPr>
                  <a:defRPr sz="3200" baseline="-9000">
                    <a:solidFill>
                      <a:schemeClr val="bg2">
                        <a:lumMod val="40000"/>
                        <a:lumOff val="60000"/>
                      </a:schemeClr>
                    </a:solidFill>
                    <a:effectLst>
                      <a:glow>
                        <a:schemeClr val="bg1"/>
                      </a:glow>
                    </a:effectLst>
                  </a:defRPr>
                </a:lvl1pPr>
                <a:lvl2pPr>
                  <a:defRPr>
                    <a:solidFill>
                      <a:schemeClr val="lt1"/>
                    </a:solidFill>
                  </a:defRPr>
                </a:lvl2pPr>
                <a:lvl3pPr>
                  <a:defRPr>
                    <a:solidFill>
                      <a:schemeClr val="lt1"/>
                    </a:solidFill>
                  </a:defRPr>
                </a:lvl3pPr>
                <a:lvl4pPr>
                  <a:defRPr>
                    <a:solidFill>
                      <a:schemeClr val="lt1"/>
                    </a:solidFill>
                  </a:defRPr>
                </a:lvl4pPr>
                <a:lvl5pPr>
                  <a:defRPr>
                    <a:solidFill>
                      <a:schemeClr val="lt1"/>
                    </a:solidFill>
                  </a:defRPr>
                </a:lvl5pPr>
                <a:lvl6pPr>
                  <a:defRPr>
                    <a:solidFill>
                      <a:schemeClr val="lt1"/>
                    </a:solidFill>
                  </a:defRPr>
                </a:lvl6pPr>
                <a:lvl7pPr>
                  <a:defRPr>
                    <a:solidFill>
                      <a:schemeClr val="lt1"/>
                    </a:solidFill>
                  </a:defRPr>
                </a:lvl7pPr>
                <a:lvl8pPr>
                  <a:defRPr>
                    <a:solidFill>
                      <a:schemeClr val="lt1"/>
                    </a:solidFill>
                  </a:defRPr>
                </a:lvl8pPr>
                <a:lvl9pPr>
                  <a:defRPr>
                    <a:solidFill>
                      <a:schemeClr val="lt1"/>
                    </a:solidFill>
                  </a:defRPr>
                </a:lvl9pPr>
              </a:lstStyle>
              <a:p>
                <a:r>
                  <a:rPr lang="en-GB" dirty="0"/>
                  <a:t>📡</a:t>
                </a:r>
                <a:r>
                  <a:rPr lang="en-GB" baseline="0" dirty="0"/>
                  <a:t> </a:t>
                </a:r>
                <a:r>
                  <a:rPr lang="en-GB" sz="2400" baseline="0" dirty="0">
                    <a:solidFill>
                      <a:schemeClr val="tx1"/>
                    </a:solidFill>
                    <a:latin typeface="+mj-lt"/>
                    <a:cs typeface="Arial" panose="020B0604020202020204" pitchFamily="34" charset="0"/>
                  </a:rPr>
                  <a:t>Antenna</a:t>
                </a:r>
              </a:p>
            </p:txBody>
          </p:sp>
          <p:grpSp>
            <p:nvGrpSpPr>
              <p:cNvPr id="32" name="Group 31">
                <a:extLst>
                  <a:ext uri="{FF2B5EF4-FFF2-40B4-BE49-F238E27FC236}">
                    <a16:creationId xmlns:a16="http://schemas.microsoft.com/office/drawing/2014/main" id="{A3B4A8ED-2F34-B143-2D5D-FB20180B92D7}"/>
                  </a:ext>
                </a:extLst>
              </p:cNvPr>
              <p:cNvGrpSpPr/>
              <p:nvPr/>
            </p:nvGrpSpPr>
            <p:grpSpPr>
              <a:xfrm>
                <a:off x="1471397" y="3062835"/>
                <a:ext cx="250647" cy="538510"/>
                <a:chOff x="1583163" y="1918820"/>
                <a:chExt cx="250647" cy="538510"/>
              </a:xfrm>
            </p:grpSpPr>
            <p:sp>
              <p:nvSpPr>
                <p:cNvPr id="30" name="TextBox 29">
                  <a:extLst>
                    <a:ext uri="{FF2B5EF4-FFF2-40B4-BE49-F238E27FC236}">
                      <a16:creationId xmlns:a16="http://schemas.microsoft.com/office/drawing/2014/main" id="{6C4D623A-31F2-0204-1DFD-C8F2D1D14F24}"/>
                    </a:ext>
                  </a:extLst>
                </p:cNvPr>
                <p:cNvSpPr txBox="1"/>
                <p:nvPr/>
              </p:nvSpPr>
              <p:spPr>
                <a:xfrm>
                  <a:off x="1590154" y="1918820"/>
                  <a:ext cx="243656" cy="369332"/>
                </a:xfrm>
                <a:prstGeom prst="rect">
                  <a:avLst/>
                </a:prstGeom>
                <a:noFill/>
              </p:spPr>
              <p:txBody>
                <a:bodyPr wrap="none" lIns="0" rIns="0" rtlCol="0">
                  <a:spAutoFit/>
                </a:bodyPr>
                <a:lstStyle/>
                <a:p>
                  <a:pPr algn="l"/>
                  <a:r>
                    <a:rPr lang="en-US" dirty="0"/>
                    <a:t>    </a:t>
                  </a:r>
                </a:p>
              </p:txBody>
            </p:sp>
            <p:sp>
              <p:nvSpPr>
                <p:cNvPr id="31" name="TextBox 30">
                  <a:extLst>
                    <a:ext uri="{FF2B5EF4-FFF2-40B4-BE49-F238E27FC236}">
                      <a16:creationId xmlns:a16="http://schemas.microsoft.com/office/drawing/2014/main" id="{536F4A0B-5DB7-8D29-1C9D-0257D230F2F4}"/>
                    </a:ext>
                  </a:extLst>
                </p:cNvPr>
                <p:cNvSpPr txBox="1"/>
                <p:nvPr/>
              </p:nvSpPr>
              <p:spPr>
                <a:xfrm>
                  <a:off x="1583163" y="2087998"/>
                  <a:ext cx="243656" cy="369332"/>
                </a:xfrm>
                <a:prstGeom prst="rect">
                  <a:avLst/>
                </a:prstGeom>
                <a:noFill/>
              </p:spPr>
              <p:txBody>
                <a:bodyPr wrap="none" lIns="0" rIns="0" rtlCol="0">
                  <a:spAutoFit/>
                </a:bodyPr>
                <a:lstStyle/>
                <a:p>
                  <a:pPr algn="l"/>
                  <a:r>
                    <a:rPr lang="en-US" dirty="0"/>
                    <a:t>    </a:t>
                  </a:r>
                </a:p>
              </p:txBody>
            </p:sp>
          </p:grpSp>
        </p:grpSp>
        <p:sp>
          <p:nvSpPr>
            <p:cNvPr id="37" name="TextBox 36">
              <a:extLst>
                <a:ext uri="{FF2B5EF4-FFF2-40B4-BE49-F238E27FC236}">
                  <a16:creationId xmlns:a16="http://schemas.microsoft.com/office/drawing/2014/main" id="{656A1E47-A538-7A2D-86B6-BDB3A884B87D}"/>
                </a:ext>
              </a:extLst>
            </p:cNvPr>
            <p:cNvSpPr txBox="1"/>
            <p:nvPr/>
          </p:nvSpPr>
          <p:spPr>
            <a:xfrm>
              <a:off x="3318115" y="3064311"/>
              <a:ext cx="243656" cy="369332"/>
            </a:xfrm>
            <a:prstGeom prst="rect">
              <a:avLst/>
            </a:prstGeom>
            <a:noFill/>
          </p:spPr>
          <p:txBody>
            <a:bodyPr wrap="none" lIns="0" rIns="0" rtlCol="0">
              <a:spAutoFit/>
            </a:bodyPr>
            <a:lstStyle/>
            <a:p>
              <a:pPr algn="l"/>
              <a:r>
                <a:rPr lang="en-US" dirty="0"/>
                <a:t>    </a:t>
              </a:r>
            </a:p>
          </p:txBody>
        </p:sp>
        <p:sp>
          <p:nvSpPr>
            <p:cNvPr id="38" name="TextBox 37">
              <a:extLst>
                <a:ext uri="{FF2B5EF4-FFF2-40B4-BE49-F238E27FC236}">
                  <a16:creationId xmlns:a16="http://schemas.microsoft.com/office/drawing/2014/main" id="{26642096-D462-F9FE-B5C1-53A14F8DA97F}"/>
                </a:ext>
              </a:extLst>
            </p:cNvPr>
            <p:cNvSpPr txBox="1"/>
            <p:nvPr/>
          </p:nvSpPr>
          <p:spPr>
            <a:xfrm>
              <a:off x="3319513" y="3233489"/>
              <a:ext cx="243656" cy="369332"/>
            </a:xfrm>
            <a:prstGeom prst="rect">
              <a:avLst/>
            </a:prstGeom>
            <a:noFill/>
          </p:spPr>
          <p:txBody>
            <a:bodyPr wrap="none" lIns="0" rIns="0" rtlCol="0">
              <a:spAutoFit/>
            </a:bodyPr>
            <a:lstStyle/>
            <a:p>
              <a:pPr algn="l"/>
              <a:r>
                <a:rPr lang="en-US" dirty="0"/>
                <a:t>    </a:t>
              </a:r>
            </a:p>
          </p:txBody>
        </p:sp>
      </p:grpSp>
      <p:grpSp>
        <p:nvGrpSpPr>
          <p:cNvPr id="42" name="Group 41">
            <a:extLst>
              <a:ext uri="{FF2B5EF4-FFF2-40B4-BE49-F238E27FC236}">
                <a16:creationId xmlns:a16="http://schemas.microsoft.com/office/drawing/2014/main" id="{36BD1A54-34FA-EA64-8232-D826FB094BAA}"/>
              </a:ext>
            </a:extLst>
          </p:cNvPr>
          <p:cNvGrpSpPr/>
          <p:nvPr/>
        </p:nvGrpSpPr>
        <p:grpSpPr>
          <a:xfrm>
            <a:off x="2001214" y="2087483"/>
            <a:ext cx="2082245" cy="560061"/>
            <a:chOff x="1481097" y="1844202"/>
            <a:chExt cx="2082245" cy="560061"/>
          </a:xfrm>
        </p:grpSpPr>
        <p:grpSp>
          <p:nvGrpSpPr>
            <p:cNvPr id="25" name="Group 24">
              <a:extLst>
                <a:ext uri="{FF2B5EF4-FFF2-40B4-BE49-F238E27FC236}">
                  <a16:creationId xmlns:a16="http://schemas.microsoft.com/office/drawing/2014/main" id="{030D6689-B6B1-209E-BAE0-D6B3B02447D0}"/>
                </a:ext>
              </a:extLst>
            </p:cNvPr>
            <p:cNvGrpSpPr/>
            <p:nvPr/>
          </p:nvGrpSpPr>
          <p:grpSpPr>
            <a:xfrm>
              <a:off x="1481097" y="1844202"/>
              <a:ext cx="2068503" cy="560061"/>
              <a:chOff x="1481097" y="1844202"/>
              <a:chExt cx="2068503" cy="560061"/>
            </a:xfrm>
          </p:grpSpPr>
          <p:grpSp>
            <p:nvGrpSpPr>
              <p:cNvPr id="12" name="Group 11">
                <a:extLst>
                  <a:ext uri="{FF2B5EF4-FFF2-40B4-BE49-F238E27FC236}">
                    <a16:creationId xmlns:a16="http://schemas.microsoft.com/office/drawing/2014/main" id="{915E003F-7835-C560-4A22-DDBFB3913A02}"/>
                  </a:ext>
                </a:extLst>
              </p:cNvPr>
              <p:cNvGrpSpPr/>
              <p:nvPr/>
            </p:nvGrpSpPr>
            <p:grpSpPr>
              <a:xfrm>
                <a:off x="1488915" y="1844202"/>
                <a:ext cx="2060685" cy="560061"/>
                <a:chOff x="2467360" y="2224697"/>
                <a:chExt cx="2060685" cy="560061"/>
              </a:xfrm>
            </p:grpSpPr>
            <p:sp>
              <p:nvSpPr>
                <p:cNvPr id="6" name="Rectangle 5">
                  <a:extLst>
                    <a:ext uri="{FF2B5EF4-FFF2-40B4-BE49-F238E27FC236}">
                      <a16:creationId xmlns:a16="http://schemas.microsoft.com/office/drawing/2014/main" id="{85B74DE9-B796-0683-4782-D2194ADC657F}"/>
                    </a:ext>
                  </a:extLst>
                </p:cNvPr>
                <p:cNvSpPr/>
                <p:nvPr/>
              </p:nvSpPr>
              <p:spPr>
                <a:xfrm>
                  <a:off x="2467360" y="2224697"/>
                  <a:ext cx="2060685" cy="560061"/>
                </a:xfrm>
                <a:prstGeom prst="rect">
                  <a:avLst/>
                </a:prstGeom>
                <a:solidFill>
                  <a:schemeClr val="bg1"/>
                </a:solidFill>
                <a:ln w="28575">
                  <a:solidFill>
                    <a:schemeClr val="tx1">
                      <a:lumMod val="50000"/>
                    </a:schemeClr>
                  </a:solidFill>
                  <a:prstDash val="solid"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lIns="144000" tIns="108000" rIns="144000" bIns="144000" anchor="ctr"/>
                <a:lstStyle/>
                <a:p>
                  <a:endParaRPr lang="en-US" sz="3200" baseline="-9000" dirty="0">
                    <a:solidFill>
                      <a:schemeClr val="bg2">
                        <a:lumMod val="40000"/>
                        <a:lumOff val="60000"/>
                      </a:schemeClr>
                    </a:solidFill>
                    <a:effectLst>
                      <a:glow>
                        <a:schemeClr val="bg1"/>
                      </a:glow>
                    </a:effectLst>
                  </a:endParaRPr>
                </a:p>
              </p:txBody>
            </p:sp>
            <p:sp>
              <p:nvSpPr>
                <p:cNvPr id="7" name="TextBox 6">
                  <a:extLst>
                    <a:ext uri="{FF2B5EF4-FFF2-40B4-BE49-F238E27FC236}">
                      <a16:creationId xmlns:a16="http://schemas.microsoft.com/office/drawing/2014/main" id="{8D80805A-E892-59EF-E44F-C065EDCC0D41}"/>
                    </a:ext>
                  </a:extLst>
                </p:cNvPr>
                <p:cNvSpPr txBox="1"/>
                <p:nvPr/>
              </p:nvSpPr>
              <p:spPr>
                <a:xfrm>
                  <a:off x="2516954" y="2293144"/>
                  <a:ext cx="1560435" cy="461665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r>
                    <a:rPr lang="en-GB" sz="3200" baseline="-9000" noProof="1">
                      <a:solidFill>
                        <a:schemeClr val="bg2">
                          <a:lumMod val="40000"/>
                          <a:lumOff val="60000"/>
                        </a:schemeClr>
                      </a:solidFill>
                      <a:effectLst>
                        <a:glow>
                          <a:schemeClr val="bg1"/>
                        </a:glow>
                      </a:effectLst>
                    </a:rPr>
                    <a:t>🛜</a:t>
                  </a:r>
                  <a:r>
                    <a:rPr lang="en-GB" sz="2000" noProof="1"/>
                    <a:t> </a:t>
                  </a:r>
                  <a:r>
                    <a:rPr lang="en-GB" sz="2400" noProof="1"/>
                    <a:t>Wi-Fier</a:t>
                  </a:r>
                  <a:endParaRPr lang="en-GB" sz="2000" noProof="1"/>
                </a:p>
              </p:txBody>
            </p:sp>
          </p:grpSp>
          <p:sp>
            <p:nvSpPr>
              <p:cNvPr id="23" name="TextBox 22">
                <a:extLst>
                  <a:ext uri="{FF2B5EF4-FFF2-40B4-BE49-F238E27FC236}">
                    <a16:creationId xmlns:a16="http://schemas.microsoft.com/office/drawing/2014/main" id="{D8ABF68B-15ED-AEAF-BEF6-1F93AA716677}"/>
                  </a:ext>
                </a:extLst>
              </p:cNvPr>
              <p:cNvSpPr txBox="1"/>
              <p:nvPr/>
            </p:nvSpPr>
            <p:spPr>
              <a:xfrm>
                <a:off x="1488088" y="1858699"/>
                <a:ext cx="243656" cy="369332"/>
              </a:xfrm>
              <a:prstGeom prst="rect">
                <a:avLst/>
              </a:prstGeom>
              <a:noFill/>
            </p:spPr>
            <p:txBody>
              <a:bodyPr wrap="none" lIns="0" rIns="0" rtlCol="0">
                <a:spAutoFit/>
              </a:bodyPr>
              <a:lstStyle/>
              <a:p>
                <a:pPr algn="l"/>
                <a:r>
                  <a:rPr lang="en-US" dirty="0"/>
                  <a:t>    </a:t>
                </a:r>
              </a:p>
            </p:txBody>
          </p:sp>
          <p:sp>
            <p:nvSpPr>
              <p:cNvPr id="24" name="TextBox 23">
                <a:extLst>
                  <a:ext uri="{FF2B5EF4-FFF2-40B4-BE49-F238E27FC236}">
                    <a16:creationId xmlns:a16="http://schemas.microsoft.com/office/drawing/2014/main" id="{064BE948-763B-F171-E60C-15D7276EF98A}"/>
                  </a:ext>
                </a:extLst>
              </p:cNvPr>
              <p:cNvSpPr txBox="1"/>
              <p:nvPr/>
            </p:nvSpPr>
            <p:spPr>
              <a:xfrm>
                <a:off x="1481097" y="2027877"/>
                <a:ext cx="243656" cy="369332"/>
              </a:xfrm>
              <a:prstGeom prst="rect">
                <a:avLst/>
              </a:prstGeom>
              <a:noFill/>
            </p:spPr>
            <p:txBody>
              <a:bodyPr wrap="none" lIns="0" rIns="0" rtlCol="0">
                <a:spAutoFit/>
              </a:bodyPr>
              <a:lstStyle/>
              <a:p>
                <a:pPr algn="l"/>
                <a:r>
                  <a:rPr lang="en-US" dirty="0"/>
                  <a:t>    </a:t>
                </a:r>
              </a:p>
            </p:txBody>
          </p:sp>
        </p:grpSp>
        <p:sp>
          <p:nvSpPr>
            <p:cNvPr id="40" name="TextBox 39">
              <a:extLst>
                <a:ext uri="{FF2B5EF4-FFF2-40B4-BE49-F238E27FC236}">
                  <a16:creationId xmlns:a16="http://schemas.microsoft.com/office/drawing/2014/main" id="{757B55C0-BB66-8424-C40D-75541EA98D45}"/>
                </a:ext>
              </a:extLst>
            </p:cNvPr>
            <p:cNvSpPr txBox="1"/>
            <p:nvPr/>
          </p:nvSpPr>
          <p:spPr>
            <a:xfrm>
              <a:off x="3318288" y="1860097"/>
              <a:ext cx="243656" cy="369332"/>
            </a:xfrm>
            <a:prstGeom prst="rect">
              <a:avLst/>
            </a:prstGeom>
            <a:noFill/>
          </p:spPr>
          <p:txBody>
            <a:bodyPr wrap="none" lIns="0" rIns="0" rtlCol="0">
              <a:spAutoFit/>
            </a:bodyPr>
            <a:lstStyle/>
            <a:p>
              <a:pPr algn="l"/>
              <a:r>
                <a:rPr lang="en-US" dirty="0"/>
                <a:t>    </a:t>
              </a:r>
            </a:p>
          </p:txBody>
        </p:sp>
        <p:sp>
          <p:nvSpPr>
            <p:cNvPr id="41" name="TextBox 40">
              <a:extLst>
                <a:ext uri="{FF2B5EF4-FFF2-40B4-BE49-F238E27FC236}">
                  <a16:creationId xmlns:a16="http://schemas.microsoft.com/office/drawing/2014/main" id="{DD5AB6D3-1E05-8288-F20B-E93126BC1F8F}"/>
                </a:ext>
              </a:extLst>
            </p:cNvPr>
            <p:cNvSpPr txBox="1"/>
            <p:nvPr/>
          </p:nvSpPr>
          <p:spPr>
            <a:xfrm>
              <a:off x="3319686" y="2029275"/>
              <a:ext cx="243656" cy="369332"/>
            </a:xfrm>
            <a:prstGeom prst="rect">
              <a:avLst/>
            </a:prstGeom>
            <a:noFill/>
          </p:spPr>
          <p:txBody>
            <a:bodyPr wrap="none" lIns="0" rIns="0" rtlCol="0">
              <a:spAutoFit/>
            </a:bodyPr>
            <a:lstStyle/>
            <a:p>
              <a:pPr algn="l"/>
              <a:r>
                <a:rPr lang="en-US" dirty="0"/>
                <a:t>    </a:t>
              </a:r>
            </a:p>
          </p:txBody>
        </p:sp>
      </p:grpSp>
      <p:grpSp>
        <p:nvGrpSpPr>
          <p:cNvPr id="45" name="Group 44">
            <a:extLst>
              <a:ext uri="{FF2B5EF4-FFF2-40B4-BE49-F238E27FC236}">
                <a16:creationId xmlns:a16="http://schemas.microsoft.com/office/drawing/2014/main" id="{EFF32C49-849C-7B5A-7D76-EB2764093D77}"/>
              </a:ext>
            </a:extLst>
          </p:cNvPr>
          <p:cNvGrpSpPr/>
          <p:nvPr/>
        </p:nvGrpSpPr>
        <p:grpSpPr>
          <a:xfrm>
            <a:off x="1999817" y="3967907"/>
            <a:ext cx="2083642" cy="566426"/>
            <a:chOff x="1479700" y="4320245"/>
            <a:chExt cx="2083642" cy="566426"/>
          </a:xfrm>
        </p:grpSpPr>
        <p:grpSp>
          <p:nvGrpSpPr>
            <p:cNvPr id="36" name="Group 35">
              <a:extLst>
                <a:ext uri="{FF2B5EF4-FFF2-40B4-BE49-F238E27FC236}">
                  <a16:creationId xmlns:a16="http://schemas.microsoft.com/office/drawing/2014/main" id="{01727F0E-513A-7ED1-2989-90F876E740B4}"/>
                </a:ext>
              </a:extLst>
            </p:cNvPr>
            <p:cNvGrpSpPr/>
            <p:nvPr/>
          </p:nvGrpSpPr>
          <p:grpSpPr>
            <a:xfrm>
              <a:off x="1479700" y="4320245"/>
              <a:ext cx="2069900" cy="566426"/>
              <a:chOff x="1479700" y="4320245"/>
              <a:chExt cx="2069900" cy="566426"/>
            </a:xfrm>
          </p:grpSpPr>
          <p:sp>
            <p:nvSpPr>
              <p:cNvPr id="11" name="Rectangle 10">
                <a:extLst>
                  <a:ext uri="{FF2B5EF4-FFF2-40B4-BE49-F238E27FC236}">
                    <a16:creationId xmlns:a16="http://schemas.microsoft.com/office/drawing/2014/main" id="{FB2EFCFD-A2E7-546D-0A1B-4DA2B32D02C5}"/>
                  </a:ext>
                </a:extLst>
              </p:cNvPr>
              <p:cNvSpPr/>
              <p:nvPr/>
            </p:nvSpPr>
            <p:spPr>
              <a:xfrm>
                <a:off x="1484308" y="4320245"/>
                <a:ext cx="2065292" cy="566426"/>
              </a:xfrm>
              <a:prstGeom prst="rect">
                <a:avLst/>
              </a:prstGeom>
              <a:solidFill>
                <a:schemeClr val="bg1"/>
              </a:solidFill>
              <a:ln w="28575">
                <a:solidFill>
                  <a:schemeClr val="tx1">
                    <a:lumMod val="50000"/>
                  </a:schemeClr>
                </a:solidFill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144000" tIns="144000" rIns="144000" bIns="144000" anchor="ctr"/>
              <a:lstStyle/>
              <a:p>
                <a:r>
                  <a:rPr lang="en-GB" sz="3200" baseline="-9000" dirty="0">
                    <a:solidFill>
                      <a:schemeClr val="bg2">
                        <a:lumMod val="40000"/>
                        <a:lumOff val="60000"/>
                      </a:schemeClr>
                    </a:solidFill>
                    <a:effectLst>
                      <a:glow>
                        <a:schemeClr val="bg1"/>
                      </a:glow>
                    </a:effectLst>
                  </a:rPr>
                  <a:t>🎬 </a:t>
                </a:r>
                <a:r>
                  <a:rPr lang="en-GB" sz="2400" dirty="0">
                    <a:solidFill>
                      <a:schemeClr val="tx1"/>
                    </a:solidFill>
                    <a:effectLst>
                      <a:glow>
                        <a:schemeClr val="bg1"/>
                      </a:glow>
                    </a:effectLst>
                    <a:latin typeface="+mj-lt"/>
                    <a:cs typeface="Arial" panose="020B0604020202020204" pitchFamily="34" charset="0"/>
                  </a:rPr>
                  <a:t>Relay</a:t>
                </a:r>
              </a:p>
            </p:txBody>
          </p:sp>
          <p:sp>
            <p:nvSpPr>
              <p:cNvPr id="34" name="TextBox 33">
                <a:extLst>
                  <a:ext uri="{FF2B5EF4-FFF2-40B4-BE49-F238E27FC236}">
                    <a16:creationId xmlns:a16="http://schemas.microsoft.com/office/drawing/2014/main" id="{853228D8-888B-384F-AB37-8492498DBBD4}"/>
                  </a:ext>
                </a:extLst>
              </p:cNvPr>
              <p:cNvSpPr txBox="1"/>
              <p:nvPr/>
            </p:nvSpPr>
            <p:spPr>
              <a:xfrm>
                <a:off x="1479700" y="4339071"/>
                <a:ext cx="243656" cy="369332"/>
              </a:xfrm>
              <a:prstGeom prst="rect">
                <a:avLst/>
              </a:prstGeom>
              <a:noFill/>
            </p:spPr>
            <p:txBody>
              <a:bodyPr wrap="none" lIns="0" rIns="0" rtlCol="0">
                <a:spAutoFit/>
              </a:bodyPr>
              <a:lstStyle/>
              <a:p>
                <a:pPr algn="l"/>
                <a:r>
                  <a:rPr lang="en-US" dirty="0"/>
                  <a:t>    </a:t>
                </a:r>
              </a:p>
            </p:txBody>
          </p:sp>
          <p:sp>
            <p:nvSpPr>
              <p:cNvPr id="35" name="TextBox 34">
                <a:extLst>
                  <a:ext uri="{FF2B5EF4-FFF2-40B4-BE49-F238E27FC236}">
                    <a16:creationId xmlns:a16="http://schemas.microsoft.com/office/drawing/2014/main" id="{1AAC88D2-5E55-8D97-EDA4-F60063CEA235}"/>
                  </a:ext>
                </a:extLst>
              </p:cNvPr>
              <p:cNvSpPr txBox="1"/>
              <p:nvPr/>
            </p:nvSpPr>
            <p:spPr>
              <a:xfrm>
                <a:off x="1481098" y="4508249"/>
                <a:ext cx="243656" cy="369332"/>
              </a:xfrm>
              <a:prstGeom prst="rect">
                <a:avLst/>
              </a:prstGeom>
              <a:noFill/>
            </p:spPr>
            <p:txBody>
              <a:bodyPr wrap="none" lIns="0" rIns="0" rtlCol="0">
                <a:spAutoFit/>
              </a:bodyPr>
              <a:lstStyle/>
              <a:p>
                <a:pPr algn="l"/>
                <a:r>
                  <a:rPr lang="en-US" dirty="0"/>
                  <a:t>    </a:t>
                </a:r>
              </a:p>
            </p:txBody>
          </p:sp>
        </p:grpSp>
        <p:sp>
          <p:nvSpPr>
            <p:cNvPr id="43" name="TextBox 42">
              <a:extLst>
                <a:ext uri="{FF2B5EF4-FFF2-40B4-BE49-F238E27FC236}">
                  <a16:creationId xmlns:a16="http://schemas.microsoft.com/office/drawing/2014/main" id="{6BBB1CEC-3D95-0BDA-FE92-AB879F73107D}"/>
                </a:ext>
              </a:extLst>
            </p:cNvPr>
            <p:cNvSpPr txBox="1"/>
            <p:nvPr/>
          </p:nvSpPr>
          <p:spPr>
            <a:xfrm>
              <a:off x="3318288" y="4334852"/>
              <a:ext cx="243656" cy="369332"/>
            </a:xfrm>
            <a:prstGeom prst="rect">
              <a:avLst/>
            </a:prstGeom>
            <a:noFill/>
          </p:spPr>
          <p:txBody>
            <a:bodyPr wrap="none" lIns="0" rIns="0" rtlCol="0">
              <a:spAutoFit/>
            </a:bodyPr>
            <a:lstStyle/>
            <a:p>
              <a:pPr algn="l"/>
              <a:r>
                <a:rPr lang="en-US" dirty="0"/>
                <a:t>    </a:t>
              </a:r>
            </a:p>
          </p:txBody>
        </p:sp>
        <p:sp>
          <p:nvSpPr>
            <p:cNvPr id="44" name="TextBox 43">
              <a:extLst>
                <a:ext uri="{FF2B5EF4-FFF2-40B4-BE49-F238E27FC236}">
                  <a16:creationId xmlns:a16="http://schemas.microsoft.com/office/drawing/2014/main" id="{B5A6F228-50A0-887C-AEB2-1E8D04616302}"/>
                </a:ext>
              </a:extLst>
            </p:cNvPr>
            <p:cNvSpPr txBox="1"/>
            <p:nvPr/>
          </p:nvSpPr>
          <p:spPr>
            <a:xfrm>
              <a:off x="3319686" y="4512419"/>
              <a:ext cx="243656" cy="369332"/>
            </a:xfrm>
            <a:prstGeom prst="rect">
              <a:avLst/>
            </a:prstGeom>
            <a:noFill/>
          </p:spPr>
          <p:txBody>
            <a:bodyPr wrap="none" lIns="0" rIns="0" rtlCol="0">
              <a:spAutoFit/>
            </a:bodyPr>
            <a:lstStyle/>
            <a:p>
              <a:pPr algn="l"/>
              <a:r>
                <a:rPr lang="en-US" dirty="0"/>
                <a:t>    </a:t>
              </a:r>
            </a:p>
          </p:txBody>
        </p:sp>
      </p:grpSp>
      <p:sp>
        <p:nvSpPr>
          <p:cNvPr id="8" name="Rectangle 7">
            <a:extLst>
              <a:ext uri="{FF2B5EF4-FFF2-40B4-BE49-F238E27FC236}">
                <a16:creationId xmlns:a16="http://schemas.microsoft.com/office/drawing/2014/main" id="{FEEE6FF6-1096-02AE-8A08-0659CF9A29B1}"/>
              </a:ext>
            </a:extLst>
          </p:cNvPr>
          <p:cNvSpPr/>
          <p:nvPr/>
        </p:nvSpPr>
        <p:spPr>
          <a:xfrm>
            <a:off x="1999817" y="4899021"/>
            <a:ext cx="2065292" cy="566426"/>
          </a:xfrm>
          <a:prstGeom prst="rect">
            <a:avLst/>
          </a:prstGeom>
          <a:solidFill>
            <a:schemeClr val="bg1"/>
          </a:solidFill>
          <a:ln w="28575">
            <a:solidFill>
              <a:schemeClr val="tx1">
                <a:lumMod val="50000"/>
              </a:schemeClr>
            </a:solidFill>
            <a:prstDash val="soli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44000" tIns="144000" rIns="144000" bIns="144000" anchor="ctr"/>
          <a:lstStyle/>
          <a:p>
            <a:r>
              <a:rPr lang="en-GB" sz="3200" baseline="-9000" dirty="0">
                <a:solidFill>
                  <a:schemeClr val="bg2">
                    <a:lumMod val="40000"/>
                    <a:lumOff val="60000"/>
                  </a:schemeClr>
                </a:solidFill>
                <a:effectLst>
                  <a:glow>
                    <a:schemeClr val="bg1"/>
                  </a:glow>
                </a:effectLst>
              </a:rPr>
              <a:t>🔌 </a:t>
            </a:r>
            <a:r>
              <a:rPr lang="en-GB" sz="2400" dirty="0">
                <a:solidFill>
                  <a:schemeClr val="tx1"/>
                </a:solidFill>
                <a:effectLst>
                  <a:glow>
                    <a:schemeClr val="bg1"/>
                  </a:glow>
                </a:effectLst>
                <a:latin typeface="+mj-lt"/>
                <a:cs typeface="Arial" panose="020B0604020202020204" pitchFamily="34" charset="0"/>
              </a:rPr>
              <a:t>Pluggable</a:t>
            </a:r>
          </a:p>
        </p:txBody>
      </p:sp>
      <p:cxnSp>
        <p:nvCxnSpPr>
          <p:cNvPr id="49" name="Straight Arrow Connector 44">
            <a:extLst>
              <a:ext uri="{FF2B5EF4-FFF2-40B4-BE49-F238E27FC236}">
                <a16:creationId xmlns:a16="http://schemas.microsoft.com/office/drawing/2014/main" id="{C97AB908-EC36-9CA3-FD97-7C5F69CBAAAD}"/>
              </a:ext>
            </a:extLst>
          </p:cNvPr>
          <p:cNvCxnSpPr>
            <a:cxnSpLocks/>
            <a:stCxn id="24" idx="1"/>
            <a:endCxn id="30" idx="1"/>
          </p:cNvCxnSpPr>
          <p:nvPr/>
        </p:nvCxnSpPr>
        <p:spPr>
          <a:xfrm rot="10800000" flipV="1">
            <a:off x="1998506" y="2455824"/>
            <a:ext cx="2709" cy="783288"/>
          </a:xfrm>
          <a:prstGeom prst="bentConnector3">
            <a:avLst>
              <a:gd name="adj1" fmla="val 8538538"/>
            </a:avLst>
          </a:prstGeom>
          <a:ln>
            <a:solidFill>
              <a:schemeClr val="tx1"/>
            </a:solidFill>
            <a:prstDash val="solid"/>
            <a:tailEnd type="triangle" w="lg" len="lg"/>
          </a:ln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cxnSp>
        <p:nvCxnSpPr>
          <p:cNvPr id="53" name="Straight Arrow Connector 44">
            <a:extLst>
              <a:ext uri="{FF2B5EF4-FFF2-40B4-BE49-F238E27FC236}">
                <a16:creationId xmlns:a16="http://schemas.microsoft.com/office/drawing/2014/main" id="{286A2E60-E830-552B-A754-218A54B7D246}"/>
              </a:ext>
            </a:extLst>
          </p:cNvPr>
          <p:cNvCxnSpPr>
            <a:cxnSpLocks/>
            <a:stCxn id="31" idx="1"/>
            <a:endCxn id="34" idx="1"/>
          </p:cNvCxnSpPr>
          <p:nvPr/>
        </p:nvCxnSpPr>
        <p:spPr>
          <a:xfrm rot="10800000" flipH="1" flipV="1">
            <a:off x="1991513" y="3408289"/>
            <a:ext cx="8303" cy="763109"/>
          </a:xfrm>
          <a:prstGeom prst="bentConnector3">
            <a:avLst>
              <a:gd name="adj1" fmla="val -2753222"/>
            </a:avLst>
          </a:prstGeom>
          <a:ln>
            <a:solidFill>
              <a:schemeClr val="tx1"/>
            </a:solidFill>
            <a:prstDash val="solid"/>
            <a:tailEnd type="triangle" w="lg" len="lg"/>
          </a:ln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cxnSp>
        <p:nvCxnSpPr>
          <p:cNvPr id="57" name="Straight Arrow Connector 44">
            <a:extLst>
              <a:ext uri="{FF2B5EF4-FFF2-40B4-BE49-F238E27FC236}">
                <a16:creationId xmlns:a16="http://schemas.microsoft.com/office/drawing/2014/main" id="{70241A73-9077-0D7D-16A1-B04B174243AB}"/>
              </a:ext>
            </a:extLst>
          </p:cNvPr>
          <p:cNvCxnSpPr>
            <a:cxnSpLocks/>
            <a:stCxn id="35" idx="1"/>
            <a:endCxn id="8" idx="1"/>
          </p:cNvCxnSpPr>
          <p:nvPr/>
        </p:nvCxnSpPr>
        <p:spPr>
          <a:xfrm rot="10800000" flipV="1">
            <a:off x="1999817" y="4340576"/>
            <a:ext cx="1398" cy="841657"/>
          </a:xfrm>
          <a:prstGeom prst="bentConnector3">
            <a:avLst>
              <a:gd name="adj1" fmla="val 16451931"/>
            </a:avLst>
          </a:prstGeom>
          <a:ln>
            <a:solidFill>
              <a:schemeClr val="tx1"/>
            </a:solidFill>
            <a:prstDash val="solid"/>
            <a:tailEnd type="triangle" w="lg" len="lg"/>
          </a:ln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cxnSp>
        <p:nvCxnSpPr>
          <p:cNvPr id="61" name="Straight Arrow Connector 44">
            <a:extLst>
              <a:ext uri="{FF2B5EF4-FFF2-40B4-BE49-F238E27FC236}">
                <a16:creationId xmlns:a16="http://schemas.microsoft.com/office/drawing/2014/main" id="{C7699A61-4960-A252-B2A6-B4CBE94997CB}"/>
              </a:ext>
            </a:extLst>
          </p:cNvPr>
          <p:cNvCxnSpPr>
            <a:cxnSpLocks/>
            <a:stCxn id="66" idx="3"/>
            <a:endCxn id="13" idx="3"/>
          </p:cNvCxnSpPr>
          <p:nvPr/>
        </p:nvCxnSpPr>
        <p:spPr>
          <a:xfrm flipH="1" flipV="1">
            <a:off x="4077278" y="516728"/>
            <a:ext cx="3373" cy="847687"/>
          </a:xfrm>
          <a:prstGeom prst="bentConnector3">
            <a:avLst>
              <a:gd name="adj1" fmla="val -6777350"/>
            </a:avLst>
          </a:prstGeom>
          <a:ln>
            <a:solidFill>
              <a:schemeClr val="tx1"/>
            </a:solidFill>
            <a:prstDash val="solid"/>
            <a:tailEnd type="triangle" w="lg" len="lg"/>
          </a:ln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cxnSp>
        <p:nvCxnSpPr>
          <p:cNvPr id="64" name="Straight Arrow Connector 44">
            <a:extLst>
              <a:ext uri="{FF2B5EF4-FFF2-40B4-BE49-F238E27FC236}">
                <a16:creationId xmlns:a16="http://schemas.microsoft.com/office/drawing/2014/main" id="{30F761CC-41FE-4836-A26B-C6BDD67E5D87}"/>
              </a:ext>
            </a:extLst>
          </p:cNvPr>
          <p:cNvCxnSpPr>
            <a:cxnSpLocks/>
            <a:stCxn id="40" idx="3"/>
            <a:endCxn id="67" idx="3"/>
          </p:cNvCxnSpPr>
          <p:nvPr/>
        </p:nvCxnSpPr>
        <p:spPr>
          <a:xfrm flipH="1" flipV="1">
            <a:off x="4073660" y="1533593"/>
            <a:ext cx="8401" cy="754451"/>
          </a:xfrm>
          <a:prstGeom prst="bentConnector3">
            <a:avLst>
              <a:gd name="adj1" fmla="val -2721105"/>
            </a:avLst>
          </a:prstGeom>
          <a:ln>
            <a:solidFill>
              <a:schemeClr val="tx1"/>
            </a:solidFill>
            <a:prstDash val="solid"/>
            <a:tailEnd type="triangle" w="lg" len="lg"/>
          </a:ln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sp>
        <p:nvSpPr>
          <p:cNvPr id="66" name="TextBox 65">
            <a:extLst>
              <a:ext uri="{FF2B5EF4-FFF2-40B4-BE49-F238E27FC236}">
                <a16:creationId xmlns:a16="http://schemas.microsoft.com/office/drawing/2014/main" id="{4E5105BF-9CC6-D537-C388-38C349FD17E9}"/>
              </a:ext>
            </a:extLst>
          </p:cNvPr>
          <p:cNvSpPr txBox="1"/>
          <p:nvPr/>
        </p:nvSpPr>
        <p:spPr>
          <a:xfrm>
            <a:off x="3836995" y="1179749"/>
            <a:ext cx="243656" cy="369332"/>
          </a:xfrm>
          <a:prstGeom prst="rect">
            <a:avLst/>
          </a:prstGeom>
          <a:noFill/>
        </p:spPr>
        <p:txBody>
          <a:bodyPr wrap="none" lIns="0" rIns="0" rtlCol="0">
            <a:spAutoFit/>
          </a:bodyPr>
          <a:lstStyle/>
          <a:p>
            <a:pPr algn="l"/>
            <a:r>
              <a:rPr lang="en-US" dirty="0"/>
              <a:t>    </a:t>
            </a:r>
          </a:p>
        </p:txBody>
      </p:sp>
      <p:sp>
        <p:nvSpPr>
          <p:cNvPr id="67" name="TextBox 66">
            <a:extLst>
              <a:ext uri="{FF2B5EF4-FFF2-40B4-BE49-F238E27FC236}">
                <a16:creationId xmlns:a16="http://schemas.microsoft.com/office/drawing/2014/main" id="{605894C6-7F74-5B2E-B0AB-84475458114A}"/>
              </a:ext>
            </a:extLst>
          </p:cNvPr>
          <p:cNvSpPr txBox="1"/>
          <p:nvPr/>
        </p:nvSpPr>
        <p:spPr>
          <a:xfrm>
            <a:off x="3830004" y="1348927"/>
            <a:ext cx="243656" cy="369332"/>
          </a:xfrm>
          <a:prstGeom prst="rect">
            <a:avLst/>
          </a:prstGeom>
          <a:noFill/>
        </p:spPr>
        <p:txBody>
          <a:bodyPr wrap="none" lIns="0" rIns="0" rtlCol="0">
            <a:spAutoFit/>
          </a:bodyPr>
          <a:lstStyle/>
          <a:p>
            <a:pPr algn="l"/>
            <a:r>
              <a:rPr lang="en-US" dirty="0"/>
              <a:t>    </a:t>
            </a:r>
          </a:p>
        </p:txBody>
      </p:sp>
      <p:cxnSp>
        <p:nvCxnSpPr>
          <p:cNvPr id="70" name="Straight Arrow Connector 44">
            <a:extLst>
              <a:ext uri="{FF2B5EF4-FFF2-40B4-BE49-F238E27FC236}">
                <a16:creationId xmlns:a16="http://schemas.microsoft.com/office/drawing/2014/main" id="{A7DB0789-B52F-492F-B0C2-152064C2391D}"/>
              </a:ext>
            </a:extLst>
          </p:cNvPr>
          <p:cNvCxnSpPr>
            <a:cxnSpLocks/>
            <a:stCxn id="37" idx="3"/>
            <a:endCxn id="41" idx="3"/>
          </p:cNvCxnSpPr>
          <p:nvPr/>
        </p:nvCxnSpPr>
        <p:spPr>
          <a:xfrm flipV="1">
            <a:off x="4081888" y="2457222"/>
            <a:ext cx="1571" cy="783366"/>
          </a:xfrm>
          <a:prstGeom prst="bentConnector3">
            <a:avLst>
              <a:gd name="adj1" fmla="val 14651241"/>
            </a:avLst>
          </a:prstGeom>
          <a:ln>
            <a:solidFill>
              <a:schemeClr val="tx1"/>
            </a:solidFill>
            <a:prstDash val="solid"/>
            <a:tailEnd type="triangle" w="lg" len="lg"/>
          </a:ln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cxnSp>
        <p:nvCxnSpPr>
          <p:cNvPr id="74" name="Straight Arrow Connector 44">
            <a:extLst>
              <a:ext uri="{FF2B5EF4-FFF2-40B4-BE49-F238E27FC236}">
                <a16:creationId xmlns:a16="http://schemas.microsoft.com/office/drawing/2014/main" id="{E3FFA7B8-F056-0B61-3115-60385C780BF3}"/>
              </a:ext>
            </a:extLst>
          </p:cNvPr>
          <p:cNvCxnSpPr>
            <a:cxnSpLocks/>
            <a:stCxn id="43" idx="3"/>
            <a:endCxn id="38" idx="3"/>
          </p:cNvCxnSpPr>
          <p:nvPr/>
        </p:nvCxnSpPr>
        <p:spPr>
          <a:xfrm flipV="1">
            <a:off x="4082061" y="3409766"/>
            <a:ext cx="1225" cy="757414"/>
          </a:xfrm>
          <a:prstGeom prst="bentConnector3">
            <a:avLst>
              <a:gd name="adj1" fmla="val 18761224"/>
            </a:avLst>
          </a:prstGeom>
          <a:ln>
            <a:solidFill>
              <a:schemeClr val="tx1"/>
            </a:solidFill>
            <a:prstDash val="solid"/>
            <a:tailEnd type="triangle" w="lg" len="lg"/>
          </a:ln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cxnSp>
        <p:nvCxnSpPr>
          <p:cNvPr id="78" name="Straight Arrow Connector 44">
            <a:extLst>
              <a:ext uri="{FF2B5EF4-FFF2-40B4-BE49-F238E27FC236}">
                <a16:creationId xmlns:a16="http://schemas.microsoft.com/office/drawing/2014/main" id="{09727FAA-793D-4704-53E9-C0482BFD21C9}"/>
              </a:ext>
            </a:extLst>
          </p:cNvPr>
          <p:cNvCxnSpPr>
            <a:cxnSpLocks/>
            <a:stCxn id="8" idx="3"/>
            <a:endCxn id="44" idx="3"/>
          </p:cNvCxnSpPr>
          <p:nvPr/>
        </p:nvCxnSpPr>
        <p:spPr>
          <a:xfrm flipV="1">
            <a:off x="4065109" y="4344747"/>
            <a:ext cx="18350" cy="837487"/>
          </a:xfrm>
          <a:prstGeom prst="bentConnector3">
            <a:avLst>
              <a:gd name="adj1" fmla="val 1345777"/>
            </a:avLst>
          </a:prstGeom>
          <a:ln>
            <a:solidFill>
              <a:schemeClr val="tx1"/>
            </a:solidFill>
            <a:prstDash val="solid"/>
            <a:tailEnd type="triangle" w="lg" len="lg"/>
          </a:ln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sp>
        <p:nvSpPr>
          <p:cNvPr id="82" name="Content Placeholder 2">
            <a:extLst>
              <a:ext uri="{FF2B5EF4-FFF2-40B4-BE49-F238E27FC236}">
                <a16:creationId xmlns:a16="http://schemas.microsoft.com/office/drawing/2014/main" id="{666690F3-658D-65B0-F193-3F37E1FDC2D9}"/>
              </a:ext>
            </a:extLst>
          </p:cNvPr>
          <p:cNvSpPr txBox="1">
            <a:spLocks/>
          </p:cNvSpPr>
          <p:nvPr/>
        </p:nvSpPr>
        <p:spPr>
          <a:xfrm>
            <a:off x="9944" y="1078928"/>
            <a:ext cx="1759216" cy="954107"/>
          </a:xfrm>
          <a:prstGeom prst="rect">
            <a:avLst/>
          </a:prstGeom>
        </p:spPr>
        <p:txBody>
          <a:bodyPr wrap="square">
            <a:sp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0"/>
              </a:spcBef>
              <a:spcAft>
                <a:spcPts val="1200"/>
              </a:spcAft>
              <a:buSzPct val="90000"/>
              <a:buFont typeface="Amazon Ember" panose="020B0603020204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-228600" algn="l" defTabSz="914400" rtl="0" eaLnBrk="1" latinLnBrk="0" hangingPunct="1">
              <a:lnSpc>
                <a:spcPct val="90000"/>
              </a:lnSpc>
              <a:spcBef>
                <a:spcPts val="0"/>
              </a:spcBef>
              <a:spcAft>
                <a:spcPts val="1200"/>
              </a:spcAft>
              <a:buSzPct val="90000"/>
              <a:buFont typeface="Wingdings" panose="05000000000000000000" pitchFamily="2" charset="2"/>
              <a:buChar char="§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5800" indent="-228600" algn="l" defTabSz="914400" rtl="0" eaLnBrk="1" latinLnBrk="0" hangingPunct="1">
              <a:lnSpc>
                <a:spcPct val="90000"/>
              </a:lnSpc>
              <a:spcBef>
                <a:spcPts val="0"/>
              </a:spcBef>
              <a:spcAft>
                <a:spcPts val="1200"/>
              </a:spcAft>
              <a:buSzPct val="90000"/>
              <a:buFont typeface="Amazon Ember" panose="020B0603020204020204" pitchFamily="34" charset="0"/>
              <a:buChar char="–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4400" indent="-228600" algn="l" defTabSz="914400" rtl="0" eaLnBrk="1" latinLnBrk="0" hangingPunct="1">
              <a:lnSpc>
                <a:spcPct val="90000"/>
              </a:lnSpc>
              <a:spcBef>
                <a:spcPts val="0"/>
              </a:spcBef>
              <a:spcAft>
                <a:spcPts val="1200"/>
              </a:spcAft>
              <a:buFont typeface="Amazon Ember" panose="020B0603020204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143000" indent="-228600" algn="l" defTabSz="914400" rtl="0" eaLnBrk="1" latinLnBrk="0" hangingPunct="1">
              <a:lnSpc>
                <a:spcPct val="90000"/>
              </a:lnSpc>
              <a:spcBef>
                <a:spcPts val="0"/>
              </a:spcBef>
              <a:spcAft>
                <a:spcPts val="1200"/>
              </a:spcAft>
              <a:buFont typeface="Amazon Ember" panose="020B0603020204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mazon Ember" panose="020B0603020204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mazon Ember" panose="020B0603020204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mazon Ember" panose="020B0603020204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mazon Ember" panose="020B0603020204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r">
              <a:lnSpc>
                <a:spcPct val="100000"/>
              </a:lnSpc>
              <a:spcAft>
                <a:spcPts val="600"/>
              </a:spcAft>
              <a:buNone/>
            </a:pPr>
            <a:r>
              <a:rPr lang="en-US" sz="1400" i="1" dirty="0">
                <a:solidFill>
                  <a:schemeClr val="bg2">
                    <a:lumMod val="40000"/>
                    <a:lumOff val="60000"/>
                  </a:schemeClr>
                </a:solidFill>
                <a:effectLst>
                  <a:glow>
                    <a:schemeClr val="bg1"/>
                  </a:glow>
                </a:effectLst>
              </a:rPr>
              <a:t>encrypt command with relay’s public key, and send via secure WebSocket</a:t>
            </a:r>
          </a:p>
        </p:txBody>
      </p:sp>
      <p:sp>
        <p:nvSpPr>
          <p:cNvPr id="83" name="Content Placeholder 2">
            <a:extLst>
              <a:ext uri="{FF2B5EF4-FFF2-40B4-BE49-F238E27FC236}">
                <a16:creationId xmlns:a16="http://schemas.microsoft.com/office/drawing/2014/main" id="{BF4ADE66-D2B6-1A3D-85D6-46C3D72A515B}"/>
              </a:ext>
            </a:extLst>
          </p:cNvPr>
          <p:cNvSpPr txBox="1">
            <a:spLocks/>
          </p:cNvSpPr>
          <p:nvPr/>
        </p:nvSpPr>
        <p:spPr>
          <a:xfrm>
            <a:off x="152924" y="3955900"/>
            <a:ext cx="1598770" cy="738664"/>
          </a:xfrm>
          <a:prstGeom prst="rect">
            <a:avLst/>
          </a:prstGeom>
        </p:spPr>
        <p:txBody>
          <a:bodyPr wrap="square">
            <a:spAutoFit/>
          </a:bodyPr>
          <a:lstStyle>
            <a:defPPr>
              <a:defRPr lang="en-US"/>
            </a:defPPr>
            <a:lvl1pPr indent="0"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SzPct val="90000"/>
              <a:buFont typeface="Amazon Ember" panose="020B0603020204020204" pitchFamily="34" charset="0"/>
              <a:buNone/>
              <a:defRPr sz="1400" i="1">
                <a:solidFill>
                  <a:schemeClr val="bg2">
                    <a:lumMod val="40000"/>
                    <a:lumOff val="60000"/>
                  </a:schemeClr>
                </a:solidFill>
                <a:effectLst>
                  <a:glow>
                    <a:schemeClr val="bg1"/>
                  </a:glow>
                </a:effectLst>
              </a:defRPr>
            </a:lvl1pPr>
            <a:lvl2pPr indent="-228600">
              <a:lnSpc>
                <a:spcPct val="90000"/>
              </a:lnSpc>
              <a:spcBef>
                <a:spcPts val="0"/>
              </a:spcBef>
              <a:spcAft>
                <a:spcPts val="1200"/>
              </a:spcAft>
              <a:buSzPct val="90000"/>
              <a:buFont typeface="Wingdings" panose="05000000000000000000" pitchFamily="2" charset="2"/>
              <a:buChar char="§"/>
              <a:defRPr sz="2400"/>
            </a:lvl2pPr>
            <a:lvl3pPr marL="685800" indent="-228600">
              <a:lnSpc>
                <a:spcPct val="90000"/>
              </a:lnSpc>
              <a:spcBef>
                <a:spcPts val="0"/>
              </a:spcBef>
              <a:spcAft>
                <a:spcPts val="1200"/>
              </a:spcAft>
              <a:buSzPct val="90000"/>
              <a:buFont typeface="Amazon Ember" panose="020B0603020204020204" pitchFamily="34" charset="0"/>
              <a:buChar char="–"/>
              <a:defRPr sz="2000"/>
            </a:lvl3pPr>
            <a:lvl4pPr marL="914400" indent="-228600">
              <a:lnSpc>
                <a:spcPct val="90000"/>
              </a:lnSpc>
              <a:spcBef>
                <a:spcPts val="0"/>
              </a:spcBef>
              <a:spcAft>
                <a:spcPts val="1200"/>
              </a:spcAft>
              <a:buFont typeface="Amazon Ember" panose="020B0603020204020204" pitchFamily="34" charset="0"/>
              <a:buChar char="•"/>
            </a:lvl4pPr>
            <a:lvl5pPr marL="1143000" indent="-228600">
              <a:lnSpc>
                <a:spcPct val="90000"/>
              </a:lnSpc>
              <a:spcBef>
                <a:spcPts val="0"/>
              </a:spcBef>
              <a:spcAft>
                <a:spcPts val="1200"/>
              </a:spcAft>
              <a:buFont typeface="Amazon Ember" panose="020B0603020204020204" pitchFamily="34" charset="0"/>
              <a:buChar char="•"/>
            </a:lvl5pPr>
            <a:lvl6pPr marL="2514600" indent="-228600">
              <a:lnSpc>
                <a:spcPct val="90000"/>
              </a:lnSpc>
              <a:spcBef>
                <a:spcPts val="500"/>
              </a:spcBef>
              <a:buFont typeface="Amazon Ember" panose="020B0603020204020204" pitchFamily="34" charset="0"/>
              <a:buChar char="•"/>
            </a:lvl6pPr>
            <a:lvl7pPr marL="2971800" indent="-228600">
              <a:lnSpc>
                <a:spcPct val="90000"/>
              </a:lnSpc>
              <a:spcBef>
                <a:spcPts val="500"/>
              </a:spcBef>
              <a:buFont typeface="Amazon Ember" panose="020B0603020204020204" pitchFamily="34" charset="0"/>
              <a:buChar char="•"/>
            </a:lvl7pPr>
            <a:lvl8pPr marL="3429000" indent="-228600">
              <a:lnSpc>
                <a:spcPct val="90000"/>
              </a:lnSpc>
              <a:spcBef>
                <a:spcPts val="500"/>
              </a:spcBef>
              <a:buFont typeface="Amazon Ember" panose="020B0603020204020204" pitchFamily="34" charset="0"/>
              <a:buChar char="•"/>
            </a:lvl8pPr>
            <a:lvl9pPr marL="3886200" indent="-228600">
              <a:lnSpc>
                <a:spcPct val="90000"/>
              </a:lnSpc>
              <a:spcBef>
                <a:spcPts val="500"/>
              </a:spcBef>
              <a:buFont typeface="Amazon Ember" panose="020B0603020204020204" pitchFamily="34" charset="0"/>
              <a:buChar char="•"/>
            </a:lvl9pPr>
          </a:lstStyle>
          <a:p>
            <a:r>
              <a:rPr lang="en-US" dirty="0"/>
              <a:t>decrypt command with relay’s private key</a:t>
            </a:r>
          </a:p>
        </p:txBody>
      </p:sp>
      <p:sp>
        <p:nvSpPr>
          <p:cNvPr id="84" name="Content Placeholder 2">
            <a:extLst>
              <a:ext uri="{FF2B5EF4-FFF2-40B4-BE49-F238E27FC236}">
                <a16:creationId xmlns:a16="http://schemas.microsoft.com/office/drawing/2014/main" id="{626431DF-43E3-781D-7254-48AFB79C0619}"/>
              </a:ext>
            </a:extLst>
          </p:cNvPr>
          <p:cNvSpPr txBox="1">
            <a:spLocks/>
          </p:cNvSpPr>
          <p:nvPr/>
        </p:nvSpPr>
        <p:spPr>
          <a:xfrm>
            <a:off x="144309" y="3054446"/>
            <a:ext cx="1598770" cy="738664"/>
          </a:xfrm>
          <a:prstGeom prst="rect">
            <a:avLst/>
          </a:prstGeom>
        </p:spPr>
        <p:txBody>
          <a:bodyPr wrap="square">
            <a:spAutoFit/>
          </a:bodyPr>
          <a:lstStyle>
            <a:defPPr>
              <a:defRPr lang="en-US"/>
            </a:defPPr>
            <a:lvl1pPr indent="0"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SzPct val="90000"/>
              <a:buFont typeface="Amazon Ember" panose="020B0603020204020204" pitchFamily="34" charset="0"/>
              <a:buNone/>
              <a:defRPr sz="1400" i="1">
                <a:solidFill>
                  <a:schemeClr val="bg2">
                    <a:lumMod val="40000"/>
                    <a:lumOff val="60000"/>
                  </a:schemeClr>
                </a:solidFill>
                <a:effectLst>
                  <a:glow>
                    <a:schemeClr val="bg1"/>
                  </a:glow>
                </a:effectLst>
              </a:defRPr>
            </a:lvl1pPr>
            <a:lvl2pPr indent="-228600">
              <a:lnSpc>
                <a:spcPct val="90000"/>
              </a:lnSpc>
              <a:spcBef>
                <a:spcPts val="0"/>
              </a:spcBef>
              <a:spcAft>
                <a:spcPts val="1200"/>
              </a:spcAft>
              <a:buSzPct val="90000"/>
              <a:buFont typeface="Wingdings" panose="05000000000000000000" pitchFamily="2" charset="2"/>
              <a:buChar char="§"/>
              <a:defRPr sz="2400"/>
            </a:lvl2pPr>
            <a:lvl3pPr marL="685800" indent="-228600">
              <a:lnSpc>
                <a:spcPct val="90000"/>
              </a:lnSpc>
              <a:spcBef>
                <a:spcPts val="0"/>
              </a:spcBef>
              <a:spcAft>
                <a:spcPts val="1200"/>
              </a:spcAft>
              <a:buSzPct val="90000"/>
              <a:buFont typeface="Amazon Ember" panose="020B0603020204020204" pitchFamily="34" charset="0"/>
              <a:buChar char="–"/>
              <a:defRPr sz="2000"/>
            </a:lvl3pPr>
            <a:lvl4pPr marL="914400" indent="-228600">
              <a:lnSpc>
                <a:spcPct val="90000"/>
              </a:lnSpc>
              <a:spcBef>
                <a:spcPts val="0"/>
              </a:spcBef>
              <a:spcAft>
                <a:spcPts val="1200"/>
              </a:spcAft>
              <a:buFont typeface="Amazon Ember" panose="020B0603020204020204" pitchFamily="34" charset="0"/>
              <a:buChar char="•"/>
            </a:lvl4pPr>
            <a:lvl5pPr marL="1143000" indent="-228600">
              <a:lnSpc>
                <a:spcPct val="90000"/>
              </a:lnSpc>
              <a:spcBef>
                <a:spcPts val="0"/>
              </a:spcBef>
              <a:spcAft>
                <a:spcPts val="1200"/>
              </a:spcAft>
              <a:buFont typeface="Amazon Ember" panose="020B0603020204020204" pitchFamily="34" charset="0"/>
              <a:buChar char="•"/>
            </a:lvl5pPr>
            <a:lvl6pPr marL="2514600" indent="-228600">
              <a:lnSpc>
                <a:spcPct val="90000"/>
              </a:lnSpc>
              <a:spcBef>
                <a:spcPts val="500"/>
              </a:spcBef>
              <a:buFont typeface="Amazon Ember" panose="020B0603020204020204" pitchFamily="34" charset="0"/>
              <a:buChar char="•"/>
            </a:lvl6pPr>
            <a:lvl7pPr marL="2971800" indent="-228600">
              <a:lnSpc>
                <a:spcPct val="90000"/>
              </a:lnSpc>
              <a:spcBef>
                <a:spcPts val="500"/>
              </a:spcBef>
              <a:buFont typeface="Amazon Ember" panose="020B0603020204020204" pitchFamily="34" charset="0"/>
              <a:buChar char="•"/>
            </a:lvl7pPr>
            <a:lvl8pPr marL="3429000" indent="-228600">
              <a:lnSpc>
                <a:spcPct val="90000"/>
              </a:lnSpc>
              <a:spcBef>
                <a:spcPts val="500"/>
              </a:spcBef>
              <a:buFont typeface="Amazon Ember" panose="020B0603020204020204" pitchFamily="34" charset="0"/>
              <a:buChar char="•"/>
            </a:lvl8pPr>
            <a:lvl9pPr marL="3886200" indent="-228600">
              <a:lnSpc>
                <a:spcPct val="90000"/>
              </a:lnSpc>
              <a:spcBef>
                <a:spcPts val="500"/>
              </a:spcBef>
              <a:buFont typeface="Amazon Ember" panose="020B0603020204020204" pitchFamily="34" charset="0"/>
              <a:buChar char="•"/>
            </a:lvl9pPr>
          </a:lstStyle>
          <a:p>
            <a:r>
              <a:rPr lang="en-US" dirty="0"/>
              <a:t>convert internet requests to LoRaWAN</a:t>
            </a:r>
          </a:p>
        </p:txBody>
      </p:sp>
      <p:sp>
        <p:nvSpPr>
          <p:cNvPr id="85" name="Content Placeholder 2">
            <a:extLst>
              <a:ext uri="{FF2B5EF4-FFF2-40B4-BE49-F238E27FC236}">
                <a16:creationId xmlns:a16="http://schemas.microsoft.com/office/drawing/2014/main" id="{144BFE00-62F2-5148-D974-1E6B5330D956}"/>
              </a:ext>
            </a:extLst>
          </p:cNvPr>
          <p:cNvSpPr txBox="1">
            <a:spLocks/>
          </p:cNvSpPr>
          <p:nvPr/>
        </p:nvSpPr>
        <p:spPr>
          <a:xfrm>
            <a:off x="2012159" y="3635635"/>
            <a:ext cx="2048515" cy="307777"/>
          </a:xfrm>
          <a:prstGeom prst="rect">
            <a:avLst/>
          </a:prstGeom>
        </p:spPr>
        <p:txBody>
          <a:bodyPr wrap="square">
            <a:spAutoFit/>
          </a:bodyPr>
          <a:lstStyle>
            <a:defPPr>
              <a:defRPr lang="en-US"/>
            </a:defPPr>
            <a:lvl1pPr indent="0"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SzPct val="90000"/>
              <a:buFont typeface="Amazon Ember" panose="020B0603020204020204" pitchFamily="34" charset="0"/>
              <a:buNone/>
              <a:defRPr sz="1400" i="1">
                <a:solidFill>
                  <a:schemeClr val="bg2">
                    <a:lumMod val="40000"/>
                    <a:lumOff val="60000"/>
                  </a:schemeClr>
                </a:solidFill>
                <a:effectLst>
                  <a:glow>
                    <a:schemeClr val="bg1"/>
                  </a:glow>
                </a:effectLst>
              </a:defRPr>
            </a:lvl1pPr>
            <a:lvl2pPr indent="-228600">
              <a:lnSpc>
                <a:spcPct val="90000"/>
              </a:lnSpc>
              <a:spcBef>
                <a:spcPts val="0"/>
              </a:spcBef>
              <a:spcAft>
                <a:spcPts val="1200"/>
              </a:spcAft>
              <a:buSzPct val="90000"/>
              <a:buFont typeface="Wingdings" panose="05000000000000000000" pitchFamily="2" charset="2"/>
              <a:buChar char="§"/>
              <a:defRPr sz="2400"/>
            </a:lvl2pPr>
            <a:lvl3pPr marL="685800" indent="-228600">
              <a:lnSpc>
                <a:spcPct val="90000"/>
              </a:lnSpc>
              <a:spcBef>
                <a:spcPts val="0"/>
              </a:spcBef>
              <a:spcAft>
                <a:spcPts val="1200"/>
              </a:spcAft>
              <a:buSzPct val="90000"/>
              <a:buFont typeface="Amazon Ember" panose="020B0603020204020204" pitchFamily="34" charset="0"/>
              <a:buChar char="–"/>
              <a:defRPr sz="2000"/>
            </a:lvl3pPr>
            <a:lvl4pPr marL="914400" indent="-228600">
              <a:lnSpc>
                <a:spcPct val="90000"/>
              </a:lnSpc>
              <a:spcBef>
                <a:spcPts val="0"/>
              </a:spcBef>
              <a:spcAft>
                <a:spcPts val="1200"/>
              </a:spcAft>
              <a:buFont typeface="Amazon Ember" panose="020B0603020204020204" pitchFamily="34" charset="0"/>
              <a:buChar char="•"/>
            </a:lvl4pPr>
            <a:lvl5pPr marL="1143000" indent="-228600">
              <a:lnSpc>
                <a:spcPct val="90000"/>
              </a:lnSpc>
              <a:spcBef>
                <a:spcPts val="0"/>
              </a:spcBef>
              <a:spcAft>
                <a:spcPts val="1200"/>
              </a:spcAft>
              <a:buFont typeface="Amazon Ember" panose="020B0603020204020204" pitchFamily="34" charset="0"/>
              <a:buChar char="•"/>
            </a:lvl5pPr>
            <a:lvl6pPr marL="2514600" indent="-228600">
              <a:lnSpc>
                <a:spcPct val="90000"/>
              </a:lnSpc>
              <a:spcBef>
                <a:spcPts val="500"/>
              </a:spcBef>
              <a:buFont typeface="Amazon Ember" panose="020B0603020204020204" pitchFamily="34" charset="0"/>
              <a:buChar char="•"/>
            </a:lvl6pPr>
            <a:lvl7pPr marL="2971800" indent="-228600">
              <a:lnSpc>
                <a:spcPct val="90000"/>
              </a:lnSpc>
              <a:spcBef>
                <a:spcPts val="500"/>
              </a:spcBef>
              <a:buFont typeface="Amazon Ember" panose="020B0603020204020204" pitchFamily="34" charset="0"/>
              <a:buChar char="•"/>
            </a:lvl7pPr>
            <a:lvl8pPr marL="3429000" indent="-228600">
              <a:lnSpc>
                <a:spcPct val="90000"/>
              </a:lnSpc>
              <a:spcBef>
                <a:spcPts val="500"/>
              </a:spcBef>
              <a:buFont typeface="Amazon Ember" panose="020B0603020204020204" pitchFamily="34" charset="0"/>
              <a:buChar char="•"/>
            </a:lvl8pPr>
            <a:lvl9pPr marL="3886200" indent="-228600">
              <a:lnSpc>
                <a:spcPct val="90000"/>
              </a:lnSpc>
              <a:spcBef>
                <a:spcPts val="500"/>
              </a:spcBef>
              <a:buFont typeface="Amazon Ember" panose="020B0603020204020204" pitchFamily="34" charset="0"/>
              <a:buChar char="•"/>
            </a:lvl9pPr>
          </a:lstStyle>
          <a:p>
            <a:pPr algn="ctr"/>
            <a:r>
              <a:rPr lang="en-US" dirty="0">
                <a:solidFill>
                  <a:schemeClr val="accent6"/>
                </a:solidFill>
              </a:rPr>
              <a:t>LoRaWAN</a:t>
            </a:r>
          </a:p>
        </p:txBody>
      </p:sp>
      <p:sp>
        <p:nvSpPr>
          <p:cNvPr id="86" name="Content Placeholder 2">
            <a:extLst>
              <a:ext uri="{FF2B5EF4-FFF2-40B4-BE49-F238E27FC236}">
                <a16:creationId xmlns:a16="http://schemas.microsoft.com/office/drawing/2014/main" id="{855AD94D-E0AF-97F2-7500-36BE3397B22D}"/>
              </a:ext>
            </a:extLst>
          </p:cNvPr>
          <p:cNvSpPr txBox="1">
            <a:spLocks/>
          </p:cNvSpPr>
          <p:nvPr/>
        </p:nvSpPr>
        <p:spPr>
          <a:xfrm>
            <a:off x="1991512" y="4568845"/>
            <a:ext cx="2048515" cy="307777"/>
          </a:xfrm>
          <a:prstGeom prst="rect">
            <a:avLst/>
          </a:prstGeom>
        </p:spPr>
        <p:txBody>
          <a:bodyPr wrap="square">
            <a:spAutoFit/>
          </a:bodyPr>
          <a:lstStyle>
            <a:defPPr>
              <a:defRPr lang="en-US"/>
            </a:defPPr>
            <a:lvl1pPr indent="0"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SzPct val="90000"/>
              <a:buFont typeface="Amazon Ember" panose="020B0603020204020204" pitchFamily="34" charset="0"/>
              <a:buNone/>
              <a:defRPr sz="1400" i="1">
                <a:solidFill>
                  <a:schemeClr val="bg2">
                    <a:lumMod val="40000"/>
                    <a:lumOff val="60000"/>
                  </a:schemeClr>
                </a:solidFill>
                <a:effectLst>
                  <a:glow>
                    <a:schemeClr val="bg1"/>
                  </a:glow>
                </a:effectLst>
              </a:defRPr>
            </a:lvl1pPr>
            <a:lvl2pPr indent="-228600">
              <a:lnSpc>
                <a:spcPct val="90000"/>
              </a:lnSpc>
              <a:spcBef>
                <a:spcPts val="0"/>
              </a:spcBef>
              <a:spcAft>
                <a:spcPts val="1200"/>
              </a:spcAft>
              <a:buSzPct val="90000"/>
              <a:buFont typeface="Wingdings" panose="05000000000000000000" pitchFamily="2" charset="2"/>
              <a:buChar char="§"/>
              <a:defRPr sz="2400"/>
            </a:lvl2pPr>
            <a:lvl3pPr marL="685800" indent="-228600">
              <a:lnSpc>
                <a:spcPct val="90000"/>
              </a:lnSpc>
              <a:spcBef>
                <a:spcPts val="0"/>
              </a:spcBef>
              <a:spcAft>
                <a:spcPts val="1200"/>
              </a:spcAft>
              <a:buSzPct val="90000"/>
              <a:buFont typeface="Amazon Ember" panose="020B0603020204020204" pitchFamily="34" charset="0"/>
              <a:buChar char="–"/>
              <a:defRPr sz="2000"/>
            </a:lvl3pPr>
            <a:lvl4pPr marL="914400" indent="-228600">
              <a:lnSpc>
                <a:spcPct val="90000"/>
              </a:lnSpc>
              <a:spcBef>
                <a:spcPts val="0"/>
              </a:spcBef>
              <a:spcAft>
                <a:spcPts val="1200"/>
              </a:spcAft>
              <a:buFont typeface="Amazon Ember" panose="020B0603020204020204" pitchFamily="34" charset="0"/>
              <a:buChar char="•"/>
            </a:lvl4pPr>
            <a:lvl5pPr marL="1143000" indent="-228600">
              <a:lnSpc>
                <a:spcPct val="90000"/>
              </a:lnSpc>
              <a:spcBef>
                <a:spcPts val="0"/>
              </a:spcBef>
              <a:spcAft>
                <a:spcPts val="1200"/>
              </a:spcAft>
              <a:buFont typeface="Amazon Ember" panose="020B0603020204020204" pitchFamily="34" charset="0"/>
              <a:buChar char="•"/>
            </a:lvl5pPr>
            <a:lvl6pPr marL="2514600" indent="-228600">
              <a:lnSpc>
                <a:spcPct val="90000"/>
              </a:lnSpc>
              <a:spcBef>
                <a:spcPts val="500"/>
              </a:spcBef>
              <a:buFont typeface="Amazon Ember" panose="020B0603020204020204" pitchFamily="34" charset="0"/>
              <a:buChar char="•"/>
            </a:lvl6pPr>
            <a:lvl7pPr marL="2971800" indent="-228600">
              <a:lnSpc>
                <a:spcPct val="90000"/>
              </a:lnSpc>
              <a:spcBef>
                <a:spcPts val="500"/>
              </a:spcBef>
              <a:buFont typeface="Amazon Ember" panose="020B0603020204020204" pitchFamily="34" charset="0"/>
              <a:buChar char="•"/>
            </a:lvl7pPr>
            <a:lvl8pPr marL="3429000" indent="-228600">
              <a:lnSpc>
                <a:spcPct val="90000"/>
              </a:lnSpc>
              <a:spcBef>
                <a:spcPts val="500"/>
              </a:spcBef>
              <a:buFont typeface="Amazon Ember" panose="020B0603020204020204" pitchFamily="34" charset="0"/>
              <a:buChar char="•"/>
            </a:lvl8pPr>
            <a:lvl9pPr marL="3886200" indent="-228600">
              <a:lnSpc>
                <a:spcPct val="90000"/>
              </a:lnSpc>
              <a:spcBef>
                <a:spcPts val="500"/>
              </a:spcBef>
              <a:buFont typeface="Amazon Ember" panose="020B0603020204020204" pitchFamily="34" charset="0"/>
              <a:buChar char="•"/>
            </a:lvl9pPr>
          </a:lstStyle>
          <a:p>
            <a:pPr algn="ctr"/>
            <a:r>
              <a:rPr lang="en-US" dirty="0">
                <a:solidFill>
                  <a:schemeClr val="accent4"/>
                </a:solidFill>
              </a:rPr>
              <a:t>physical cable</a:t>
            </a:r>
          </a:p>
        </p:txBody>
      </p:sp>
      <p:sp>
        <p:nvSpPr>
          <p:cNvPr id="87" name="Content Placeholder 2">
            <a:extLst>
              <a:ext uri="{FF2B5EF4-FFF2-40B4-BE49-F238E27FC236}">
                <a16:creationId xmlns:a16="http://schemas.microsoft.com/office/drawing/2014/main" id="{073A9F12-5450-0BC3-E5B5-2B301D6FCC6C}"/>
              </a:ext>
            </a:extLst>
          </p:cNvPr>
          <p:cNvSpPr txBox="1">
            <a:spLocks/>
          </p:cNvSpPr>
          <p:nvPr/>
        </p:nvSpPr>
        <p:spPr>
          <a:xfrm>
            <a:off x="2010301" y="2691967"/>
            <a:ext cx="2048515" cy="307777"/>
          </a:xfrm>
          <a:prstGeom prst="rect">
            <a:avLst/>
          </a:prstGeom>
        </p:spPr>
        <p:txBody>
          <a:bodyPr wrap="square">
            <a:spAutoFit/>
          </a:bodyPr>
          <a:lstStyle>
            <a:defPPr>
              <a:defRPr lang="en-US"/>
            </a:defPPr>
            <a:lvl1pPr indent="0"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SzPct val="90000"/>
              <a:buFont typeface="Amazon Ember" panose="020B0603020204020204" pitchFamily="34" charset="0"/>
              <a:buNone/>
              <a:defRPr sz="1400" i="1">
                <a:solidFill>
                  <a:schemeClr val="bg2">
                    <a:lumMod val="40000"/>
                    <a:lumOff val="60000"/>
                  </a:schemeClr>
                </a:solidFill>
                <a:effectLst>
                  <a:glow>
                    <a:schemeClr val="bg1"/>
                  </a:glow>
                </a:effectLst>
              </a:defRPr>
            </a:lvl1pPr>
            <a:lvl2pPr indent="-228600">
              <a:lnSpc>
                <a:spcPct val="90000"/>
              </a:lnSpc>
              <a:spcBef>
                <a:spcPts val="0"/>
              </a:spcBef>
              <a:spcAft>
                <a:spcPts val="1200"/>
              </a:spcAft>
              <a:buSzPct val="90000"/>
              <a:buFont typeface="Wingdings" panose="05000000000000000000" pitchFamily="2" charset="2"/>
              <a:buChar char="§"/>
              <a:defRPr sz="2400"/>
            </a:lvl2pPr>
            <a:lvl3pPr marL="685800" indent="-228600">
              <a:lnSpc>
                <a:spcPct val="90000"/>
              </a:lnSpc>
              <a:spcBef>
                <a:spcPts val="0"/>
              </a:spcBef>
              <a:spcAft>
                <a:spcPts val="1200"/>
              </a:spcAft>
              <a:buSzPct val="90000"/>
              <a:buFont typeface="Amazon Ember" panose="020B0603020204020204" pitchFamily="34" charset="0"/>
              <a:buChar char="–"/>
              <a:defRPr sz="2000"/>
            </a:lvl3pPr>
            <a:lvl4pPr marL="914400" indent="-228600">
              <a:lnSpc>
                <a:spcPct val="90000"/>
              </a:lnSpc>
              <a:spcBef>
                <a:spcPts val="0"/>
              </a:spcBef>
              <a:spcAft>
                <a:spcPts val="1200"/>
              </a:spcAft>
              <a:buFont typeface="Amazon Ember" panose="020B0603020204020204" pitchFamily="34" charset="0"/>
              <a:buChar char="•"/>
            </a:lvl4pPr>
            <a:lvl5pPr marL="1143000" indent="-228600">
              <a:lnSpc>
                <a:spcPct val="90000"/>
              </a:lnSpc>
              <a:spcBef>
                <a:spcPts val="0"/>
              </a:spcBef>
              <a:spcAft>
                <a:spcPts val="1200"/>
              </a:spcAft>
              <a:buFont typeface="Amazon Ember" panose="020B0603020204020204" pitchFamily="34" charset="0"/>
              <a:buChar char="•"/>
            </a:lvl5pPr>
            <a:lvl6pPr marL="2514600" indent="-228600">
              <a:lnSpc>
                <a:spcPct val="90000"/>
              </a:lnSpc>
              <a:spcBef>
                <a:spcPts val="500"/>
              </a:spcBef>
              <a:buFont typeface="Amazon Ember" panose="020B0603020204020204" pitchFamily="34" charset="0"/>
              <a:buChar char="•"/>
            </a:lvl6pPr>
            <a:lvl7pPr marL="2971800" indent="-228600">
              <a:lnSpc>
                <a:spcPct val="90000"/>
              </a:lnSpc>
              <a:spcBef>
                <a:spcPts val="500"/>
              </a:spcBef>
              <a:buFont typeface="Amazon Ember" panose="020B0603020204020204" pitchFamily="34" charset="0"/>
              <a:buChar char="•"/>
            </a:lvl7pPr>
            <a:lvl8pPr marL="3429000" indent="-228600">
              <a:lnSpc>
                <a:spcPct val="90000"/>
              </a:lnSpc>
              <a:spcBef>
                <a:spcPts val="500"/>
              </a:spcBef>
              <a:buFont typeface="Amazon Ember" panose="020B0603020204020204" pitchFamily="34" charset="0"/>
              <a:buChar char="•"/>
            </a:lvl8pPr>
            <a:lvl9pPr marL="3886200" indent="-228600">
              <a:lnSpc>
                <a:spcPct val="90000"/>
              </a:lnSpc>
              <a:spcBef>
                <a:spcPts val="500"/>
              </a:spcBef>
              <a:buFont typeface="Amazon Ember" panose="020B0603020204020204" pitchFamily="34" charset="0"/>
              <a:buChar char="•"/>
            </a:lvl9pPr>
          </a:lstStyle>
          <a:p>
            <a:pPr algn="ctr"/>
            <a:r>
              <a:rPr lang="en-US" dirty="0">
                <a:solidFill>
                  <a:schemeClr val="accent4"/>
                </a:solidFill>
              </a:rPr>
              <a:t>physical cable</a:t>
            </a:r>
          </a:p>
        </p:txBody>
      </p:sp>
      <p:sp>
        <p:nvSpPr>
          <p:cNvPr id="88" name="Content Placeholder 2">
            <a:extLst>
              <a:ext uri="{FF2B5EF4-FFF2-40B4-BE49-F238E27FC236}">
                <a16:creationId xmlns:a16="http://schemas.microsoft.com/office/drawing/2014/main" id="{1D6D2597-B5FF-6512-1538-918C21DFC1B2}"/>
              </a:ext>
            </a:extLst>
          </p:cNvPr>
          <p:cNvSpPr txBox="1">
            <a:spLocks/>
          </p:cNvSpPr>
          <p:nvPr/>
        </p:nvSpPr>
        <p:spPr>
          <a:xfrm>
            <a:off x="1991511" y="1761384"/>
            <a:ext cx="2048515" cy="307777"/>
          </a:xfrm>
          <a:prstGeom prst="rect">
            <a:avLst/>
          </a:prstGeom>
        </p:spPr>
        <p:txBody>
          <a:bodyPr wrap="square">
            <a:spAutoFit/>
          </a:bodyPr>
          <a:lstStyle>
            <a:defPPr>
              <a:defRPr lang="en-US"/>
            </a:defPPr>
            <a:lvl1pPr indent="0"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SzPct val="90000"/>
              <a:buFont typeface="Amazon Ember" panose="020B0603020204020204" pitchFamily="34" charset="0"/>
              <a:buNone/>
              <a:defRPr sz="1400" i="1">
                <a:solidFill>
                  <a:schemeClr val="bg2">
                    <a:lumMod val="40000"/>
                    <a:lumOff val="60000"/>
                  </a:schemeClr>
                </a:solidFill>
                <a:effectLst>
                  <a:glow>
                    <a:schemeClr val="bg1"/>
                  </a:glow>
                </a:effectLst>
              </a:defRPr>
            </a:lvl1pPr>
            <a:lvl2pPr indent="-228600">
              <a:lnSpc>
                <a:spcPct val="90000"/>
              </a:lnSpc>
              <a:spcBef>
                <a:spcPts val="0"/>
              </a:spcBef>
              <a:spcAft>
                <a:spcPts val="1200"/>
              </a:spcAft>
              <a:buSzPct val="90000"/>
              <a:buFont typeface="Wingdings" panose="05000000000000000000" pitchFamily="2" charset="2"/>
              <a:buChar char="§"/>
              <a:defRPr sz="2400"/>
            </a:lvl2pPr>
            <a:lvl3pPr marL="685800" indent="-228600">
              <a:lnSpc>
                <a:spcPct val="90000"/>
              </a:lnSpc>
              <a:spcBef>
                <a:spcPts val="0"/>
              </a:spcBef>
              <a:spcAft>
                <a:spcPts val="1200"/>
              </a:spcAft>
              <a:buSzPct val="90000"/>
              <a:buFont typeface="Amazon Ember" panose="020B0603020204020204" pitchFamily="34" charset="0"/>
              <a:buChar char="–"/>
              <a:defRPr sz="2000"/>
            </a:lvl3pPr>
            <a:lvl4pPr marL="914400" indent="-228600">
              <a:lnSpc>
                <a:spcPct val="90000"/>
              </a:lnSpc>
              <a:spcBef>
                <a:spcPts val="0"/>
              </a:spcBef>
              <a:spcAft>
                <a:spcPts val="1200"/>
              </a:spcAft>
              <a:buFont typeface="Amazon Ember" panose="020B0603020204020204" pitchFamily="34" charset="0"/>
              <a:buChar char="•"/>
            </a:lvl4pPr>
            <a:lvl5pPr marL="1143000" indent="-228600">
              <a:lnSpc>
                <a:spcPct val="90000"/>
              </a:lnSpc>
              <a:spcBef>
                <a:spcPts val="0"/>
              </a:spcBef>
              <a:spcAft>
                <a:spcPts val="1200"/>
              </a:spcAft>
              <a:buFont typeface="Amazon Ember" panose="020B0603020204020204" pitchFamily="34" charset="0"/>
              <a:buChar char="•"/>
            </a:lvl5pPr>
            <a:lvl6pPr marL="2514600" indent="-228600">
              <a:lnSpc>
                <a:spcPct val="90000"/>
              </a:lnSpc>
              <a:spcBef>
                <a:spcPts val="500"/>
              </a:spcBef>
              <a:buFont typeface="Amazon Ember" panose="020B0603020204020204" pitchFamily="34" charset="0"/>
              <a:buChar char="•"/>
            </a:lvl6pPr>
            <a:lvl7pPr marL="2971800" indent="-228600">
              <a:lnSpc>
                <a:spcPct val="90000"/>
              </a:lnSpc>
              <a:spcBef>
                <a:spcPts val="500"/>
              </a:spcBef>
              <a:buFont typeface="Amazon Ember" panose="020B0603020204020204" pitchFamily="34" charset="0"/>
              <a:buChar char="•"/>
            </a:lvl7pPr>
            <a:lvl8pPr marL="3429000" indent="-228600">
              <a:lnSpc>
                <a:spcPct val="90000"/>
              </a:lnSpc>
              <a:spcBef>
                <a:spcPts val="500"/>
              </a:spcBef>
              <a:buFont typeface="Amazon Ember" panose="020B0603020204020204" pitchFamily="34" charset="0"/>
              <a:buChar char="•"/>
            </a:lvl8pPr>
            <a:lvl9pPr marL="3886200" indent="-228600">
              <a:lnSpc>
                <a:spcPct val="90000"/>
              </a:lnSpc>
              <a:spcBef>
                <a:spcPts val="500"/>
              </a:spcBef>
              <a:buFont typeface="Amazon Ember" panose="020B0603020204020204" pitchFamily="34" charset="0"/>
              <a:buChar char="•"/>
            </a:lvl9pPr>
          </a:lstStyle>
          <a:p>
            <a:pPr algn="ctr"/>
            <a:r>
              <a:rPr lang="en-US" dirty="0">
                <a:solidFill>
                  <a:schemeClr val="accent2"/>
                </a:solidFill>
              </a:rPr>
              <a:t>https public internet</a:t>
            </a:r>
          </a:p>
        </p:txBody>
      </p:sp>
      <p:sp>
        <p:nvSpPr>
          <p:cNvPr id="89" name="Content Placeholder 2">
            <a:extLst>
              <a:ext uri="{FF2B5EF4-FFF2-40B4-BE49-F238E27FC236}">
                <a16:creationId xmlns:a16="http://schemas.microsoft.com/office/drawing/2014/main" id="{3AA354A4-F679-B9B0-066D-0AED16A7DB8D}"/>
              </a:ext>
            </a:extLst>
          </p:cNvPr>
          <p:cNvSpPr txBox="1">
            <a:spLocks/>
          </p:cNvSpPr>
          <p:nvPr/>
        </p:nvSpPr>
        <p:spPr>
          <a:xfrm>
            <a:off x="1991510" y="830976"/>
            <a:ext cx="2048515" cy="307777"/>
          </a:xfrm>
          <a:prstGeom prst="rect">
            <a:avLst/>
          </a:prstGeom>
        </p:spPr>
        <p:txBody>
          <a:bodyPr wrap="square">
            <a:spAutoFit/>
          </a:bodyPr>
          <a:lstStyle>
            <a:defPPr>
              <a:defRPr lang="en-US"/>
            </a:defPPr>
            <a:lvl1pPr indent="0"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SzPct val="90000"/>
              <a:buFont typeface="Amazon Ember" panose="020B0603020204020204" pitchFamily="34" charset="0"/>
              <a:buNone/>
              <a:defRPr sz="1400" i="1">
                <a:solidFill>
                  <a:schemeClr val="bg2">
                    <a:lumMod val="40000"/>
                    <a:lumOff val="60000"/>
                  </a:schemeClr>
                </a:solidFill>
                <a:effectLst>
                  <a:glow>
                    <a:schemeClr val="bg1"/>
                  </a:glow>
                </a:effectLst>
              </a:defRPr>
            </a:lvl1pPr>
            <a:lvl2pPr indent="-228600">
              <a:lnSpc>
                <a:spcPct val="90000"/>
              </a:lnSpc>
              <a:spcBef>
                <a:spcPts val="0"/>
              </a:spcBef>
              <a:spcAft>
                <a:spcPts val="1200"/>
              </a:spcAft>
              <a:buSzPct val="90000"/>
              <a:buFont typeface="Wingdings" panose="05000000000000000000" pitchFamily="2" charset="2"/>
              <a:buChar char="§"/>
              <a:defRPr sz="2400"/>
            </a:lvl2pPr>
            <a:lvl3pPr marL="685800" indent="-228600">
              <a:lnSpc>
                <a:spcPct val="90000"/>
              </a:lnSpc>
              <a:spcBef>
                <a:spcPts val="0"/>
              </a:spcBef>
              <a:spcAft>
                <a:spcPts val="1200"/>
              </a:spcAft>
              <a:buSzPct val="90000"/>
              <a:buFont typeface="Amazon Ember" panose="020B0603020204020204" pitchFamily="34" charset="0"/>
              <a:buChar char="–"/>
              <a:defRPr sz="2000"/>
            </a:lvl3pPr>
            <a:lvl4pPr marL="914400" indent="-228600">
              <a:lnSpc>
                <a:spcPct val="90000"/>
              </a:lnSpc>
              <a:spcBef>
                <a:spcPts val="0"/>
              </a:spcBef>
              <a:spcAft>
                <a:spcPts val="1200"/>
              </a:spcAft>
              <a:buFont typeface="Amazon Ember" panose="020B0603020204020204" pitchFamily="34" charset="0"/>
              <a:buChar char="•"/>
            </a:lvl4pPr>
            <a:lvl5pPr marL="1143000" indent="-228600">
              <a:lnSpc>
                <a:spcPct val="90000"/>
              </a:lnSpc>
              <a:spcBef>
                <a:spcPts val="0"/>
              </a:spcBef>
              <a:spcAft>
                <a:spcPts val="1200"/>
              </a:spcAft>
              <a:buFont typeface="Amazon Ember" panose="020B0603020204020204" pitchFamily="34" charset="0"/>
              <a:buChar char="•"/>
            </a:lvl5pPr>
            <a:lvl6pPr marL="2514600" indent="-228600">
              <a:lnSpc>
                <a:spcPct val="90000"/>
              </a:lnSpc>
              <a:spcBef>
                <a:spcPts val="500"/>
              </a:spcBef>
              <a:buFont typeface="Amazon Ember" panose="020B0603020204020204" pitchFamily="34" charset="0"/>
              <a:buChar char="•"/>
            </a:lvl6pPr>
            <a:lvl7pPr marL="2971800" indent="-228600">
              <a:lnSpc>
                <a:spcPct val="90000"/>
              </a:lnSpc>
              <a:spcBef>
                <a:spcPts val="500"/>
              </a:spcBef>
              <a:buFont typeface="Amazon Ember" panose="020B0603020204020204" pitchFamily="34" charset="0"/>
              <a:buChar char="•"/>
            </a:lvl7pPr>
            <a:lvl8pPr marL="3429000" indent="-228600">
              <a:lnSpc>
                <a:spcPct val="90000"/>
              </a:lnSpc>
              <a:spcBef>
                <a:spcPts val="500"/>
              </a:spcBef>
              <a:buFont typeface="Amazon Ember" panose="020B0603020204020204" pitchFamily="34" charset="0"/>
              <a:buChar char="•"/>
            </a:lvl8pPr>
            <a:lvl9pPr marL="3886200" indent="-228600">
              <a:lnSpc>
                <a:spcPct val="90000"/>
              </a:lnSpc>
              <a:spcBef>
                <a:spcPts val="500"/>
              </a:spcBef>
              <a:buFont typeface="Amazon Ember" panose="020B0603020204020204" pitchFamily="34" charset="0"/>
              <a:buChar char="•"/>
            </a:lvl9pPr>
          </a:lstStyle>
          <a:p>
            <a:pPr algn="ctr"/>
            <a:r>
              <a:rPr lang="en-US" dirty="0">
                <a:solidFill>
                  <a:schemeClr val="accent2"/>
                </a:solidFill>
              </a:rPr>
              <a:t>https public internet</a:t>
            </a:r>
          </a:p>
        </p:txBody>
      </p:sp>
      <p:sp>
        <p:nvSpPr>
          <p:cNvPr id="90" name="Content Placeholder 2">
            <a:extLst>
              <a:ext uri="{FF2B5EF4-FFF2-40B4-BE49-F238E27FC236}">
                <a16:creationId xmlns:a16="http://schemas.microsoft.com/office/drawing/2014/main" id="{9F328179-EF45-E7D5-B84F-F4E1D22051FE}"/>
              </a:ext>
            </a:extLst>
          </p:cNvPr>
          <p:cNvSpPr txBox="1">
            <a:spLocks/>
          </p:cNvSpPr>
          <p:nvPr/>
        </p:nvSpPr>
        <p:spPr>
          <a:xfrm>
            <a:off x="4325718" y="3982514"/>
            <a:ext cx="2008259" cy="523220"/>
          </a:xfrm>
          <a:prstGeom prst="rect">
            <a:avLst/>
          </a:prstGeom>
        </p:spPr>
        <p:txBody>
          <a:bodyPr wrap="square">
            <a:sp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0"/>
              </a:spcBef>
              <a:spcAft>
                <a:spcPts val="1200"/>
              </a:spcAft>
              <a:buSzPct val="90000"/>
              <a:buFont typeface="Amazon Ember" panose="020B0603020204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-228600" algn="l" defTabSz="914400" rtl="0" eaLnBrk="1" latinLnBrk="0" hangingPunct="1">
              <a:lnSpc>
                <a:spcPct val="90000"/>
              </a:lnSpc>
              <a:spcBef>
                <a:spcPts val="0"/>
              </a:spcBef>
              <a:spcAft>
                <a:spcPts val="1200"/>
              </a:spcAft>
              <a:buSzPct val="90000"/>
              <a:buFont typeface="Wingdings" panose="05000000000000000000" pitchFamily="2" charset="2"/>
              <a:buChar char="§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5800" indent="-228600" algn="l" defTabSz="914400" rtl="0" eaLnBrk="1" latinLnBrk="0" hangingPunct="1">
              <a:lnSpc>
                <a:spcPct val="90000"/>
              </a:lnSpc>
              <a:spcBef>
                <a:spcPts val="0"/>
              </a:spcBef>
              <a:spcAft>
                <a:spcPts val="1200"/>
              </a:spcAft>
              <a:buSzPct val="90000"/>
              <a:buFont typeface="Amazon Ember" panose="020B0603020204020204" pitchFamily="34" charset="0"/>
              <a:buChar char="–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4400" indent="-228600" algn="l" defTabSz="914400" rtl="0" eaLnBrk="1" latinLnBrk="0" hangingPunct="1">
              <a:lnSpc>
                <a:spcPct val="90000"/>
              </a:lnSpc>
              <a:spcBef>
                <a:spcPts val="0"/>
              </a:spcBef>
              <a:spcAft>
                <a:spcPts val="1200"/>
              </a:spcAft>
              <a:buFont typeface="Amazon Ember" panose="020B0603020204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143000" indent="-228600" algn="l" defTabSz="914400" rtl="0" eaLnBrk="1" latinLnBrk="0" hangingPunct="1">
              <a:lnSpc>
                <a:spcPct val="90000"/>
              </a:lnSpc>
              <a:spcBef>
                <a:spcPts val="0"/>
              </a:spcBef>
              <a:spcAft>
                <a:spcPts val="1200"/>
              </a:spcAft>
              <a:buFont typeface="Amazon Ember" panose="020B0603020204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mazon Ember" panose="020B0603020204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mazon Ember" panose="020B0603020204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mazon Ember" panose="020B0603020204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mazon Ember" panose="020B0603020204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spcAft>
                <a:spcPts val="600"/>
              </a:spcAft>
              <a:buNone/>
            </a:pPr>
            <a:r>
              <a:rPr lang="en-US" sz="1400" i="1" dirty="0">
                <a:solidFill>
                  <a:schemeClr val="bg2">
                    <a:lumMod val="40000"/>
                    <a:lumOff val="60000"/>
                  </a:schemeClr>
                </a:solidFill>
                <a:effectLst>
                  <a:glow>
                    <a:schemeClr val="bg1"/>
                  </a:glow>
                </a:effectLst>
              </a:rPr>
              <a:t>encrypt event with relayer’s public key</a:t>
            </a:r>
          </a:p>
        </p:txBody>
      </p:sp>
      <p:sp>
        <p:nvSpPr>
          <p:cNvPr id="91" name="Content Placeholder 2">
            <a:extLst>
              <a:ext uri="{FF2B5EF4-FFF2-40B4-BE49-F238E27FC236}">
                <a16:creationId xmlns:a16="http://schemas.microsoft.com/office/drawing/2014/main" id="{F715C107-73BC-9AB8-4965-433351B09EFC}"/>
              </a:ext>
            </a:extLst>
          </p:cNvPr>
          <p:cNvSpPr txBox="1">
            <a:spLocks/>
          </p:cNvSpPr>
          <p:nvPr/>
        </p:nvSpPr>
        <p:spPr>
          <a:xfrm>
            <a:off x="4327116" y="3037399"/>
            <a:ext cx="1589977" cy="738664"/>
          </a:xfrm>
          <a:prstGeom prst="rect">
            <a:avLst/>
          </a:prstGeom>
        </p:spPr>
        <p:txBody>
          <a:bodyPr wrap="square">
            <a:sp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0"/>
              </a:spcBef>
              <a:spcAft>
                <a:spcPts val="1200"/>
              </a:spcAft>
              <a:buSzPct val="90000"/>
              <a:buFont typeface="Amazon Ember" panose="020B0603020204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-228600" algn="l" defTabSz="914400" rtl="0" eaLnBrk="1" latinLnBrk="0" hangingPunct="1">
              <a:lnSpc>
                <a:spcPct val="90000"/>
              </a:lnSpc>
              <a:spcBef>
                <a:spcPts val="0"/>
              </a:spcBef>
              <a:spcAft>
                <a:spcPts val="1200"/>
              </a:spcAft>
              <a:buSzPct val="90000"/>
              <a:buFont typeface="Wingdings" panose="05000000000000000000" pitchFamily="2" charset="2"/>
              <a:buChar char="§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5800" indent="-228600" algn="l" defTabSz="914400" rtl="0" eaLnBrk="1" latinLnBrk="0" hangingPunct="1">
              <a:lnSpc>
                <a:spcPct val="90000"/>
              </a:lnSpc>
              <a:spcBef>
                <a:spcPts val="0"/>
              </a:spcBef>
              <a:spcAft>
                <a:spcPts val="1200"/>
              </a:spcAft>
              <a:buSzPct val="90000"/>
              <a:buFont typeface="Amazon Ember" panose="020B0603020204020204" pitchFamily="34" charset="0"/>
              <a:buChar char="–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4400" indent="-228600" algn="l" defTabSz="914400" rtl="0" eaLnBrk="1" latinLnBrk="0" hangingPunct="1">
              <a:lnSpc>
                <a:spcPct val="90000"/>
              </a:lnSpc>
              <a:spcBef>
                <a:spcPts val="0"/>
              </a:spcBef>
              <a:spcAft>
                <a:spcPts val="1200"/>
              </a:spcAft>
              <a:buFont typeface="Amazon Ember" panose="020B0603020204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143000" indent="-228600" algn="l" defTabSz="914400" rtl="0" eaLnBrk="1" latinLnBrk="0" hangingPunct="1">
              <a:lnSpc>
                <a:spcPct val="90000"/>
              </a:lnSpc>
              <a:spcBef>
                <a:spcPts val="0"/>
              </a:spcBef>
              <a:spcAft>
                <a:spcPts val="1200"/>
              </a:spcAft>
              <a:buFont typeface="Amazon Ember" panose="020B0603020204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mazon Ember" panose="020B0603020204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mazon Ember" panose="020B0603020204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mazon Ember" panose="020B0603020204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mazon Ember" panose="020B0603020204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spcAft>
                <a:spcPts val="600"/>
              </a:spcAft>
              <a:buNone/>
            </a:pPr>
            <a:r>
              <a:rPr lang="en-US" sz="1400" i="1" dirty="0">
                <a:solidFill>
                  <a:schemeClr val="bg2">
                    <a:lumMod val="40000"/>
                    <a:lumOff val="60000"/>
                  </a:schemeClr>
                </a:solidFill>
                <a:effectLst>
                  <a:glow>
                    <a:schemeClr val="bg1"/>
                  </a:glow>
                </a:effectLst>
              </a:rPr>
              <a:t>convert LoRaWAN to secure WebSocket</a:t>
            </a:r>
          </a:p>
        </p:txBody>
      </p:sp>
      <p:sp>
        <p:nvSpPr>
          <p:cNvPr id="92" name="Content Placeholder 2">
            <a:extLst>
              <a:ext uri="{FF2B5EF4-FFF2-40B4-BE49-F238E27FC236}">
                <a16:creationId xmlns:a16="http://schemas.microsoft.com/office/drawing/2014/main" id="{5B790EB6-6613-16FC-F718-5B6E01FD1141}"/>
              </a:ext>
            </a:extLst>
          </p:cNvPr>
          <p:cNvSpPr txBox="1">
            <a:spLocks/>
          </p:cNvSpPr>
          <p:nvPr/>
        </p:nvSpPr>
        <p:spPr>
          <a:xfrm>
            <a:off x="4324718" y="1078928"/>
            <a:ext cx="1648230" cy="954107"/>
          </a:xfrm>
          <a:prstGeom prst="rect">
            <a:avLst/>
          </a:prstGeom>
        </p:spPr>
        <p:txBody>
          <a:bodyPr wrap="square">
            <a:sp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0"/>
              </a:spcBef>
              <a:spcAft>
                <a:spcPts val="1200"/>
              </a:spcAft>
              <a:buSzPct val="90000"/>
              <a:buFont typeface="Amazon Ember" panose="020B0603020204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-228600" algn="l" defTabSz="914400" rtl="0" eaLnBrk="1" latinLnBrk="0" hangingPunct="1">
              <a:lnSpc>
                <a:spcPct val="90000"/>
              </a:lnSpc>
              <a:spcBef>
                <a:spcPts val="0"/>
              </a:spcBef>
              <a:spcAft>
                <a:spcPts val="1200"/>
              </a:spcAft>
              <a:buSzPct val="90000"/>
              <a:buFont typeface="Wingdings" panose="05000000000000000000" pitchFamily="2" charset="2"/>
              <a:buChar char="§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5800" indent="-228600" algn="l" defTabSz="914400" rtl="0" eaLnBrk="1" latinLnBrk="0" hangingPunct="1">
              <a:lnSpc>
                <a:spcPct val="90000"/>
              </a:lnSpc>
              <a:spcBef>
                <a:spcPts val="0"/>
              </a:spcBef>
              <a:spcAft>
                <a:spcPts val="1200"/>
              </a:spcAft>
              <a:buSzPct val="90000"/>
              <a:buFont typeface="Amazon Ember" panose="020B0603020204020204" pitchFamily="34" charset="0"/>
              <a:buChar char="–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4400" indent="-228600" algn="l" defTabSz="914400" rtl="0" eaLnBrk="1" latinLnBrk="0" hangingPunct="1">
              <a:lnSpc>
                <a:spcPct val="90000"/>
              </a:lnSpc>
              <a:spcBef>
                <a:spcPts val="0"/>
              </a:spcBef>
              <a:spcAft>
                <a:spcPts val="1200"/>
              </a:spcAft>
              <a:buFont typeface="Amazon Ember" panose="020B0603020204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143000" indent="-228600" algn="l" defTabSz="914400" rtl="0" eaLnBrk="1" latinLnBrk="0" hangingPunct="1">
              <a:lnSpc>
                <a:spcPct val="90000"/>
              </a:lnSpc>
              <a:spcBef>
                <a:spcPts val="0"/>
              </a:spcBef>
              <a:spcAft>
                <a:spcPts val="1200"/>
              </a:spcAft>
              <a:buFont typeface="Amazon Ember" panose="020B0603020204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mazon Ember" panose="020B0603020204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mazon Ember" panose="020B0603020204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mazon Ember" panose="020B0603020204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mazon Ember" panose="020B0603020204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spcAft>
                <a:spcPts val="600"/>
              </a:spcAft>
              <a:buNone/>
            </a:pPr>
            <a:r>
              <a:rPr lang="en-US" sz="1400" i="1" dirty="0">
                <a:solidFill>
                  <a:schemeClr val="bg2">
                    <a:lumMod val="40000"/>
                    <a:lumOff val="60000"/>
                  </a:schemeClr>
                </a:solidFill>
                <a:effectLst>
                  <a:glow>
                    <a:schemeClr val="bg1"/>
                  </a:glow>
                </a:effectLst>
              </a:rPr>
              <a:t>decrypt event with relayer’s private key, and forward via https call</a:t>
            </a:r>
          </a:p>
        </p:txBody>
      </p:sp>
      <p:sp>
        <p:nvSpPr>
          <p:cNvPr id="100" name="Rectangle 99">
            <a:extLst>
              <a:ext uri="{FF2B5EF4-FFF2-40B4-BE49-F238E27FC236}">
                <a16:creationId xmlns:a16="http://schemas.microsoft.com/office/drawing/2014/main" id="{7BD09DD8-9FBB-2F9A-BCB6-CEE75FB8CDDC}"/>
              </a:ext>
            </a:extLst>
          </p:cNvPr>
          <p:cNvSpPr/>
          <p:nvPr/>
        </p:nvSpPr>
        <p:spPr>
          <a:xfrm>
            <a:off x="8108543" y="220271"/>
            <a:ext cx="2060685" cy="566425"/>
          </a:xfrm>
          <a:prstGeom prst="rect">
            <a:avLst/>
          </a:prstGeom>
          <a:solidFill>
            <a:schemeClr val="tx1">
              <a:lumMod val="95000"/>
            </a:schemeClr>
          </a:solidFill>
          <a:ln w="28575">
            <a:solidFill>
              <a:schemeClr val="tx1">
                <a:lumMod val="50000"/>
              </a:schemeClr>
            </a:solidFill>
            <a:prstDash val="soli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44000" tIns="144000" rIns="144000" bIns="144000" anchor="ctr"/>
          <a:lstStyle/>
          <a:p>
            <a:r>
              <a:rPr lang="en-GB" sz="2400" dirty="0">
                <a:solidFill>
                  <a:sysClr val="windowText" lastClr="000000"/>
                </a:solidFill>
                <a:latin typeface="+mj-lt"/>
                <a:cs typeface="Arial" panose="020B0604020202020204" pitchFamily="34" charset="0"/>
              </a:rPr>
              <a:t>👥 Domain</a:t>
            </a:r>
          </a:p>
        </p:txBody>
      </p:sp>
      <p:cxnSp>
        <p:nvCxnSpPr>
          <p:cNvPr id="101" name="Straight Arrow Connector 44">
            <a:extLst>
              <a:ext uri="{FF2B5EF4-FFF2-40B4-BE49-F238E27FC236}">
                <a16:creationId xmlns:a16="http://schemas.microsoft.com/office/drawing/2014/main" id="{B1ABC83C-9F2A-16FC-7656-EDAFF8F3F1FB}"/>
              </a:ext>
            </a:extLst>
          </p:cNvPr>
          <p:cNvCxnSpPr>
            <a:cxnSpLocks/>
            <a:stCxn id="100" idx="1"/>
            <a:endCxn id="104" idx="1"/>
          </p:cNvCxnSpPr>
          <p:nvPr/>
        </p:nvCxnSpPr>
        <p:spPr>
          <a:xfrm rot="10800000" flipV="1">
            <a:off x="8092593" y="503484"/>
            <a:ext cx="15950" cy="845340"/>
          </a:xfrm>
          <a:prstGeom prst="bentConnector3">
            <a:avLst>
              <a:gd name="adj1" fmla="val 1533229"/>
            </a:avLst>
          </a:prstGeom>
          <a:ln>
            <a:solidFill>
              <a:schemeClr val="tx1"/>
            </a:solidFill>
            <a:prstDash val="solid"/>
            <a:tailEnd type="triangle" w="lg" len="lg"/>
          </a:ln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grpSp>
        <p:nvGrpSpPr>
          <p:cNvPr id="102" name="Group 101">
            <a:extLst>
              <a:ext uri="{FF2B5EF4-FFF2-40B4-BE49-F238E27FC236}">
                <a16:creationId xmlns:a16="http://schemas.microsoft.com/office/drawing/2014/main" id="{D6368C8D-C9F7-A8C1-6E30-6ECB8148E66A}"/>
              </a:ext>
            </a:extLst>
          </p:cNvPr>
          <p:cNvGrpSpPr/>
          <p:nvPr/>
        </p:nvGrpSpPr>
        <p:grpSpPr>
          <a:xfrm>
            <a:off x="8092593" y="1150107"/>
            <a:ext cx="2064467" cy="566426"/>
            <a:chOff x="1480526" y="1003960"/>
            <a:chExt cx="2064467" cy="566426"/>
          </a:xfrm>
        </p:grpSpPr>
        <p:sp>
          <p:nvSpPr>
            <p:cNvPr id="103" name="Rectangle 102">
              <a:extLst>
                <a:ext uri="{FF2B5EF4-FFF2-40B4-BE49-F238E27FC236}">
                  <a16:creationId xmlns:a16="http://schemas.microsoft.com/office/drawing/2014/main" id="{1B5C7731-1D3E-5718-EDD6-9FF0A036A5E7}"/>
                </a:ext>
              </a:extLst>
            </p:cNvPr>
            <p:cNvSpPr/>
            <p:nvPr/>
          </p:nvSpPr>
          <p:spPr>
            <a:xfrm>
              <a:off x="1484308" y="1003960"/>
              <a:ext cx="2060685" cy="566426"/>
            </a:xfrm>
            <a:prstGeom prst="rect">
              <a:avLst/>
            </a:prstGeom>
            <a:solidFill>
              <a:schemeClr val="tx1">
                <a:lumMod val="95000"/>
              </a:schemeClr>
            </a:solidFill>
            <a:ln w="28575">
              <a:solidFill>
                <a:schemeClr val="tx1">
                  <a:lumMod val="50000"/>
                </a:schemeClr>
              </a:solidFill>
              <a:prstDash val="solid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44000" tIns="144000" rIns="144000" bIns="144000" anchor="ctr"/>
            <a:lstStyle/>
            <a:p>
              <a:r>
                <a:rPr lang="en-GB" sz="3200" baseline="-9000" dirty="0">
                  <a:solidFill>
                    <a:schemeClr val="bg2">
                      <a:lumMod val="40000"/>
                      <a:lumOff val="60000"/>
                    </a:schemeClr>
                  </a:solidFill>
                  <a:effectLst>
                    <a:glow>
                      <a:schemeClr val="bg1"/>
                    </a:glow>
                  </a:effectLst>
                </a:rPr>
                <a:t>🛰️</a:t>
              </a:r>
              <a:r>
                <a:rPr lang="en-GB" sz="2400" dirty="0">
                  <a:solidFill>
                    <a:sysClr val="windowText" lastClr="000000"/>
                  </a:solidFill>
                  <a:latin typeface="+mj-lt"/>
                  <a:cs typeface="Arial" panose="020B0604020202020204" pitchFamily="34" charset="0"/>
                </a:rPr>
                <a:t> Relayer</a:t>
              </a:r>
              <a:endParaRPr lang="en-GB" sz="2000" dirty="0">
                <a:solidFill>
                  <a:sysClr val="windowText" lastClr="000000"/>
                </a:solidFill>
                <a:latin typeface="+mj-lt"/>
                <a:cs typeface="Arial" panose="020B0604020202020204" pitchFamily="34" charset="0"/>
              </a:endParaRPr>
            </a:p>
          </p:txBody>
        </p:sp>
        <p:sp>
          <p:nvSpPr>
            <p:cNvPr id="104" name="TextBox 103">
              <a:extLst>
                <a:ext uri="{FF2B5EF4-FFF2-40B4-BE49-F238E27FC236}">
                  <a16:creationId xmlns:a16="http://schemas.microsoft.com/office/drawing/2014/main" id="{FB3D0C9D-988C-6FCC-26A2-2CFCFE9F4C4E}"/>
                </a:ext>
              </a:extLst>
            </p:cNvPr>
            <p:cNvSpPr txBox="1"/>
            <p:nvPr/>
          </p:nvSpPr>
          <p:spPr>
            <a:xfrm>
              <a:off x="1480526" y="1018011"/>
              <a:ext cx="243656" cy="369332"/>
            </a:xfrm>
            <a:prstGeom prst="rect">
              <a:avLst/>
            </a:prstGeom>
            <a:noFill/>
          </p:spPr>
          <p:txBody>
            <a:bodyPr wrap="none" lIns="0" rIns="0" rtlCol="0">
              <a:spAutoFit/>
            </a:bodyPr>
            <a:lstStyle/>
            <a:p>
              <a:pPr algn="l"/>
              <a:r>
                <a:rPr lang="en-US" dirty="0"/>
                <a:t>    </a:t>
              </a:r>
            </a:p>
          </p:txBody>
        </p:sp>
        <p:sp>
          <p:nvSpPr>
            <p:cNvPr id="105" name="TextBox 104">
              <a:extLst>
                <a:ext uri="{FF2B5EF4-FFF2-40B4-BE49-F238E27FC236}">
                  <a16:creationId xmlns:a16="http://schemas.microsoft.com/office/drawing/2014/main" id="{7D67282D-B3C2-CBD8-4592-0787C11BF0F6}"/>
                </a:ext>
              </a:extLst>
            </p:cNvPr>
            <p:cNvSpPr txBox="1"/>
            <p:nvPr/>
          </p:nvSpPr>
          <p:spPr>
            <a:xfrm>
              <a:off x="1496477" y="1197051"/>
              <a:ext cx="243656" cy="369332"/>
            </a:xfrm>
            <a:prstGeom prst="rect">
              <a:avLst/>
            </a:prstGeom>
            <a:noFill/>
          </p:spPr>
          <p:txBody>
            <a:bodyPr wrap="none" lIns="0" rIns="0" rtlCol="0">
              <a:spAutoFit/>
            </a:bodyPr>
            <a:lstStyle/>
            <a:p>
              <a:pPr algn="l"/>
              <a:r>
                <a:rPr lang="en-US" dirty="0"/>
                <a:t>    </a:t>
              </a:r>
            </a:p>
          </p:txBody>
        </p:sp>
      </p:grpSp>
      <p:cxnSp>
        <p:nvCxnSpPr>
          <p:cNvPr id="106" name="Straight Arrow Connector 44">
            <a:extLst>
              <a:ext uri="{FF2B5EF4-FFF2-40B4-BE49-F238E27FC236}">
                <a16:creationId xmlns:a16="http://schemas.microsoft.com/office/drawing/2014/main" id="{F04D49F3-32EA-B6B3-106E-FFD356FC93DF}"/>
              </a:ext>
            </a:extLst>
          </p:cNvPr>
          <p:cNvCxnSpPr>
            <a:cxnSpLocks/>
            <a:stCxn id="105" idx="1"/>
            <a:endCxn id="120" idx="1"/>
          </p:cNvCxnSpPr>
          <p:nvPr/>
        </p:nvCxnSpPr>
        <p:spPr>
          <a:xfrm rot="10800000" flipV="1">
            <a:off x="8100156" y="1527864"/>
            <a:ext cx="8389" cy="745538"/>
          </a:xfrm>
          <a:prstGeom prst="bentConnector3">
            <a:avLst>
              <a:gd name="adj1" fmla="val 2824997"/>
            </a:avLst>
          </a:prstGeom>
          <a:ln>
            <a:solidFill>
              <a:schemeClr val="tx1"/>
            </a:solidFill>
            <a:prstDash val="solid"/>
            <a:tailEnd type="triangle" w="lg" len="lg"/>
          </a:ln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grpSp>
        <p:nvGrpSpPr>
          <p:cNvPr id="107" name="Group 106">
            <a:extLst>
              <a:ext uri="{FF2B5EF4-FFF2-40B4-BE49-F238E27FC236}">
                <a16:creationId xmlns:a16="http://schemas.microsoft.com/office/drawing/2014/main" id="{B22A69B1-73DD-833C-9E13-2B2859C5D937}"/>
              </a:ext>
            </a:extLst>
          </p:cNvPr>
          <p:cNvGrpSpPr/>
          <p:nvPr/>
        </p:nvGrpSpPr>
        <p:grpSpPr>
          <a:xfrm>
            <a:off x="8083464" y="3024155"/>
            <a:ext cx="2091772" cy="566426"/>
            <a:chOff x="1471397" y="3045788"/>
            <a:chExt cx="2091772" cy="566426"/>
          </a:xfrm>
        </p:grpSpPr>
        <p:grpSp>
          <p:nvGrpSpPr>
            <p:cNvPr id="108" name="Group 107">
              <a:extLst>
                <a:ext uri="{FF2B5EF4-FFF2-40B4-BE49-F238E27FC236}">
                  <a16:creationId xmlns:a16="http://schemas.microsoft.com/office/drawing/2014/main" id="{1551E737-04CE-F8DF-5820-F0F4F1580F21}"/>
                </a:ext>
              </a:extLst>
            </p:cNvPr>
            <p:cNvGrpSpPr/>
            <p:nvPr/>
          </p:nvGrpSpPr>
          <p:grpSpPr>
            <a:xfrm>
              <a:off x="1471397" y="3045788"/>
              <a:ext cx="2078203" cy="566426"/>
              <a:chOff x="1471397" y="3045788"/>
              <a:chExt cx="2078203" cy="566426"/>
            </a:xfrm>
          </p:grpSpPr>
          <p:sp>
            <p:nvSpPr>
              <p:cNvPr id="111" name="TextBox 110">
                <a:extLst>
                  <a:ext uri="{FF2B5EF4-FFF2-40B4-BE49-F238E27FC236}">
                    <a16:creationId xmlns:a16="http://schemas.microsoft.com/office/drawing/2014/main" id="{B2B4B7A6-A8E1-B4B1-5F55-70E2A7EAFF28}"/>
                  </a:ext>
                </a:extLst>
              </p:cNvPr>
              <p:cNvSpPr txBox="1"/>
              <p:nvPr/>
            </p:nvSpPr>
            <p:spPr>
              <a:xfrm>
                <a:off x="1484308" y="3045788"/>
                <a:ext cx="2065292" cy="566426"/>
              </a:xfrm>
              <a:prstGeom prst="rect">
                <a:avLst/>
              </a:prstGeom>
              <a:solidFill>
                <a:schemeClr val="bg1"/>
              </a:solidFill>
              <a:ln w="28575">
                <a:solidFill>
                  <a:schemeClr val="tx1">
                    <a:lumMod val="50000"/>
                  </a:schemeClr>
                </a:solidFill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144000" tIns="108000" rIns="144000" bIns="144000" anchor="ctr"/>
              <a:lstStyle>
                <a:defPPr>
                  <a:defRPr lang="en-US"/>
                </a:defPPr>
                <a:lvl1pPr>
                  <a:defRPr sz="3200" baseline="-9000">
                    <a:solidFill>
                      <a:schemeClr val="bg2">
                        <a:lumMod val="40000"/>
                        <a:lumOff val="60000"/>
                      </a:schemeClr>
                    </a:solidFill>
                    <a:effectLst>
                      <a:glow>
                        <a:schemeClr val="bg1"/>
                      </a:glow>
                    </a:effectLst>
                  </a:defRPr>
                </a:lvl1pPr>
                <a:lvl2pPr>
                  <a:defRPr>
                    <a:solidFill>
                      <a:schemeClr val="lt1"/>
                    </a:solidFill>
                  </a:defRPr>
                </a:lvl2pPr>
                <a:lvl3pPr>
                  <a:defRPr>
                    <a:solidFill>
                      <a:schemeClr val="lt1"/>
                    </a:solidFill>
                  </a:defRPr>
                </a:lvl3pPr>
                <a:lvl4pPr>
                  <a:defRPr>
                    <a:solidFill>
                      <a:schemeClr val="lt1"/>
                    </a:solidFill>
                  </a:defRPr>
                </a:lvl4pPr>
                <a:lvl5pPr>
                  <a:defRPr>
                    <a:solidFill>
                      <a:schemeClr val="lt1"/>
                    </a:solidFill>
                  </a:defRPr>
                </a:lvl5pPr>
                <a:lvl6pPr>
                  <a:defRPr>
                    <a:solidFill>
                      <a:schemeClr val="lt1"/>
                    </a:solidFill>
                  </a:defRPr>
                </a:lvl6pPr>
                <a:lvl7pPr>
                  <a:defRPr>
                    <a:solidFill>
                      <a:schemeClr val="lt1"/>
                    </a:solidFill>
                  </a:defRPr>
                </a:lvl7pPr>
                <a:lvl8pPr>
                  <a:defRPr>
                    <a:solidFill>
                      <a:schemeClr val="lt1"/>
                    </a:solidFill>
                  </a:defRPr>
                </a:lvl8pPr>
                <a:lvl9pPr>
                  <a:defRPr>
                    <a:solidFill>
                      <a:schemeClr val="lt1"/>
                    </a:solidFill>
                  </a:defRPr>
                </a:lvl9pPr>
              </a:lstStyle>
              <a:p>
                <a:r>
                  <a:rPr lang="en-GB" dirty="0"/>
                  <a:t>📡</a:t>
                </a:r>
                <a:r>
                  <a:rPr lang="en-GB" baseline="0" dirty="0"/>
                  <a:t> </a:t>
                </a:r>
                <a:r>
                  <a:rPr lang="en-GB" sz="2400" baseline="0" dirty="0">
                    <a:solidFill>
                      <a:schemeClr val="tx1"/>
                    </a:solidFill>
                    <a:latin typeface="+mj-lt"/>
                    <a:cs typeface="Arial" panose="020B0604020202020204" pitchFamily="34" charset="0"/>
                  </a:rPr>
                  <a:t>Antenna</a:t>
                </a:r>
              </a:p>
            </p:txBody>
          </p:sp>
          <p:grpSp>
            <p:nvGrpSpPr>
              <p:cNvPr id="112" name="Group 111">
                <a:extLst>
                  <a:ext uri="{FF2B5EF4-FFF2-40B4-BE49-F238E27FC236}">
                    <a16:creationId xmlns:a16="http://schemas.microsoft.com/office/drawing/2014/main" id="{25B69265-A313-85E7-56D6-E6D7DF845AD0}"/>
                  </a:ext>
                </a:extLst>
              </p:cNvPr>
              <p:cNvGrpSpPr/>
              <p:nvPr/>
            </p:nvGrpSpPr>
            <p:grpSpPr>
              <a:xfrm>
                <a:off x="1471397" y="3062835"/>
                <a:ext cx="250647" cy="538510"/>
                <a:chOff x="1583163" y="1918820"/>
                <a:chExt cx="250647" cy="538510"/>
              </a:xfrm>
            </p:grpSpPr>
            <p:sp>
              <p:nvSpPr>
                <p:cNvPr id="113" name="TextBox 112">
                  <a:extLst>
                    <a:ext uri="{FF2B5EF4-FFF2-40B4-BE49-F238E27FC236}">
                      <a16:creationId xmlns:a16="http://schemas.microsoft.com/office/drawing/2014/main" id="{89D18341-3927-70B7-86B3-774E5C0EC75E}"/>
                    </a:ext>
                  </a:extLst>
                </p:cNvPr>
                <p:cNvSpPr txBox="1"/>
                <p:nvPr/>
              </p:nvSpPr>
              <p:spPr>
                <a:xfrm>
                  <a:off x="1590154" y="1918820"/>
                  <a:ext cx="243656" cy="369332"/>
                </a:xfrm>
                <a:prstGeom prst="rect">
                  <a:avLst/>
                </a:prstGeom>
                <a:noFill/>
              </p:spPr>
              <p:txBody>
                <a:bodyPr wrap="none" lIns="0" rIns="0" rtlCol="0">
                  <a:spAutoFit/>
                </a:bodyPr>
                <a:lstStyle/>
                <a:p>
                  <a:pPr algn="l"/>
                  <a:r>
                    <a:rPr lang="en-US" dirty="0"/>
                    <a:t>    </a:t>
                  </a:r>
                </a:p>
              </p:txBody>
            </p:sp>
            <p:sp>
              <p:nvSpPr>
                <p:cNvPr id="114" name="TextBox 113">
                  <a:extLst>
                    <a:ext uri="{FF2B5EF4-FFF2-40B4-BE49-F238E27FC236}">
                      <a16:creationId xmlns:a16="http://schemas.microsoft.com/office/drawing/2014/main" id="{874174CC-6806-28E9-7CF1-8375115E16B2}"/>
                    </a:ext>
                  </a:extLst>
                </p:cNvPr>
                <p:cNvSpPr txBox="1"/>
                <p:nvPr/>
              </p:nvSpPr>
              <p:spPr>
                <a:xfrm>
                  <a:off x="1583163" y="2087998"/>
                  <a:ext cx="243656" cy="369332"/>
                </a:xfrm>
                <a:prstGeom prst="rect">
                  <a:avLst/>
                </a:prstGeom>
                <a:noFill/>
              </p:spPr>
              <p:txBody>
                <a:bodyPr wrap="none" lIns="0" rIns="0" rtlCol="0">
                  <a:spAutoFit/>
                </a:bodyPr>
                <a:lstStyle/>
                <a:p>
                  <a:pPr algn="l"/>
                  <a:r>
                    <a:rPr lang="en-US" dirty="0"/>
                    <a:t>    </a:t>
                  </a:r>
                </a:p>
              </p:txBody>
            </p:sp>
          </p:grpSp>
        </p:grpSp>
        <p:sp>
          <p:nvSpPr>
            <p:cNvPr id="109" name="TextBox 108">
              <a:extLst>
                <a:ext uri="{FF2B5EF4-FFF2-40B4-BE49-F238E27FC236}">
                  <a16:creationId xmlns:a16="http://schemas.microsoft.com/office/drawing/2014/main" id="{291EEEAA-82F0-84C3-06C4-CBF6A57C0710}"/>
                </a:ext>
              </a:extLst>
            </p:cNvPr>
            <p:cNvSpPr txBox="1"/>
            <p:nvPr/>
          </p:nvSpPr>
          <p:spPr>
            <a:xfrm>
              <a:off x="3318115" y="3064311"/>
              <a:ext cx="243656" cy="369332"/>
            </a:xfrm>
            <a:prstGeom prst="rect">
              <a:avLst/>
            </a:prstGeom>
            <a:noFill/>
          </p:spPr>
          <p:txBody>
            <a:bodyPr wrap="none" lIns="0" rIns="0" rtlCol="0">
              <a:spAutoFit/>
            </a:bodyPr>
            <a:lstStyle/>
            <a:p>
              <a:pPr algn="l"/>
              <a:r>
                <a:rPr lang="en-US" dirty="0"/>
                <a:t>    </a:t>
              </a:r>
            </a:p>
          </p:txBody>
        </p:sp>
        <p:sp>
          <p:nvSpPr>
            <p:cNvPr id="110" name="TextBox 109">
              <a:extLst>
                <a:ext uri="{FF2B5EF4-FFF2-40B4-BE49-F238E27FC236}">
                  <a16:creationId xmlns:a16="http://schemas.microsoft.com/office/drawing/2014/main" id="{E307695B-EC85-B7A4-2128-E3C0B85B6322}"/>
                </a:ext>
              </a:extLst>
            </p:cNvPr>
            <p:cNvSpPr txBox="1"/>
            <p:nvPr/>
          </p:nvSpPr>
          <p:spPr>
            <a:xfrm>
              <a:off x="3319513" y="3233489"/>
              <a:ext cx="243656" cy="369332"/>
            </a:xfrm>
            <a:prstGeom prst="rect">
              <a:avLst/>
            </a:prstGeom>
            <a:noFill/>
          </p:spPr>
          <p:txBody>
            <a:bodyPr wrap="none" lIns="0" rIns="0" rtlCol="0">
              <a:spAutoFit/>
            </a:bodyPr>
            <a:lstStyle/>
            <a:p>
              <a:pPr algn="l"/>
              <a:r>
                <a:rPr lang="en-US" dirty="0"/>
                <a:t>    </a:t>
              </a:r>
            </a:p>
          </p:txBody>
        </p:sp>
      </p:grpSp>
      <p:grpSp>
        <p:nvGrpSpPr>
          <p:cNvPr id="115" name="Group 114">
            <a:extLst>
              <a:ext uri="{FF2B5EF4-FFF2-40B4-BE49-F238E27FC236}">
                <a16:creationId xmlns:a16="http://schemas.microsoft.com/office/drawing/2014/main" id="{1FE21FE0-0A0E-F152-5530-DDDB4BACA5AE}"/>
              </a:ext>
            </a:extLst>
          </p:cNvPr>
          <p:cNvGrpSpPr/>
          <p:nvPr/>
        </p:nvGrpSpPr>
        <p:grpSpPr>
          <a:xfrm>
            <a:off x="8093164" y="2074239"/>
            <a:ext cx="2082245" cy="560061"/>
            <a:chOff x="1481097" y="1844202"/>
            <a:chExt cx="2082245" cy="560061"/>
          </a:xfrm>
        </p:grpSpPr>
        <p:grpSp>
          <p:nvGrpSpPr>
            <p:cNvPr id="116" name="Group 115">
              <a:extLst>
                <a:ext uri="{FF2B5EF4-FFF2-40B4-BE49-F238E27FC236}">
                  <a16:creationId xmlns:a16="http://schemas.microsoft.com/office/drawing/2014/main" id="{964F7B58-B6E8-7E8D-0982-EBF10E79BA5F}"/>
                </a:ext>
              </a:extLst>
            </p:cNvPr>
            <p:cNvGrpSpPr/>
            <p:nvPr/>
          </p:nvGrpSpPr>
          <p:grpSpPr>
            <a:xfrm>
              <a:off x="1481097" y="1844202"/>
              <a:ext cx="2068503" cy="560061"/>
              <a:chOff x="1481097" y="1844202"/>
              <a:chExt cx="2068503" cy="560061"/>
            </a:xfrm>
          </p:grpSpPr>
          <p:grpSp>
            <p:nvGrpSpPr>
              <p:cNvPr id="119" name="Group 118">
                <a:extLst>
                  <a:ext uri="{FF2B5EF4-FFF2-40B4-BE49-F238E27FC236}">
                    <a16:creationId xmlns:a16="http://schemas.microsoft.com/office/drawing/2014/main" id="{14066531-3949-7295-2B88-481154BBA638}"/>
                  </a:ext>
                </a:extLst>
              </p:cNvPr>
              <p:cNvGrpSpPr/>
              <p:nvPr/>
            </p:nvGrpSpPr>
            <p:grpSpPr>
              <a:xfrm>
                <a:off x="1488915" y="1844202"/>
                <a:ext cx="2060685" cy="560061"/>
                <a:chOff x="2467360" y="2224697"/>
                <a:chExt cx="2060685" cy="560061"/>
              </a:xfrm>
            </p:grpSpPr>
            <p:sp>
              <p:nvSpPr>
                <p:cNvPr id="122" name="Rectangle 121">
                  <a:extLst>
                    <a:ext uri="{FF2B5EF4-FFF2-40B4-BE49-F238E27FC236}">
                      <a16:creationId xmlns:a16="http://schemas.microsoft.com/office/drawing/2014/main" id="{2F644ED3-857B-830F-82B2-2E7F66BDCEEE}"/>
                    </a:ext>
                  </a:extLst>
                </p:cNvPr>
                <p:cNvSpPr/>
                <p:nvPr/>
              </p:nvSpPr>
              <p:spPr>
                <a:xfrm>
                  <a:off x="2467360" y="2224697"/>
                  <a:ext cx="2060685" cy="560061"/>
                </a:xfrm>
                <a:prstGeom prst="rect">
                  <a:avLst/>
                </a:prstGeom>
                <a:solidFill>
                  <a:schemeClr val="bg1"/>
                </a:solidFill>
                <a:ln w="28575">
                  <a:solidFill>
                    <a:schemeClr val="tx1">
                      <a:lumMod val="50000"/>
                    </a:schemeClr>
                  </a:solidFill>
                  <a:prstDash val="solid"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lIns="144000" tIns="108000" rIns="144000" bIns="144000" anchor="ctr"/>
                <a:lstStyle/>
                <a:p>
                  <a:endParaRPr lang="en-US" sz="3200" baseline="-9000" dirty="0">
                    <a:solidFill>
                      <a:schemeClr val="bg2">
                        <a:lumMod val="40000"/>
                        <a:lumOff val="60000"/>
                      </a:schemeClr>
                    </a:solidFill>
                    <a:effectLst>
                      <a:glow>
                        <a:schemeClr val="bg1"/>
                      </a:glow>
                    </a:effectLst>
                  </a:endParaRPr>
                </a:p>
              </p:txBody>
            </p:sp>
            <p:sp>
              <p:nvSpPr>
                <p:cNvPr id="123" name="TextBox 122">
                  <a:extLst>
                    <a:ext uri="{FF2B5EF4-FFF2-40B4-BE49-F238E27FC236}">
                      <a16:creationId xmlns:a16="http://schemas.microsoft.com/office/drawing/2014/main" id="{063DC18D-35CE-17DF-BCE6-CF35D77043BE}"/>
                    </a:ext>
                  </a:extLst>
                </p:cNvPr>
                <p:cNvSpPr txBox="1"/>
                <p:nvPr/>
              </p:nvSpPr>
              <p:spPr>
                <a:xfrm>
                  <a:off x="2516954" y="2293144"/>
                  <a:ext cx="1560435" cy="461665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r>
                    <a:rPr lang="en-GB" sz="3200" baseline="-9000" noProof="1">
                      <a:solidFill>
                        <a:schemeClr val="bg2">
                          <a:lumMod val="40000"/>
                          <a:lumOff val="60000"/>
                        </a:schemeClr>
                      </a:solidFill>
                      <a:effectLst>
                        <a:glow>
                          <a:schemeClr val="bg1"/>
                        </a:glow>
                      </a:effectLst>
                    </a:rPr>
                    <a:t>🛜</a:t>
                  </a:r>
                  <a:r>
                    <a:rPr lang="en-GB" sz="2000" noProof="1"/>
                    <a:t> </a:t>
                  </a:r>
                  <a:r>
                    <a:rPr lang="en-GB" sz="2400" noProof="1"/>
                    <a:t>Wi-Fier</a:t>
                  </a:r>
                  <a:endParaRPr lang="en-GB" sz="2000" noProof="1"/>
                </a:p>
              </p:txBody>
            </p:sp>
          </p:grpSp>
          <p:sp>
            <p:nvSpPr>
              <p:cNvPr id="120" name="TextBox 119">
                <a:extLst>
                  <a:ext uri="{FF2B5EF4-FFF2-40B4-BE49-F238E27FC236}">
                    <a16:creationId xmlns:a16="http://schemas.microsoft.com/office/drawing/2014/main" id="{B7AA45ED-E948-A7A2-B974-E13AB93B9F7B}"/>
                  </a:ext>
                </a:extLst>
              </p:cNvPr>
              <p:cNvSpPr txBox="1"/>
              <p:nvPr/>
            </p:nvSpPr>
            <p:spPr>
              <a:xfrm>
                <a:off x="1488088" y="1858699"/>
                <a:ext cx="243656" cy="369332"/>
              </a:xfrm>
              <a:prstGeom prst="rect">
                <a:avLst/>
              </a:prstGeom>
              <a:noFill/>
            </p:spPr>
            <p:txBody>
              <a:bodyPr wrap="none" lIns="0" rIns="0" rtlCol="0">
                <a:spAutoFit/>
              </a:bodyPr>
              <a:lstStyle/>
              <a:p>
                <a:pPr algn="l"/>
                <a:r>
                  <a:rPr lang="en-US" dirty="0"/>
                  <a:t>    </a:t>
                </a:r>
              </a:p>
            </p:txBody>
          </p:sp>
          <p:sp>
            <p:nvSpPr>
              <p:cNvPr id="121" name="TextBox 120">
                <a:extLst>
                  <a:ext uri="{FF2B5EF4-FFF2-40B4-BE49-F238E27FC236}">
                    <a16:creationId xmlns:a16="http://schemas.microsoft.com/office/drawing/2014/main" id="{AC95BBE1-2186-3689-7E5C-5BD972436D72}"/>
                  </a:ext>
                </a:extLst>
              </p:cNvPr>
              <p:cNvSpPr txBox="1"/>
              <p:nvPr/>
            </p:nvSpPr>
            <p:spPr>
              <a:xfrm>
                <a:off x="1481097" y="2027877"/>
                <a:ext cx="243656" cy="369332"/>
              </a:xfrm>
              <a:prstGeom prst="rect">
                <a:avLst/>
              </a:prstGeom>
              <a:noFill/>
            </p:spPr>
            <p:txBody>
              <a:bodyPr wrap="none" lIns="0" rIns="0" rtlCol="0">
                <a:spAutoFit/>
              </a:bodyPr>
              <a:lstStyle/>
              <a:p>
                <a:pPr algn="l"/>
                <a:r>
                  <a:rPr lang="en-US" dirty="0"/>
                  <a:t>    </a:t>
                </a:r>
              </a:p>
            </p:txBody>
          </p:sp>
        </p:grpSp>
        <p:sp>
          <p:nvSpPr>
            <p:cNvPr id="117" name="TextBox 116">
              <a:extLst>
                <a:ext uri="{FF2B5EF4-FFF2-40B4-BE49-F238E27FC236}">
                  <a16:creationId xmlns:a16="http://schemas.microsoft.com/office/drawing/2014/main" id="{204D90C2-D984-E91A-5102-0958E9F75ACB}"/>
                </a:ext>
              </a:extLst>
            </p:cNvPr>
            <p:cNvSpPr txBox="1"/>
            <p:nvPr/>
          </p:nvSpPr>
          <p:spPr>
            <a:xfrm>
              <a:off x="3318288" y="1860097"/>
              <a:ext cx="243656" cy="369332"/>
            </a:xfrm>
            <a:prstGeom prst="rect">
              <a:avLst/>
            </a:prstGeom>
            <a:noFill/>
          </p:spPr>
          <p:txBody>
            <a:bodyPr wrap="none" lIns="0" rIns="0" rtlCol="0">
              <a:spAutoFit/>
            </a:bodyPr>
            <a:lstStyle/>
            <a:p>
              <a:pPr algn="l"/>
              <a:r>
                <a:rPr lang="en-US" dirty="0"/>
                <a:t>    </a:t>
              </a:r>
            </a:p>
          </p:txBody>
        </p:sp>
        <p:sp>
          <p:nvSpPr>
            <p:cNvPr id="118" name="TextBox 117">
              <a:extLst>
                <a:ext uri="{FF2B5EF4-FFF2-40B4-BE49-F238E27FC236}">
                  <a16:creationId xmlns:a16="http://schemas.microsoft.com/office/drawing/2014/main" id="{B3F9932B-0FB7-44E3-A4DF-2D2A843FB0CB}"/>
                </a:ext>
              </a:extLst>
            </p:cNvPr>
            <p:cNvSpPr txBox="1"/>
            <p:nvPr/>
          </p:nvSpPr>
          <p:spPr>
            <a:xfrm>
              <a:off x="3319686" y="2029275"/>
              <a:ext cx="243656" cy="369332"/>
            </a:xfrm>
            <a:prstGeom prst="rect">
              <a:avLst/>
            </a:prstGeom>
            <a:noFill/>
          </p:spPr>
          <p:txBody>
            <a:bodyPr wrap="none" lIns="0" rIns="0" rtlCol="0">
              <a:spAutoFit/>
            </a:bodyPr>
            <a:lstStyle/>
            <a:p>
              <a:pPr algn="l"/>
              <a:r>
                <a:rPr lang="en-US" dirty="0"/>
                <a:t>    </a:t>
              </a:r>
            </a:p>
          </p:txBody>
        </p:sp>
      </p:grpSp>
      <p:sp>
        <p:nvSpPr>
          <p:cNvPr id="132" name="Rectangle 131">
            <a:extLst>
              <a:ext uri="{FF2B5EF4-FFF2-40B4-BE49-F238E27FC236}">
                <a16:creationId xmlns:a16="http://schemas.microsoft.com/office/drawing/2014/main" id="{B09F6CB8-E35C-163B-A8A8-BE170C14FA23}"/>
              </a:ext>
            </a:extLst>
          </p:cNvPr>
          <p:cNvSpPr/>
          <p:nvPr/>
        </p:nvSpPr>
        <p:spPr>
          <a:xfrm>
            <a:off x="8091767" y="3962987"/>
            <a:ext cx="2065292" cy="566426"/>
          </a:xfrm>
          <a:prstGeom prst="rect">
            <a:avLst/>
          </a:prstGeom>
          <a:solidFill>
            <a:schemeClr val="bg1"/>
          </a:solidFill>
          <a:ln w="28575">
            <a:solidFill>
              <a:schemeClr val="tx1">
                <a:lumMod val="50000"/>
              </a:schemeClr>
            </a:solidFill>
            <a:prstDash val="soli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44000" tIns="144000" rIns="144000" bIns="144000" anchor="ctr"/>
          <a:lstStyle/>
          <a:p>
            <a:r>
              <a:rPr lang="en-GB" sz="3200" baseline="-9000" dirty="0">
                <a:solidFill>
                  <a:schemeClr val="bg2">
                    <a:lumMod val="40000"/>
                    <a:lumOff val="60000"/>
                  </a:schemeClr>
                </a:solidFill>
                <a:effectLst>
                  <a:glow>
                    <a:schemeClr val="bg1"/>
                  </a:glow>
                </a:effectLst>
              </a:rPr>
              <a:t>🔌 </a:t>
            </a:r>
            <a:r>
              <a:rPr lang="en-GB" sz="2400" dirty="0">
                <a:solidFill>
                  <a:schemeClr val="tx1"/>
                </a:solidFill>
                <a:effectLst>
                  <a:glow>
                    <a:schemeClr val="bg1"/>
                  </a:glow>
                </a:effectLst>
                <a:latin typeface="+mj-lt"/>
                <a:cs typeface="Arial" panose="020B0604020202020204" pitchFamily="34" charset="0"/>
              </a:rPr>
              <a:t>Pluggable</a:t>
            </a:r>
          </a:p>
        </p:txBody>
      </p:sp>
      <p:cxnSp>
        <p:nvCxnSpPr>
          <p:cNvPr id="135" name="Straight Arrow Connector 44">
            <a:extLst>
              <a:ext uri="{FF2B5EF4-FFF2-40B4-BE49-F238E27FC236}">
                <a16:creationId xmlns:a16="http://schemas.microsoft.com/office/drawing/2014/main" id="{7898581A-6E8B-04FE-4687-871C518DDEFB}"/>
              </a:ext>
            </a:extLst>
          </p:cNvPr>
          <p:cNvCxnSpPr>
            <a:cxnSpLocks/>
            <a:stCxn id="121" idx="1"/>
            <a:endCxn id="113" idx="1"/>
          </p:cNvCxnSpPr>
          <p:nvPr/>
        </p:nvCxnSpPr>
        <p:spPr>
          <a:xfrm rot="10800000" flipV="1">
            <a:off x="8090456" y="2442580"/>
            <a:ext cx="2709" cy="783288"/>
          </a:xfrm>
          <a:prstGeom prst="bentConnector3">
            <a:avLst>
              <a:gd name="adj1" fmla="val 8538538"/>
            </a:avLst>
          </a:prstGeom>
          <a:ln>
            <a:solidFill>
              <a:schemeClr val="tx1"/>
            </a:solidFill>
            <a:prstDash val="solid"/>
            <a:tailEnd type="triangle" w="lg" len="lg"/>
          </a:ln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cxnSp>
        <p:nvCxnSpPr>
          <p:cNvPr id="136" name="Straight Arrow Connector 44">
            <a:extLst>
              <a:ext uri="{FF2B5EF4-FFF2-40B4-BE49-F238E27FC236}">
                <a16:creationId xmlns:a16="http://schemas.microsoft.com/office/drawing/2014/main" id="{7D9E52F5-82E8-670A-4538-34236AB46646}"/>
              </a:ext>
            </a:extLst>
          </p:cNvPr>
          <p:cNvCxnSpPr>
            <a:cxnSpLocks/>
            <a:stCxn id="114" idx="1"/>
            <a:endCxn id="132" idx="1"/>
          </p:cNvCxnSpPr>
          <p:nvPr/>
        </p:nvCxnSpPr>
        <p:spPr>
          <a:xfrm rot="10800000" flipH="1" flipV="1">
            <a:off x="8083463" y="3395046"/>
            <a:ext cx="8303" cy="851154"/>
          </a:xfrm>
          <a:prstGeom prst="bentConnector3">
            <a:avLst>
              <a:gd name="adj1" fmla="val -2753222"/>
            </a:avLst>
          </a:prstGeom>
          <a:ln>
            <a:solidFill>
              <a:schemeClr val="tx1"/>
            </a:solidFill>
            <a:prstDash val="solid"/>
            <a:tailEnd type="triangle" w="lg" len="lg"/>
          </a:ln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cxnSp>
        <p:nvCxnSpPr>
          <p:cNvPr id="138" name="Straight Arrow Connector 44">
            <a:extLst>
              <a:ext uri="{FF2B5EF4-FFF2-40B4-BE49-F238E27FC236}">
                <a16:creationId xmlns:a16="http://schemas.microsoft.com/office/drawing/2014/main" id="{4D9EFFEA-602D-5C19-B4BF-11AB4E2973B6}"/>
              </a:ext>
            </a:extLst>
          </p:cNvPr>
          <p:cNvCxnSpPr>
            <a:cxnSpLocks/>
            <a:stCxn id="140" idx="3"/>
            <a:endCxn id="100" idx="3"/>
          </p:cNvCxnSpPr>
          <p:nvPr/>
        </p:nvCxnSpPr>
        <p:spPr>
          <a:xfrm flipH="1" flipV="1">
            <a:off x="10169228" y="503484"/>
            <a:ext cx="3373" cy="847687"/>
          </a:xfrm>
          <a:prstGeom prst="bentConnector3">
            <a:avLst>
              <a:gd name="adj1" fmla="val -6777350"/>
            </a:avLst>
          </a:prstGeom>
          <a:ln>
            <a:solidFill>
              <a:schemeClr val="tx1"/>
            </a:solidFill>
            <a:prstDash val="solid"/>
            <a:tailEnd type="triangle" w="lg" len="lg"/>
          </a:ln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cxnSp>
        <p:nvCxnSpPr>
          <p:cNvPr id="139" name="Straight Arrow Connector 44">
            <a:extLst>
              <a:ext uri="{FF2B5EF4-FFF2-40B4-BE49-F238E27FC236}">
                <a16:creationId xmlns:a16="http://schemas.microsoft.com/office/drawing/2014/main" id="{326B0E9A-30DD-9180-A1F9-4109AF8FE79D}"/>
              </a:ext>
            </a:extLst>
          </p:cNvPr>
          <p:cNvCxnSpPr>
            <a:cxnSpLocks/>
            <a:stCxn id="117" idx="3"/>
            <a:endCxn id="141" idx="3"/>
          </p:cNvCxnSpPr>
          <p:nvPr/>
        </p:nvCxnSpPr>
        <p:spPr>
          <a:xfrm flipH="1" flipV="1">
            <a:off x="10165610" y="1520349"/>
            <a:ext cx="8401" cy="754451"/>
          </a:xfrm>
          <a:prstGeom prst="bentConnector3">
            <a:avLst>
              <a:gd name="adj1" fmla="val -2721105"/>
            </a:avLst>
          </a:prstGeom>
          <a:ln>
            <a:solidFill>
              <a:schemeClr val="tx1"/>
            </a:solidFill>
            <a:prstDash val="solid"/>
            <a:tailEnd type="triangle" w="lg" len="lg"/>
          </a:ln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sp>
        <p:nvSpPr>
          <p:cNvPr id="140" name="TextBox 139">
            <a:extLst>
              <a:ext uri="{FF2B5EF4-FFF2-40B4-BE49-F238E27FC236}">
                <a16:creationId xmlns:a16="http://schemas.microsoft.com/office/drawing/2014/main" id="{A3E988B5-BF09-68DC-0DFD-D08AE0F18719}"/>
              </a:ext>
            </a:extLst>
          </p:cNvPr>
          <p:cNvSpPr txBox="1"/>
          <p:nvPr/>
        </p:nvSpPr>
        <p:spPr>
          <a:xfrm>
            <a:off x="9928945" y="1166505"/>
            <a:ext cx="243656" cy="369332"/>
          </a:xfrm>
          <a:prstGeom prst="rect">
            <a:avLst/>
          </a:prstGeom>
          <a:noFill/>
        </p:spPr>
        <p:txBody>
          <a:bodyPr wrap="none" lIns="0" rIns="0" rtlCol="0">
            <a:spAutoFit/>
          </a:bodyPr>
          <a:lstStyle/>
          <a:p>
            <a:pPr algn="l"/>
            <a:r>
              <a:rPr lang="en-US" dirty="0"/>
              <a:t>    </a:t>
            </a:r>
          </a:p>
        </p:txBody>
      </p:sp>
      <p:sp>
        <p:nvSpPr>
          <p:cNvPr id="141" name="TextBox 140">
            <a:extLst>
              <a:ext uri="{FF2B5EF4-FFF2-40B4-BE49-F238E27FC236}">
                <a16:creationId xmlns:a16="http://schemas.microsoft.com/office/drawing/2014/main" id="{E631EE61-0F93-9FD5-43BC-C0CDEAFD0BB0}"/>
              </a:ext>
            </a:extLst>
          </p:cNvPr>
          <p:cNvSpPr txBox="1"/>
          <p:nvPr/>
        </p:nvSpPr>
        <p:spPr>
          <a:xfrm>
            <a:off x="9921954" y="1335683"/>
            <a:ext cx="243656" cy="369332"/>
          </a:xfrm>
          <a:prstGeom prst="rect">
            <a:avLst/>
          </a:prstGeom>
          <a:noFill/>
        </p:spPr>
        <p:txBody>
          <a:bodyPr wrap="none" lIns="0" rIns="0" rtlCol="0">
            <a:spAutoFit/>
          </a:bodyPr>
          <a:lstStyle/>
          <a:p>
            <a:pPr algn="l"/>
            <a:r>
              <a:rPr lang="en-US" dirty="0"/>
              <a:t>    </a:t>
            </a:r>
          </a:p>
        </p:txBody>
      </p:sp>
      <p:cxnSp>
        <p:nvCxnSpPr>
          <p:cNvPr id="142" name="Straight Arrow Connector 44">
            <a:extLst>
              <a:ext uri="{FF2B5EF4-FFF2-40B4-BE49-F238E27FC236}">
                <a16:creationId xmlns:a16="http://schemas.microsoft.com/office/drawing/2014/main" id="{025501CD-A441-FD39-51DD-95B50541F801}"/>
              </a:ext>
            </a:extLst>
          </p:cNvPr>
          <p:cNvCxnSpPr>
            <a:cxnSpLocks/>
            <a:stCxn id="109" idx="3"/>
            <a:endCxn id="118" idx="3"/>
          </p:cNvCxnSpPr>
          <p:nvPr/>
        </p:nvCxnSpPr>
        <p:spPr>
          <a:xfrm flipV="1">
            <a:off x="10173838" y="2443978"/>
            <a:ext cx="1571" cy="783366"/>
          </a:xfrm>
          <a:prstGeom prst="bentConnector3">
            <a:avLst>
              <a:gd name="adj1" fmla="val 14651241"/>
            </a:avLst>
          </a:prstGeom>
          <a:ln>
            <a:solidFill>
              <a:schemeClr val="tx1"/>
            </a:solidFill>
            <a:prstDash val="solid"/>
            <a:tailEnd type="triangle" w="lg" len="lg"/>
          </a:ln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cxnSp>
        <p:nvCxnSpPr>
          <p:cNvPr id="143" name="Straight Arrow Connector 44">
            <a:extLst>
              <a:ext uri="{FF2B5EF4-FFF2-40B4-BE49-F238E27FC236}">
                <a16:creationId xmlns:a16="http://schemas.microsoft.com/office/drawing/2014/main" id="{33074F07-A5F8-8EEE-1EA9-29A68435EFC6}"/>
              </a:ext>
            </a:extLst>
          </p:cNvPr>
          <p:cNvCxnSpPr>
            <a:cxnSpLocks/>
            <a:stCxn id="132" idx="3"/>
            <a:endCxn id="110" idx="3"/>
          </p:cNvCxnSpPr>
          <p:nvPr/>
        </p:nvCxnSpPr>
        <p:spPr>
          <a:xfrm flipV="1">
            <a:off x="10157059" y="3396522"/>
            <a:ext cx="18177" cy="849678"/>
          </a:xfrm>
          <a:prstGeom prst="bentConnector3">
            <a:avLst>
              <a:gd name="adj1" fmla="val 1357633"/>
            </a:avLst>
          </a:prstGeom>
          <a:ln>
            <a:solidFill>
              <a:schemeClr val="tx1"/>
            </a:solidFill>
            <a:prstDash val="solid"/>
            <a:tailEnd type="triangle" w="lg" len="lg"/>
          </a:ln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sp>
        <p:nvSpPr>
          <p:cNvPr id="145" name="Content Placeholder 2">
            <a:extLst>
              <a:ext uri="{FF2B5EF4-FFF2-40B4-BE49-F238E27FC236}">
                <a16:creationId xmlns:a16="http://schemas.microsoft.com/office/drawing/2014/main" id="{49E74E6B-270D-D184-65C7-9E56A0E09BD3}"/>
              </a:ext>
            </a:extLst>
          </p:cNvPr>
          <p:cNvSpPr txBox="1">
            <a:spLocks/>
          </p:cNvSpPr>
          <p:nvPr/>
        </p:nvSpPr>
        <p:spPr>
          <a:xfrm>
            <a:off x="6395314" y="1065684"/>
            <a:ext cx="1465796" cy="738664"/>
          </a:xfrm>
          <a:prstGeom prst="rect">
            <a:avLst/>
          </a:prstGeom>
        </p:spPr>
        <p:txBody>
          <a:bodyPr wrap="square">
            <a:sp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0"/>
              </a:spcBef>
              <a:spcAft>
                <a:spcPts val="1200"/>
              </a:spcAft>
              <a:buSzPct val="90000"/>
              <a:buFont typeface="Amazon Ember" panose="020B0603020204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-228600" algn="l" defTabSz="914400" rtl="0" eaLnBrk="1" latinLnBrk="0" hangingPunct="1">
              <a:lnSpc>
                <a:spcPct val="90000"/>
              </a:lnSpc>
              <a:spcBef>
                <a:spcPts val="0"/>
              </a:spcBef>
              <a:spcAft>
                <a:spcPts val="1200"/>
              </a:spcAft>
              <a:buSzPct val="90000"/>
              <a:buFont typeface="Wingdings" panose="05000000000000000000" pitchFamily="2" charset="2"/>
              <a:buChar char="§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5800" indent="-228600" algn="l" defTabSz="914400" rtl="0" eaLnBrk="1" latinLnBrk="0" hangingPunct="1">
              <a:lnSpc>
                <a:spcPct val="90000"/>
              </a:lnSpc>
              <a:spcBef>
                <a:spcPts val="0"/>
              </a:spcBef>
              <a:spcAft>
                <a:spcPts val="1200"/>
              </a:spcAft>
              <a:buSzPct val="90000"/>
              <a:buFont typeface="Amazon Ember" panose="020B0603020204020204" pitchFamily="34" charset="0"/>
              <a:buChar char="–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4400" indent="-228600" algn="l" defTabSz="914400" rtl="0" eaLnBrk="1" latinLnBrk="0" hangingPunct="1">
              <a:lnSpc>
                <a:spcPct val="90000"/>
              </a:lnSpc>
              <a:spcBef>
                <a:spcPts val="0"/>
              </a:spcBef>
              <a:spcAft>
                <a:spcPts val="1200"/>
              </a:spcAft>
              <a:buFont typeface="Amazon Ember" panose="020B0603020204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143000" indent="-228600" algn="l" defTabSz="914400" rtl="0" eaLnBrk="1" latinLnBrk="0" hangingPunct="1">
              <a:lnSpc>
                <a:spcPct val="90000"/>
              </a:lnSpc>
              <a:spcBef>
                <a:spcPts val="0"/>
              </a:spcBef>
              <a:spcAft>
                <a:spcPts val="1200"/>
              </a:spcAft>
              <a:buFont typeface="Amazon Ember" panose="020B0603020204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mazon Ember" panose="020B0603020204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mazon Ember" panose="020B0603020204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mazon Ember" panose="020B0603020204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mazon Ember" panose="020B0603020204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r">
              <a:lnSpc>
                <a:spcPct val="100000"/>
              </a:lnSpc>
              <a:spcAft>
                <a:spcPts val="600"/>
              </a:spcAft>
              <a:buNone/>
            </a:pPr>
            <a:r>
              <a:rPr lang="en-US" sz="1400" i="1" dirty="0">
                <a:solidFill>
                  <a:schemeClr val="bg2">
                    <a:lumMod val="40000"/>
                    <a:lumOff val="60000"/>
                  </a:schemeClr>
                </a:solidFill>
                <a:effectLst>
                  <a:glow>
                    <a:schemeClr val="bg1"/>
                  </a:glow>
                </a:effectLst>
              </a:rPr>
              <a:t>send command via secure WebSocket</a:t>
            </a:r>
          </a:p>
        </p:txBody>
      </p:sp>
      <p:sp>
        <p:nvSpPr>
          <p:cNvPr id="149" name="Content Placeholder 2">
            <a:extLst>
              <a:ext uri="{FF2B5EF4-FFF2-40B4-BE49-F238E27FC236}">
                <a16:creationId xmlns:a16="http://schemas.microsoft.com/office/drawing/2014/main" id="{F63F4E5D-C8C7-2E8A-1659-881D269B5C62}"/>
              </a:ext>
            </a:extLst>
          </p:cNvPr>
          <p:cNvSpPr txBox="1">
            <a:spLocks/>
          </p:cNvSpPr>
          <p:nvPr/>
        </p:nvSpPr>
        <p:spPr>
          <a:xfrm>
            <a:off x="8083462" y="3632811"/>
            <a:ext cx="2048515" cy="307777"/>
          </a:xfrm>
          <a:prstGeom prst="rect">
            <a:avLst/>
          </a:prstGeom>
        </p:spPr>
        <p:txBody>
          <a:bodyPr wrap="square">
            <a:spAutoFit/>
          </a:bodyPr>
          <a:lstStyle>
            <a:defPPr>
              <a:defRPr lang="en-US"/>
            </a:defPPr>
            <a:lvl1pPr indent="0"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SzPct val="90000"/>
              <a:buFont typeface="Amazon Ember" panose="020B0603020204020204" pitchFamily="34" charset="0"/>
              <a:buNone/>
              <a:defRPr sz="1400" i="1">
                <a:solidFill>
                  <a:schemeClr val="bg2">
                    <a:lumMod val="40000"/>
                    <a:lumOff val="60000"/>
                  </a:schemeClr>
                </a:solidFill>
                <a:effectLst>
                  <a:glow>
                    <a:schemeClr val="bg1"/>
                  </a:glow>
                </a:effectLst>
              </a:defRPr>
            </a:lvl1pPr>
            <a:lvl2pPr indent="-228600">
              <a:lnSpc>
                <a:spcPct val="90000"/>
              </a:lnSpc>
              <a:spcBef>
                <a:spcPts val="0"/>
              </a:spcBef>
              <a:spcAft>
                <a:spcPts val="1200"/>
              </a:spcAft>
              <a:buSzPct val="90000"/>
              <a:buFont typeface="Wingdings" panose="05000000000000000000" pitchFamily="2" charset="2"/>
              <a:buChar char="§"/>
              <a:defRPr sz="2400"/>
            </a:lvl2pPr>
            <a:lvl3pPr marL="685800" indent="-228600">
              <a:lnSpc>
                <a:spcPct val="90000"/>
              </a:lnSpc>
              <a:spcBef>
                <a:spcPts val="0"/>
              </a:spcBef>
              <a:spcAft>
                <a:spcPts val="1200"/>
              </a:spcAft>
              <a:buSzPct val="90000"/>
              <a:buFont typeface="Amazon Ember" panose="020B0603020204020204" pitchFamily="34" charset="0"/>
              <a:buChar char="–"/>
              <a:defRPr sz="2000"/>
            </a:lvl3pPr>
            <a:lvl4pPr marL="914400" indent="-228600">
              <a:lnSpc>
                <a:spcPct val="90000"/>
              </a:lnSpc>
              <a:spcBef>
                <a:spcPts val="0"/>
              </a:spcBef>
              <a:spcAft>
                <a:spcPts val="1200"/>
              </a:spcAft>
              <a:buFont typeface="Amazon Ember" panose="020B0603020204020204" pitchFamily="34" charset="0"/>
              <a:buChar char="•"/>
            </a:lvl4pPr>
            <a:lvl5pPr marL="1143000" indent="-228600">
              <a:lnSpc>
                <a:spcPct val="90000"/>
              </a:lnSpc>
              <a:spcBef>
                <a:spcPts val="0"/>
              </a:spcBef>
              <a:spcAft>
                <a:spcPts val="1200"/>
              </a:spcAft>
              <a:buFont typeface="Amazon Ember" panose="020B0603020204020204" pitchFamily="34" charset="0"/>
              <a:buChar char="•"/>
            </a:lvl5pPr>
            <a:lvl6pPr marL="2514600" indent="-228600">
              <a:lnSpc>
                <a:spcPct val="90000"/>
              </a:lnSpc>
              <a:spcBef>
                <a:spcPts val="500"/>
              </a:spcBef>
              <a:buFont typeface="Amazon Ember" panose="020B0603020204020204" pitchFamily="34" charset="0"/>
              <a:buChar char="•"/>
            </a:lvl6pPr>
            <a:lvl7pPr marL="2971800" indent="-228600">
              <a:lnSpc>
                <a:spcPct val="90000"/>
              </a:lnSpc>
              <a:spcBef>
                <a:spcPts val="500"/>
              </a:spcBef>
              <a:buFont typeface="Amazon Ember" panose="020B0603020204020204" pitchFamily="34" charset="0"/>
              <a:buChar char="•"/>
            </a:lvl7pPr>
            <a:lvl8pPr marL="3429000" indent="-228600">
              <a:lnSpc>
                <a:spcPct val="90000"/>
              </a:lnSpc>
              <a:spcBef>
                <a:spcPts val="500"/>
              </a:spcBef>
              <a:buFont typeface="Amazon Ember" panose="020B0603020204020204" pitchFamily="34" charset="0"/>
              <a:buChar char="•"/>
            </a:lvl8pPr>
            <a:lvl9pPr marL="3886200" indent="-228600">
              <a:lnSpc>
                <a:spcPct val="90000"/>
              </a:lnSpc>
              <a:spcBef>
                <a:spcPts val="500"/>
              </a:spcBef>
              <a:buFont typeface="Amazon Ember" panose="020B0603020204020204" pitchFamily="34" charset="0"/>
              <a:buChar char="•"/>
            </a:lvl9pPr>
          </a:lstStyle>
          <a:p>
            <a:pPr algn="ctr"/>
            <a:r>
              <a:rPr lang="en-US" dirty="0">
                <a:solidFill>
                  <a:schemeClr val="accent4"/>
                </a:solidFill>
              </a:rPr>
              <a:t>physical cable</a:t>
            </a:r>
          </a:p>
        </p:txBody>
      </p:sp>
      <p:sp>
        <p:nvSpPr>
          <p:cNvPr id="150" name="Content Placeholder 2">
            <a:extLst>
              <a:ext uri="{FF2B5EF4-FFF2-40B4-BE49-F238E27FC236}">
                <a16:creationId xmlns:a16="http://schemas.microsoft.com/office/drawing/2014/main" id="{BC3C1B5E-C681-A207-F7CF-539FE5B8B25A}"/>
              </a:ext>
            </a:extLst>
          </p:cNvPr>
          <p:cNvSpPr txBox="1">
            <a:spLocks/>
          </p:cNvSpPr>
          <p:nvPr/>
        </p:nvSpPr>
        <p:spPr>
          <a:xfrm>
            <a:off x="8102251" y="2678723"/>
            <a:ext cx="2048515" cy="307777"/>
          </a:xfrm>
          <a:prstGeom prst="rect">
            <a:avLst/>
          </a:prstGeom>
        </p:spPr>
        <p:txBody>
          <a:bodyPr wrap="square">
            <a:spAutoFit/>
          </a:bodyPr>
          <a:lstStyle>
            <a:defPPr>
              <a:defRPr lang="en-US"/>
            </a:defPPr>
            <a:lvl1pPr indent="0"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SzPct val="90000"/>
              <a:buFont typeface="Amazon Ember" panose="020B0603020204020204" pitchFamily="34" charset="0"/>
              <a:buNone/>
              <a:defRPr sz="1400" i="1">
                <a:solidFill>
                  <a:schemeClr val="bg2">
                    <a:lumMod val="40000"/>
                    <a:lumOff val="60000"/>
                  </a:schemeClr>
                </a:solidFill>
                <a:effectLst>
                  <a:glow>
                    <a:schemeClr val="bg1"/>
                  </a:glow>
                </a:effectLst>
              </a:defRPr>
            </a:lvl1pPr>
            <a:lvl2pPr indent="-228600">
              <a:lnSpc>
                <a:spcPct val="90000"/>
              </a:lnSpc>
              <a:spcBef>
                <a:spcPts val="0"/>
              </a:spcBef>
              <a:spcAft>
                <a:spcPts val="1200"/>
              </a:spcAft>
              <a:buSzPct val="90000"/>
              <a:buFont typeface="Wingdings" panose="05000000000000000000" pitchFamily="2" charset="2"/>
              <a:buChar char="§"/>
              <a:defRPr sz="2400"/>
            </a:lvl2pPr>
            <a:lvl3pPr marL="685800" indent="-228600">
              <a:lnSpc>
                <a:spcPct val="90000"/>
              </a:lnSpc>
              <a:spcBef>
                <a:spcPts val="0"/>
              </a:spcBef>
              <a:spcAft>
                <a:spcPts val="1200"/>
              </a:spcAft>
              <a:buSzPct val="90000"/>
              <a:buFont typeface="Amazon Ember" panose="020B0603020204020204" pitchFamily="34" charset="0"/>
              <a:buChar char="–"/>
              <a:defRPr sz="2000"/>
            </a:lvl3pPr>
            <a:lvl4pPr marL="914400" indent="-228600">
              <a:lnSpc>
                <a:spcPct val="90000"/>
              </a:lnSpc>
              <a:spcBef>
                <a:spcPts val="0"/>
              </a:spcBef>
              <a:spcAft>
                <a:spcPts val="1200"/>
              </a:spcAft>
              <a:buFont typeface="Amazon Ember" panose="020B0603020204020204" pitchFamily="34" charset="0"/>
              <a:buChar char="•"/>
            </a:lvl4pPr>
            <a:lvl5pPr marL="1143000" indent="-228600">
              <a:lnSpc>
                <a:spcPct val="90000"/>
              </a:lnSpc>
              <a:spcBef>
                <a:spcPts val="0"/>
              </a:spcBef>
              <a:spcAft>
                <a:spcPts val="1200"/>
              </a:spcAft>
              <a:buFont typeface="Amazon Ember" panose="020B0603020204020204" pitchFamily="34" charset="0"/>
              <a:buChar char="•"/>
            </a:lvl5pPr>
            <a:lvl6pPr marL="2514600" indent="-228600">
              <a:lnSpc>
                <a:spcPct val="90000"/>
              </a:lnSpc>
              <a:spcBef>
                <a:spcPts val="500"/>
              </a:spcBef>
              <a:buFont typeface="Amazon Ember" panose="020B0603020204020204" pitchFamily="34" charset="0"/>
              <a:buChar char="•"/>
            </a:lvl6pPr>
            <a:lvl7pPr marL="2971800" indent="-228600">
              <a:lnSpc>
                <a:spcPct val="90000"/>
              </a:lnSpc>
              <a:spcBef>
                <a:spcPts val="500"/>
              </a:spcBef>
              <a:buFont typeface="Amazon Ember" panose="020B0603020204020204" pitchFamily="34" charset="0"/>
              <a:buChar char="•"/>
            </a:lvl7pPr>
            <a:lvl8pPr marL="3429000" indent="-228600">
              <a:lnSpc>
                <a:spcPct val="90000"/>
              </a:lnSpc>
              <a:spcBef>
                <a:spcPts val="500"/>
              </a:spcBef>
              <a:buFont typeface="Amazon Ember" panose="020B0603020204020204" pitchFamily="34" charset="0"/>
              <a:buChar char="•"/>
            </a:lvl8pPr>
            <a:lvl9pPr marL="3886200" indent="-228600">
              <a:lnSpc>
                <a:spcPct val="90000"/>
              </a:lnSpc>
              <a:spcBef>
                <a:spcPts val="500"/>
              </a:spcBef>
              <a:buFont typeface="Amazon Ember" panose="020B0603020204020204" pitchFamily="34" charset="0"/>
              <a:buChar char="•"/>
            </a:lvl9pPr>
          </a:lstStyle>
          <a:p>
            <a:pPr algn="ctr"/>
            <a:r>
              <a:rPr lang="en-US" dirty="0">
                <a:solidFill>
                  <a:schemeClr val="accent4"/>
                </a:solidFill>
              </a:rPr>
              <a:t>physical cable</a:t>
            </a:r>
          </a:p>
        </p:txBody>
      </p:sp>
      <p:sp>
        <p:nvSpPr>
          <p:cNvPr id="151" name="Content Placeholder 2">
            <a:extLst>
              <a:ext uri="{FF2B5EF4-FFF2-40B4-BE49-F238E27FC236}">
                <a16:creationId xmlns:a16="http://schemas.microsoft.com/office/drawing/2014/main" id="{32C37843-0E80-0A5B-A071-492047C2F7C7}"/>
              </a:ext>
            </a:extLst>
          </p:cNvPr>
          <p:cNvSpPr txBox="1">
            <a:spLocks/>
          </p:cNvSpPr>
          <p:nvPr/>
        </p:nvSpPr>
        <p:spPr>
          <a:xfrm>
            <a:off x="8083461" y="1748140"/>
            <a:ext cx="2048515" cy="307777"/>
          </a:xfrm>
          <a:prstGeom prst="rect">
            <a:avLst/>
          </a:prstGeom>
        </p:spPr>
        <p:txBody>
          <a:bodyPr wrap="square">
            <a:spAutoFit/>
          </a:bodyPr>
          <a:lstStyle>
            <a:defPPr>
              <a:defRPr lang="en-US"/>
            </a:defPPr>
            <a:lvl1pPr indent="0"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SzPct val="90000"/>
              <a:buFont typeface="Amazon Ember" panose="020B0603020204020204" pitchFamily="34" charset="0"/>
              <a:buNone/>
              <a:defRPr sz="1400" i="1">
                <a:solidFill>
                  <a:schemeClr val="bg2">
                    <a:lumMod val="40000"/>
                    <a:lumOff val="60000"/>
                  </a:schemeClr>
                </a:solidFill>
                <a:effectLst>
                  <a:glow>
                    <a:schemeClr val="bg1"/>
                  </a:glow>
                </a:effectLst>
              </a:defRPr>
            </a:lvl1pPr>
            <a:lvl2pPr indent="-228600">
              <a:lnSpc>
                <a:spcPct val="90000"/>
              </a:lnSpc>
              <a:spcBef>
                <a:spcPts val="0"/>
              </a:spcBef>
              <a:spcAft>
                <a:spcPts val="1200"/>
              </a:spcAft>
              <a:buSzPct val="90000"/>
              <a:buFont typeface="Wingdings" panose="05000000000000000000" pitchFamily="2" charset="2"/>
              <a:buChar char="§"/>
              <a:defRPr sz="2400"/>
            </a:lvl2pPr>
            <a:lvl3pPr marL="685800" indent="-228600">
              <a:lnSpc>
                <a:spcPct val="90000"/>
              </a:lnSpc>
              <a:spcBef>
                <a:spcPts val="0"/>
              </a:spcBef>
              <a:spcAft>
                <a:spcPts val="1200"/>
              </a:spcAft>
              <a:buSzPct val="90000"/>
              <a:buFont typeface="Amazon Ember" panose="020B0603020204020204" pitchFamily="34" charset="0"/>
              <a:buChar char="–"/>
              <a:defRPr sz="2000"/>
            </a:lvl3pPr>
            <a:lvl4pPr marL="914400" indent="-228600">
              <a:lnSpc>
                <a:spcPct val="90000"/>
              </a:lnSpc>
              <a:spcBef>
                <a:spcPts val="0"/>
              </a:spcBef>
              <a:spcAft>
                <a:spcPts val="1200"/>
              </a:spcAft>
              <a:buFont typeface="Amazon Ember" panose="020B0603020204020204" pitchFamily="34" charset="0"/>
              <a:buChar char="•"/>
            </a:lvl4pPr>
            <a:lvl5pPr marL="1143000" indent="-228600">
              <a:lnSpc>
                <a:spcPct val="90000"/>
              </a:lnSpc>
              <a:spcBef>
                <a:spcPts val="0"/>
              </a:spcBef>
              <a:spcAft>
                <a:spcPts val="1200"/>
              </a:spcAft>
              <a:buFont typeface="Amazon Ember" panose="020B0603020204020204" pitchFamily="34" charset="0"/>
              <a:buChar char="•"/>
            </a:lvl5pPr>
            <a:lvl6pPr marL="2514600" indent="-228600">
              <a:lnSpc>
                <a:spcPct val="90000"/>
              </a:lnSpc>
              <a:spcBef>
                <a:spcPts val="500"/>
              </a:spcBef>
              <a:buFont typeface="Amazon Ember" panose="020B0603020204020204" pitchFamily="34" charset="0"/>
              <a:buChar char="•"/>
            </a:lvl6pPr>
            <a:lvl7pPr marL="2971800" indent="-228600">
              <a:lnSpc>
                <a:spcPct val="90000"/>
              </a:lnSpc>
              <a:spcBef>
                <a:spcPts val="500"/>
              </a:spcBef>
              <a:buFont typeface="Amazon Ember" panose="020B0603020204020204" pitchFamily="34" charset="0"/>
              <a:buChar char="•"/>
            </a:lvl7pPr>
            <a:lvl8pPr marL="3429000" indent="-228600">
              <a:lnSpc>
                <a:spcPct val="90000"/>
              </a:lnSpc>
              <a:spcBef>
                <a:spcPts val="500"/>
              </a:spcBef>
              <a:buFont typeface="Amazon Ember" panose="020B0603020204020204" pitchFamily="34" charset="0"/>
              <a:buChar char="•"/>
            </a:lvl8pPr>
            <a:lvl9pPr marL="3886200" indent="-228600">
              <a:lnSpc>
                <a:spcPct val="90000"/>
              </a:lnSpc>
              <a:spcBef>
                <a:spcPts val="500"/>
              </a:spcBef>
              <a:buFont typeface="Amazon Ember" panose="020B0603020204020204" pitchFamily="34" charset="0"/>
              <a:buChar char="•"/>
            </a:lvl9pPr>
          </a:lstStyle>
          <a:p>
            <a:pPr algn="ctr"/>
            <a:r>
              <a:rPr lang="en-US" dirty="0">
                <a:solidFill>
                  <a:schemeClr val="accent2"/>
                </a:solidFill>
              </a:rPr>
              <a:t>https public internet</a:t>
            </a:r>
          </a:p>
        </p:txBody>
      </p:sp>
      <p:sp>
        <p:nvSpPr>
          <p:cNvPr id="152" name="Content Placeholder 2">
            <a:extLst>
              <a:ext uri="{FF2B5EF4-FFF2-40B4-BE49-F238E27FC236}">
                <a16:creationId xmlns:a16="http://schemas.microsoft.com/office/drawing/2014/main" id="{C97AED39-0DBD-63F8-EBC2-EB404F7761F8}"/>
              </a:ext>
            </a:extLst>
          </p:cNvPr>
          <p:cNvSpPr txBox="1">
            <a:spLocks/>
          </p:cNvSpPr>
          <p:nvPr/>
        </p:nvSpPr>
        <p:spPr>
          <a:xfrm>
            <a:off x="8083460" y="817732"/>
            <a:ext cx="2048515" cy="307777"/>
          </a:xfrm>
          <a:prstGeom prst="rect">
            <a:avLst/>
          </a:prstGeom>
        </p:spPr>
        <p:txBody>
          <a:bodyPr wrap="square">
            <a:spAutoFit/>
          </a:bodyPr>
          <a:lstStyle>
            <a:defPPr>
              <a:defRPr lang="en-US"/>
            </a:defPPr>
            <a:lvl1pPr indent="0"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SzPct val="90000"/>
              <a:buFont typeface="Amazon Ember" panose="020B0603020204020204" pitchFamily="34" charset="0"/>
              <a:buNone/>
              <a:defRPr sz="1400" i="1">
                <a:solidFill>
                  <a:schemeClr val="bg2">
                    <a:lumMod val="40000"/>
                    <a:lumOff val="60000"/>
                  </a:schemeClr>
                </a:solidFill>
                <a:effectLst>
                  <a:glow>
                    <a:schemeClr val="bg1"/>
                  </a:glow>
                </a:effectLst>
              </a:defRPr>
            </a:lvl1pPr>
            <a:lvl2pPr indent="-228600">
              <a:lnSpc>
                <a:spcPct val="90000"/>
              </a:lnSpc>
              <a:spcBef>
                <a:spcPts val="0"/>
              </a:spcBef>
              <a:spcAft>
                <a:spcPts val="1200"/>
              </a:spcAft>
              <a:buSzPct val="90000"/>
              <a:buFont typeface="Wingdings" panose="05000000000000000000" pitchFamily="2" charset="2"/>
              <a:buChar char="§"/>
              <a:defRPr sz="2400"/>
            </a:lvl2pPr>
            <a:lvl3pPr marL="685800" indent="-228600">
              <a:lnSpc>
                <a:spcPct val="90000"/>
              </a:lnSpc>
              <a:spcBef>
                <a:spcPts val="0"/>
              </a:spcBef>
              <a:spcAft>
                <a:spcPts val="1200"/>
              </a:spcAft>
              <a:buSzPct val="90000"/>
              <a:buFont typeface="Amazon Ember" panose="020B0603020204020204" pitchFamily="34" charset="0"/>
              <a:buChar char="–"/>
              <a:defRPr sz="2000"/>
            </a:lvl3pPr>
            <a:lvl4pPr marL="914400" indent="-228600">
              <a:lnSpc>
                <a:spcPct val="90000"/>
              </a:lnSpc>
              <a:spcBef>
                <a:spcPts val="0"/>
              </a:spcBef>
              <a:spcAft>
                <a:spcPts val="1200"/>
              </a:spcAft>
              <a:buFont typeface="Amazon Ember" panose="020B0603020204020204" pitchFamily="34" charset="0"/>
              <a:buChar char="•"/>
            </a:lvl4pPr>
            <a:lvl5pPr marL="1143000" indent="-228600">
              <a:lnSpc>
                <a:spcPct val="90000"/>
              </a:lnSpc>
              <a:spcBef>
                <a:spcPts val="0"/>
              </a:spcBef>
              <a:spcAft>
                <a:spcPts val="1200"/>
              </a:spcAft>
              <a:buFont typeface="Amazon Ember" panose="020B0603020204020204" pitchFamily="34" charset="0"/>
              <a:buChar char="•"/>
            </a:lvl5pPr>
            <a:lvl6pPr marL="2514600" indent="-228600">
              <a:lnSpc>
                <a:spcPct val="90000"/>
              </a:lnSpc>
              <a:spcBef>
                <a:spcPts val="500"/>
              </a:spcBef>
              <a:buFont typeface="Amazon Ember" panose="020B0603020204020204" pitchFamily="34" charset="0"/>
              <a:buChar char="•"/>
            </a:lvl6pPr>
            <a:lvl7pPr marL="2971800" indent="-228600">
              <a:lnSpc>
                <a:spcPct val="90000"/>
              </a:lnSpc>
              <a:spcBef>
                <a:spcPts val="500"/>
              </a:spcBef>
              <a:buFont typeface="Amazon Ember" panose="020B0603020204020204" pitchFamily="34" charset="0"/>
              <a:buChar char="•"/>
            </a:lvl7pPr>
            <a:lvl8pPr marL="3429000" indent="-228600">
              <a:lnSpc>
                <a:spcPct val="90000"/>
              </a:lnSpc>
              <a:spcBef>
                <a:spcPts val="500"/>
              </a:spcBef>
              <a:buFont typeface="Amazon Ember" panose="020B0603020204020204" pitchFamily="34" charset="0"/>
              <a:buChar char="•"/>
            </a:lvl8pPr>
            <a:lvl9pPr marL="3886200" indent="-228600">
              <a:lnSpc>
                <a:spcPct val="90000"/>
              </a:lnSpc>
              <a:spcBef>
                <a:spcPts val="500"/>
              </a:spcBef>
              <a:buFont typeface="Amazon Ember" panose="020B0603020204020204" pitchFamily="34" charset="0"/>
              <a:buChar char="•"/>
            </a:lvl9pPr>
          </a:lstStyle>
          <a:p>
            <a:pPr algn="ctr"/>
            <a:r>
              <a:rPr lang="en-US" dirty="0">
                <a:solidFill>
                  <a:schemeClr val="accent2"/>
                </a:solidFill>
              </a:rPr>
              <a:t>https public internet</a:t>
            </a:r>
          </a:p>
        </p:txBody>
      </p:sp>
      <p:sp>
        <p:nvSpPr>
          <p:cNvPr id="155" name="Content Placeholder 2">
            <a:extLst>
              <a:ext uri="{FF2B5EF4-FFF2-40B4-BE49-F238E27FC236}">
                <a16:creationId xmlns:a16="http://schemas.microsoft.com/office/drawing/2014/main" id="{8C2D8FE8-668E-A499-345B-8C35D549BCF3}"/>
              </a:ext>
            </a:extLst>
          </p:cNvPr>
          <p:cNvSpPr txBox="1">
            <a:spLocks/>
          </p:cNvSpPr>
          <p:nvPr/>
        </p:nvSpPr>
        <p:spPr>
          <a:xfrm>
            <a:off x="10416668" y="1065684"/>
            <a:ext cx="1109673" cy="738664"/>
          </a:xfrm>
          <a:prstGeom prst="rect">
            <a:avLst/>
          </a:prstGeom>
        </p:spPr>
        <p:txBody>
          <a:bodyPr wrap="square">
            <a:sp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0"/>
              </a:spcBef>
              <a:spcAft>
                <a:spcPts val="1200"/>
              </a:spcAft>
              <a:buSzPct val="90000"/>
              <a:buFont typeface="Amazon Ember" panose="020B0603020204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-228600" algn="l" defTabSz="914400" rtl="0" eaLnBrk="1" latinLnBrk="0" hangingPunct="1">
              <a:lnSpc>
                <a:spcPct val="90000"/>
              </a:lnSpc>
              <a:spcBef>
                <a:spcPts val="0"/>
              </a:spcBef>
              <a:spcAft>
                <a:spcPts val="1200"/>
              </a:spcAft>
              <a:buSzPct val="90000"/>
              <a:buFont typeface="Wingdings" panose="05000000000000000000" pitchFamily="2" charset="2"/>
              <a:buChar char="§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5800" indent="-228600" algn="l" defTabSz="914400" rtl="0" eaLnBrk="1" latinLnBrk="0" hangingPunct="1">
              <a:lnSpc>
                <a:spcPct val="90000"/>
              </a:lnSpc>
              <a:spcBef>
                <a:spcPts val="0"/>
              </a:spcBef>
              <a:spcAft>
                <a:spcPts val="1200"/>
              </a:spcAft>
              <a:buSzPct val="90000"/>
              <a:buFont typeface="Amazon Ember" panose="020B0603020204020204" pitchFamily="34" charset="0"/>
              <a:buChar char="–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4400" indent="-228600" algn="l" defTabSz="914400" rtl="0" eaLnBrk="1" latinLnBrk="0" hangingPunct="1">
              <a:lnSpc>
                <a:spcPct val="90000"/>
              </a:lnSpc>
              <a:spcBef>
                <a:spcPts val="0"/>
              </a:spcBef>
              <a:spcAft>
                <a:spcPts val="1200"/>
              </a:spcAft>
              <a:buFont typeface="Amazon Ember" panose="020B0603020204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143000" indent="-228600" algn="l" defTabSz="914400" rtl="0" eaLnBrk="1" latinLnBrk="0" hangingPunct="1">
              <a:lnSpc>
                <a:spcPct val="90000"/>
              </a:lnSpc>
              <a:spcBef>
                <a:spcPts val="0"/>
              </a:spcBef>
              <a:spcAft>
                <a:spcPts val="1200"/>
              </a:spcAft>
              <a:buFont typeface="Amazon Ember" panose="020B0603020204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mazon Ember" panose="020B0603020204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mazon Ember" panose="020B0603020204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mazon Ember" panose="020B0603020204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mazon Ember" panose="020B0603020204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spcAft>
                <a:spcPts val="600"/>
              </a:spcAft>
              <a:buNone/>
            </a:pPr>
            <a:r>
              <a:rPr lang="en-US" sz="1400" i="1" dirty="0">
                <a:solidFill>
                  <a:schemeClr val="bg2">
                    <a:lumMod val="40000"/>
                    <a:lumOff val="60000"/>
                  </a:schemeClr>
                </a:solidFill>
                <a:effectLst>
                  <a:glow>
                    <a:schemeClr val="bg1"/>
                  </a:glow>
                </a:effectLst>
              </a:rPr>
              <a:t>forward events via https call</a:t>
            </a:r>
          </a:p>
        </p:txBody>
      </p:sp>
    </p:spTree>
    <p:extLst>
      <p:ext uri="{BB962C8B-B14F-4D97-AF65-F5344CB8AC3E}">
        <p14:creationId xmlns:p14="http://schemas.microsoft.com/office/powerpoint/2010/main" val="245837088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theme/theme1.xml><?xml version="1.0" encoding="utf-8"?>
<a:theme xmlns:a="http://schemas.openxmlformats.org/drawingml/2006/main" name="AWS">
  <a:themeElements>
    <a:clrScheme name="Custom 1">
      <a:dk1>
        <a:srgbClr val="000000"/>
      </a:dk1>
      <a:lt1>
        <a:srgbClr val="FFFFFF"/>
      </a:lt1>
      <a:dk2>
        <a:srgbClr val="424242"/>
      </a:dk2>
      <a:lt2>
        <a:srgbClr val="E7E6E6"/>
      </a:lt2>
      <a:accent1>
        <a:srgbClr val="EE7674"/>
      </a:accent1>
      <a:accent2>
        <a:srgbClr val="EB975C"/>
      </a:accent2>
      <a:accent3>
        <a:srgbClr val="D8B83E"/>
      </a:accent3>
      <a:accent4>
        <a:srgbClr val="77AD41"/>
      </a:accent4>
      <a:accent5>
        <a:srgbClr val="4E68E3"/>
      </a:accent5>
      <a:accent6>
        <a:srgbClr val="AA87F0"/>
      </a:accent6>
      <a:hlink>
        <a:srgbClr val="5DADFD"/>
      </a:hlink>
      <a:folHlink>
        <a:srgbClr val="89BDEE"/>
      </a:folHlink>
    </a:clrScheme>
    <a:fontScheme name="Custom 1">
      <a:majorFont>
        <a:latin typeface="Amazon Ember Display"/>
        <a:ea typeface=""/>
        <a:cs typeface=""/>
      </a:majorFont>
      <a:minorFont>
        <a:latin typeface="Amazon Ember Display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solidFill>
          <a:schemeClr val="accent1"/>
        </a:solidFill>
        <a:ln>
          <a:noFill/>
        </a:ln>
      </a:spPr>
      <a:bodyPr lIns="45720" tIns="45720" rIns="45720" rtlCol="0" anchor="ctr"/>
      <a:lstStyle>
        <a:defPPr algn="ctr">
          <a:defRPr dirty="0" smtClean="0">
            <a:solidFill>
              <a:schemeClr val="bg1"/>
            </a:solidFill>
          </a:defRPr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  <a:lnDef>
      <a:spPr>
        <a:ln w="19050" cap="rnd">
          <a:solidFill>
            <a:schemeClr val="tx1"/>
          </a:solidFill>
          <a:round/>
        </a:ln>
      </a:spPr>
      <a:bodyPr/>
      <a:lstStyle/>
      <a:style>
        <a:lnRef idx="1">
          <a:schemeClr val="accent1"/>
        </a:lnRef>
        <a:fillRef idx="0">
          <a:schemeClr val="accent1"/>
        </a:fillRef>
        <a:effectRef idx="0">
          <a:schemeClr val="accent1"/>
        </a:effectRef>
        <a:fontRef idx="minor">
          <a:schemeClr val="tx1"/>
        </a:fontRef>
      </a:style>
    </a:lnDef>
    <a:txDef>
      <a:spPr>
        <a:noFill/>
      </a:spPr>
      <a:bodyPr wrap="square" lIns="0" rIns="0" rtlCol="0">
        <a:spAutoFit/>
      </a:bodyPr>
      <a:lstStyle>
        <a:defPPr algn="l">
          <a:defRPr dirty="0" err="1" smtClean="0"/>
        </a:defPPr>
      </a:lstStyle>
    </a:txDef>
  </a:objectDefaults>
  <a:extraClrSchemeLst/>
  <a:extLst>
    <a:ext uri="{05A4C25C-085E-4340-85A3-A5531E510DB2}">
      <thm15:themeFamily xmlns:thm15="http://schemas.microsoft.com/office/thememl/2012/main" name="reInvent2022_Template_20220602_jk" id="{4D40DF26-0619-F045-92CA-85A149055DE4}" vid="{7DC3BE44-FE2F-D447-8D75-5EE52C00B4F1}"/>
    </a:ext>
  </a:extLst>
</a:theme>
</file>

<file path=ppt/theme/theme2.xml><?xml version="1.0" encoding="utf-8"?>
<a:theme xmlns:a="http://schemas.openxmlformats.org/drawingml/2006/main" name="Office Theme">
  <a:themeElements>
    <a:clrScheme name="re:Inforce 2022b">
      <a:dk1>
        <a:srgbClr val="000000"/>
      </a:dk1>
      <a:lt1>
        <a:sysClr val="window" lastClr="FFFFFF"/>
      </a:lt1>
      <a:dk2>
        <a:srgbClr val="0000A3"/>
      </a:dk2>
      <a:lt2>
        <a:srgbClr val="F2F4F4"/>
      </a:lt2>
      <a:accent1>
        <a:srgbClr val="1ED35D"/>
      </a:accent1>
      <a:accent2>
        <a:srgbClr val="41B1E8"/>
      </a:accent2>
      <a:accent3>
        <a:srgbClr val="34FF82"/>
      </a:accent3>
      <a:accent4>
        <a:srgbClr val="A548D8"/>
      </a:accent4>
      <a:accent5>
        <a:srgbClr val="E50086"/>
      </a:accent5>
      <a:accent6>
        <a:srgbClr val="4B28E3"/>
      </a:accent6>
      <a:hlink>
        <a:srgbClr val="34FF82"/>
      </a:hlink>
      <a:folHlink>
        <a:srgbClr val="34FF82"/>
      </a:folHlink>
    </a:clrScheme>
    <a:fontScheme name="Ember Heavy and Normal">
      <a:majorFont>
        <a:latin typeface="Amazon Ember Heavy"/>
        <a:ea typeface=""/>
        <a:cs typeface=""/>
      </a:majorFont>
      <a:minorFont>
        <a:latin typeface="Amazon Ember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Theme">
  <a:themeElements>
    <a:clrScheme name="re:Inforce 2022b">
      <a:dk1>
        <a:srgbClr val="000000"/>
      </a:dk1>
      <a:lt1>
        <a:sysClr val="window" lastClr="FFFFFF"/>
      </a:lt1>
      <a:dk2>
        <a:srgbClr val="0000A3"/>
      </a:dk2>
      <a:lt2>
        <a:srgbClr val="F2F4F4"/>
      </a:lt2>
      <a:accent1>
        <a:srgbClr val="1ED35D"/>
      </a:accent1>
      <a:accent2>
        <a:srgbClr val="41B1E8"/>
      </a:accent2>
      <a:accent3>
        <a:srgbClr val="34FF82"/>
      </a:accent3>
      <a:accent4>
        <a:srgbClr val="A548D8"/>
      </a:accent4>
      <a:accent5>
        <a:srgbClr val="E50086"/>
      </a:accent5>
      <a:accent6>
        <a:srgbClr val="4B28E3"/>
      </a:accent6>
      <a:hlink>
        <a:srgbClr val="34FF82"/>
      </a:hlink>
      <a:folHlink>
        <a:srgbClr val="34FF82"/>
      </a:folHlink>
    </a:clrScheme>
    <a:fontScheme name="Ember Heavy and Normal">
      <a:majorFont>
        <a:latin typeface="Amazon Ember Heavy"/>
        <a:ea typeface=""/>
        <a:cs typeface=""/>
      </a:majorFont>
      <a:minorFont>
        <a:latin typeface="Amazon Ember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AWS</Template>
  <TotalTime>64886</TotalTime>
  <Words>538</Words>
  <Application>Microsoft Macintosh PowerPoint</Application>
  <PresentationFormat>Widescreen</PresentationFormat>
  <Paragraphs>230</Paragraphs>
  <Slides>7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13" baseType="lpstr">
      <vt:lpstr>Arial</vt:lpstr>
      <vt:lpstr>Amazon Ember Display</vt:lpstr>
      <vt:lpstr>Amazon Ember</vt:lpstr>
      <vt:lpstr>Segoe UI</vt:lpstr>
      <vt:lpstr>Wingdings</vt:lpstr>
      <vt:lpstr>AWS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SriHari Thotapalli</dc:creator>
  <cp:lastModifiedBy>Jorge Fonseca</cp:lastModifiedBy>
  <cp:revision>155</cp:revision>
  <dcterms:created xsi:type="dcterms:W3CDTF">2022-10-07T16:14:37Z</dcterms:created>
  <dcterms:modified xsi:type="dcterms:W3CDTF">2025-09-02T14:59:34Z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MSIP_Label_929eed6f-34eb-4453-9f97-09510b9b219f_Enabled">
    <vt:lpwstr>true</vt:lpwstr>
  </property>
  <property fmtid="{D5CDD505-2E9C-101B-9397-08002B2CF9AE}" pid="3" name="MSIP_Label_929eed6f-34eb-4453-9f97-09510b9b219f_SetDate">
    <vt:lpwstr>2025-04-22T20:22:14Z</vt:lpwstr>
  </property>
  <property fmtid="{D5CDD505-2E9C-101B-9397-08002B2CF9AE}" pid="4" name="MSIP_Label_929eed6f-34eb-4453-9f97-09510b9b219f_Method">
    <vt:lpwstr>Standard</vt:lpwstr>
  </property>
  <property fmtid="{D5CDD505-2E9C-101B-9397-08002B2CF9AE}" pid="5" name="MSIP_Label_929eed6f-34eb-4453-9f97-09510b9b219f_Name">
    <vt:lpwstr>Amazon Pending_Classification</vt:lpwstr>
  </property>
  <property fmtid="{D5CDD505-2E9C-101B-9397-08002B2CF9AE}" pid="6" name="MSIP_Label_929eed6f-34eb-4453-9f97-09510b9b219f_SiteId">
    <vt:lpwstr>5280104a-472d-4538-9ccf-1e1d0efe8b1b</vt:lpwstr>
  </property>
  <property fmtid="{D5CDD505-2E9C-101B-9397-08002B2CF9AE}" pid="7" name="MSIP_Label_929eed6f-34eb-4453-9f97-09510b9b219f_ActionId">
    <vt:lpwstr>08f254ef-ee85-4354-a4e6-4c2984f814f0</vt:lpwstr>
  </property>
  <property fmtid="{D5CDD505-2E9C-101B-9397-08002B2CF9AE}" pid="8" name="MSIP_Label_929eed6f-34eb-4453-9f97-09510b9b219f_ContentBits">
    <vt:lpwstr>0</vt:lpwstr>
  </property>
  <property fmtid="{D5CDD505-2E9C-101B-9397-08002B2CF9AE}" pid="9" name="MSIP_Label_929eed6f-34eb-4453-9f97-09510b9b219f_Tag">
    <vt:lpwstr>50, 3, 0, 1</vt:lpwstr>
  </property>
</Properties>
</file>