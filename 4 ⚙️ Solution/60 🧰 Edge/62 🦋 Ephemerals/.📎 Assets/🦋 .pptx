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48" r:id="rId1"/>
  </p:sldMasterIdLst>
  <p:notesMasterIdLst>
    <p:notesMasterId r:id="rId6"/>
  </p:notesMasterIdLst>
  <p:handoutMasterIdLst>
    <p:handoutMasterId r:id="rId7"/>
  </p:handoutMasterIdLst>
  <p:sldIdLst>
    <p:sldId id="1837" r:id="rId2"/>
    <p:sldId id="1798" r:id="rId3"/>
    <p:sldId id="1839" r:id="rId4"/>
    <p:sldId id="1838" r:id="rId5"/>
  </p:sldIdLst>
  <p:sldSz cx="12192000" cy="6858000"/>
  <p:notesSz cx="6858000" cy="9144000"/>
  <p:embeddedFontLst>
    <p:embeddedFont>
      <p:font typeface="Amazon Ember" panose="020B0603020204020204" pitchFamily="34" charset="0"/>
      <p:regular r:id="rId8"/>
      <p:bold r:id="rId9"/>
      <p:italic r:id="rId10"/>
      <p:boldItalic r:id="rId11"/>
    </p:embeddedFont>
    <p:embeddedFont>
      <p:font typeface="Amazon Ember Display" panose="020F0603020204020204" pitchFamily="34" charset="0"/>
      <p:regular r:id="rId12"/>
      <p:bold r:id="rId13"/>
      <p:italic r:id="rId14"/>
      <p:boldItalic r:id="rId1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🧰 Edge Toolbox" id="{0B1E7102-EF1C-AE4B-8A0F-2D06169A63CE}">
          <p14:sldIdLst>
            <p14:sldId id="1837"/>
            <p14:sldId id="1798"/>
            <p14:sldId id="1839"/>
            <p14:sldId id="1838"/>
          </p14:sldIdLst>
        </p14:section>
      </p14:sectionLst>
    </p:ex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Angela Sylcott" initials="AS" lastIdx="1" clrIdx="0">
    <p:extLst>
      <p:ext uri="{19B8F6BF-5375-455C-9EA6-DF929625EA0E}">
        <p15:presenceInfo xmlns:p15="http://schemas.microsoft.com/office/powerpoint/2012/main" userId="a657808d9f8d3c9c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45200"/>
    <a:srgbClr val="AB7942"/>
    <a:srgbClr val="411256"/>
    <a:srgbClr val="C0884B"/>
    <a:srgbClr val="152784"/>
    <a:srgbClr val="ED7100"/>
    <a:srgbClr val="8C4FFF"/>
    <a:srgbClr val="CA24D2"/>
    <a:srgbClr val="BF22C6"/>
    <a:srgbClr val="B821B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F2DE63D5-997A-4646-A377-4702673A728D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5A111915-BE36-4E01-A7E5-04B1672EAD32}" styleName="Light Style 2 - Accent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  <a:tblStyle styleId="{912C8C85-51F0-491E-9774-3900AFEF0FD7}" styleName="Light Style 2 - Accent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2602" autoAdjust="0"/>
    <p:restoredTop sz="96966" autoAdjust="0"/>
  </p:normalViewPr>
  <p:slideViewPr>
    <p:cSldViewPr snapToGrid="0">
      <p:cViewPr varScale="1">
        <p:scale>
          <a:sx n="128" d="100"/>
          <a:sy n="128" d="100"/>
        </p:scale>
        <p:origin x="320" y="128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40" d="100"/>
        <a:sy n="140" d="100"/>
      </p:scale>
      <p:origin x="0" y="0"/>
    </p:cViewPr>
  </p:sorterViewPr>
  <p:notesViewPr>
    <p:cSldViewPr snapToGrid="0" showGuides="1">
      <p:cViewPr varScale="1">
        <p:scale>
          <a:sx n="118" d="100"/>
          <a:sy n="118" d="100"/>
        </p:scale>
        <p:origin x="5160" y="216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1.fntdata"/><Relationship Id="rId13" Type="http://schemas.openxmlformats.org/officeDocument/2006/relationships/font" Target="fonts/font6.fntdata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handoutMaster" Target="handoutMasters/handoutMaster1.xml"/><Relationship Id="rId12" Type="http://schemas.openxmlformats.org/officeDocument/2006/relationships/font" Target="fonts/font5.fntdata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commentAuthors" Target="commentAuthors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11" Type="http://schemas.openxmlformats.org/officeDocument/2006/relationships/font" Target="fonts/font4.fntdata"/><Relationship Id="rId5" Type="http://schemas.openxmlformats.org/officeDocument/2006/relationships/slide" Target="slides/slide4.xml"/><Relationship Id="rId15" Type="http://schemas.openxmlformats.org/officeDocument/2006/relationships/font" Target="fonts/font8.fntdata"/><Relationship Id="rId10" Type="http://schemas.openxmlformats.org/officeDocument/2006/relationships/font" Target="fonts/font3.fntdata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font" Target="fonts/font2.fntdata"/><Relationship Id="rId14" Type="http://schemas.openxmlformats.org/officeDocument/2006/relationships/font" Target="fonts/font7.fntdata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D30B3F9-42E9-426B-B3D2-D6012D7491A2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194310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algn="ctr"/>
            <a:fld id="{C71F7584-9745-40DA-BD49-9A41A97B2D2E}" type="slidenum">
              <a:rPr lang="en-US" sz="1000" smtClean="0"/>
              <a:pPr algn="ctr"/>
              <a:t>‹#›</a:t>
            </a:fld>
            <a:endParaRPr lang="en-US" sz="1000"/>
          </a:p>
        </p:txBody>
      </p:sp>
    </p:spTree>
    <p:extLst>
      <p:ext uri="{BB962C8B-B14F-4D97-AF65-F5344CB8AC3E}">
        <p14:creationId xmlns:p14="http://schemas.microsoft.com/office/powerpoint/2010/main" val="129253005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38150" y="457200"/>
            <a:ext cx="5981700" cy="3364706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419100" y="4197679"/>
            <a:ext cx="6000750" cy="4328803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194310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1000"/>
            </a:lvl1pPr>
          </a:lstStyle>
          <a:p>
            <a:fld id="{A3D89E5F-BEEF-42A1-A57B-E5A736D5119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487195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spcAft>
        <a:spcPts val="30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225425" indent="-106363" algn="l" defTabSz="914400" rtl="0" eaLnBrk="1" latinLnBrk="0" hangingPunct="1">
      <a:spcAft>
        <a:spcPts val="300"/>
      </a:spcAft>
      <a:buFont typeface="Arial" panose="020B0604020202020204" pitchFamily="34" charset="0"/>
      <a:buChar char="•"/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463550" indent="-119063" algn="l" defTabSz="914400" rtl="0" eaLnBrk="1" latinLnBrk="0" hangingPunct="1">
      <a:spcAft>
        <a:spcPts val="300"/>
      </a:spcAft>
      <a:buFont typeface="Arial" panose="020B0604020202020204" pitchFamily="34" charset="0"/>
      <a:buChar char="•"/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747713" indent="-119063" algn="l" defTabSz="914400" rtl="0" eaLnBrk="1" latinLnBrk="0" hangingPunct="1">
      <a:spcAft>
        <a:spcPts val="300"/>
      </a:spcAft>
      <a:buFont typeface="Arial" panose="020B0604020202020204" pitchFamily="34" charset="0"/>
      <a:buChar char="•"/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973138" indent="-117475" algn="l" defTabSz="914400" rtl="0" eaLnBrk="1" latinLnBrk="0" hangingPunct="1">
      <a:spcAft>
        <a:spcPts val="300"/>
      </a:spcAft>
      <a:buFont typeface="Arial" panose="020B0604020202020204" pitchFamily="34" charset="0"/>
      <a:buChar char="•"/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  <p:extLst>
    <p:ext uri="{620B2872-D7B9-4A21-9093-7833F8D536E1}">
      <p15:sldGuideLst xmlns:p15="http://schemas.microsoft.com/office/powerpoint/2012/main">
        <p15:guide id="1" pos="2160" userDrawn="1">
          <p15:clr>
            <a:srgbClr val="F26B43"/>
          </p15:clr>
        </p15:guide>
        <p15:guide id="2" orient="horz" pos="2880" userDrawn="1">
          <p15:clr>
            <a:srgbClr val="F26B43"/>
          </p15:clr>
        </p15:guide>
        <p15:guide id="3" pos="264" userDrawn="1">
          <p15:clr>
            <a:srgbClr val="F26B43"/>
          </p15:clr>
        </p15:guide>
        <p15:guide id="4" pos="4056" userDrawn="1">
          <p15:clr>
            <a:srgbClr val="F26B43"/>
          </p15:clr>
        </p15:guide>
        <p15:guide id="5" orient="horz" pos="288" userDrawn="1">
          <p15:clr>
            <a:srgbClr val="F26B43"/>
          </p15:clr>
        </p15:guide>
        <p15:guide id="6" orient="horz" pos="2640" userDrawn="1">
          <p15:clr>
            <a:srgbClr val="F26B43"/>
          </p15:clr>
        </p15:guide>
      </p15:sldGuideLst>
    </p:ext>
  </p:extLst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281DE984-16AE-31CB-F6EB-9E948FF26CFC}"/>
              </a:ext>
            </a:extLst>
          </p:cNvPr>
          <p:cNvSpPr/>
          <p:nvPr userDrawn="1"/>
        </p:nvSpPr>
        <p:spPr>
          <a:xfrm>
            <a:off x="-8546" y="-8547"/>
            <a:ext cx="12238646" cy="6895121"/>
          </a:xfrm>
          <a:prstGeom prst="rect">
            <a:avLst/>
          </a:prstGeom>
          <a:solidFill>
            <a:schemeClr val="bg1"/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45720" tIns="45720" rIns="45720" rtlCol="0" anchor="ctr"/>
          <a:lstStyle/>
          <a:p>
            <a:pPr algn="ctr"/>
            <a:endParaRPr lang="en-GB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682249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71148940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17" r:id="rId1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b="1" kern="1200">
          <a:solidFill>
            <a:schemeClr val="tx1"/>
          </a:solidFill>
          <a:latin typeface="Amazon Ember Display" panose="020F0603020204020204" pitchFamily="34" charset="0"/>
          <a:ea typeface="Amazon Ember Display" panose="020F0603020204020204" pitchFamily="34" charset="0"/>
          <a:cs typeface="Amazon Ember Display" panose="020F0603020204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0"/>
        </a:spcBef>
        <a:spcAft>
          <a:spcPts val="1200"/>
        </a:spcAft>
        <a:buSzPct val="90000"/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Amazon Ember Display" panose="020F0603020204020204" pitchFamily="34" charset="0"/>
          <a:ea typeface="Amazon Ember Display" panose="020F0603020204020204" pitchFamily="34" charset="0"/>
          <a:cs typeface="Amazon Ember Display" panose="020F0603020204020204" pitchFamily="34" charset="0"/>
        </a:defRPr>
      </a:lvl1pPr>
      <a:lvl2pPr marL="514350" indent="-228600" algn="l" defTabSz="914400" rtl="0" eaLnBrk="1" latinLnBrk="0" hangingPunct="1">
        <a:lnSpc>
          <a:spcPct val="90000"/>
        </a:lnSpc>
        <a:spcBef>
          <a:spcPts val="0"/>
        </a:spcBef>
        <a:spcAft>
          <a:spcPts val="1200"/>
        </a:spcAft>
        <a:buSzPct val="90000"/>
        <a:buFont typeface="Wingdings" panose="05000000000000000000" pitchFamily="2" charset="2"/>
        <a:buChar char="§"/>
        <a:defRPr sz="2000" kern="1200">
          <a:solidFill>
            <a:schemeClr val="tx1"/>
          </a:solidFill>
          <a:latin typeface="Amazon Ember Display" panose="020F0603020204020204" pitchFamily="34" charset="0"/>
          <a:ea typeface="Amazon Ember Display" panose="020F0603020204020204" pitchFamily="34" charset="0"/>
          <a:cs typeface="Amazon Ember Display" panose="020F0603020204020204" pitchFamily="34" charset="0"/>
        </a:defRPr>
      </a:lvl2pPr>
      <a:lvl3pPr marL="857250" indent="-228600" algn="l" defTabSz="914400" rtl="0" eaLnBrk="1" latinLnBrk="0" hangingPunct="1">
        <a:lnSpc>
          <a:spcPct val="90000"/>
        </a:lnSpc>
        <a:spcBef>
          <a:spcPts val="0"/>
        </a:spcBef>
        <a:spcAft>
          <a:spcPts val="1200"/>
        </a:spcAft>
        <a:buFont typeface="Amazon Ember" panose="020B0603020204020204" pitchFamily="34" charset="0"/>
        <a:buChar char="–"/>
        <a:defRPr sz="1800" kern="1200">
          <a:solidFill>
            <a:schemeClr val="tx1"/>
          </a:solidFill>
          <a:latin typeface="Amazon Ember Display" panose="020F0603020204020204" pitchFamily="34" charset="0"/>
          <a:ea typeface="Amazon Ember Display" panose="020F0603020204020204" pitchFamily="34" charset="0"/>
          <a:cs typeface="Amazon Ember Display" panose="020F0603020204020204" pitchFamily="34" charset="0"/>
        </a:defRPr>
      </a:lvl3pPr>
      <a:lvl4pPr marL="1085850" indent="-171450" algn="l" defTabSz="914400" rtl="0" eaLnBrk="1" latinLnBrk="0" hangingPunct="1">
        <a:lnSpc>
          <a:spcPct val="90000"/>
        </a:lnSpc>
        <a:spcBef>
          <a:spcPts val="0"/>
        </a:spcBef>
        <a:spcAft>
          <a:spcPts val="1200"/>
        </a:spcAft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Amazon Ember Display" panose="020F0603020204020204" pitchFamily="34" charset="0"/>
          <a:ea typeface="Amazon Ember Display" panose="020F0603020204020204" pitchFamily="34" charset="0"/>
          <a:cs typeface="Amazon Ember Display" panose="020F0603020204020204" pitchFamily="34" charset="0"/>
        </a:defRPr>
      </a:lvl4pPr>
      <a:lvl5pPr marL="1314450" indent="-171450" algn="l" defTabSz="914400" rtl="0" eaLnBrk="1" latinLnBrk="0" hangingPunct="1">
        <a:lnSpc>
          <a:spcPct val="90000"/>
        </a:lnSpc>
        <a:spcBef>
          <a:spcPts val="0"/>
        </a:spcBef>
        <a:spcAft>
          <a:spcPts val="1200"/>
        </a:spcAft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Amazon Ember Display" panose="020F0603020204020204" pitchFamily="34" charset="0"/>
          <a:ea typeface="Amazon Ember Display" panose="020F0603020204020204" pitchFamily="34" charset="0"/>
          <a:cs typeface="Amazon Ember Display" panose="020F0603020204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240" userDrawn="1">
          <p15:clr>
            <a:srgbClr val="F26B43"/>
          </p15:clr>
        </p15:guide>
        <p15:guide id="2" pos="7440" userDrawn="1">
          <p15:clr>
            <a:srgbClr val="F26B43"/>
          </p15:clr>
        </p15:guide>
        <p15:guide id="3" orient="horz" pos="192" userDrawn="1">
          <p15:clr>
            <a:srgbClr val="F26B43"/>
          </p15:clr>
        </p15:guide>
        <p15:guide id="4" orient="horz" pos="3936" userDrawn="1">
          <p15:clr>
            <a:srgbClr val="F26B43"/>
          </p15:clr>
        </p15:guide>
        <p15:guide id="5" orient="horz" pos="936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C206C1-F2D7-4256-BCD7-3DAB701EEE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783F305-C76D-5B5C-66C2-7439A74B5E0C}"/>
              </a:ext>
            </a:extLst>
          </p:cNvPr>
          <p:cNvSpPr txBox="1"/>
          <p:nvPr/>
        </p:nvSpPr>
        <p:spPr>
          <a:xfrm>
            <a:off x="1521508" y="1613118"/>
            <a:ext cx="9148983" cy="3631763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algn="ctr"/>
            <a:r>
              <a:rPr lang="en-GB" sz="11500" dirty="0">
                <a:solidFill>
                  <a:srgbClr val="FFFF00"/>
                </a:solidFill>
              </a:rPr>
              <a:t>🦋 Edge Toolbox</a:t>
            </a:r>
          </a:p>
        </p:txBody>
      </p:sp>
    </p:spTree>
    <p:extLst>
      <p:ext uri="{BB962C8B-B14F-4D97-AF65-F5344CB8AC3E}">
        <p14:creationId xmlns:p14="http://schemas.microsoft.com/office/powerpoint/2010/main" val="37366580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2D4838-E594-96A3-CF84-41B818FE75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Rectangle 40">
            <a:extLst>
              <a:ext uri="{FF2B5EF4-FFF2-40B4-BE49-F238E27FC236}">
                <a16:creationId xmlns:a16="http://schemas.microsoft.com/office/drawing/2014/main" id="{E4BC5E36-D17E-919E-2B67-7466FD74508A}"/>
              </a:ext>
            </a:extLst>
          </p:cNvPr>
          <p:cNvSpPr/>
          <p:nvPr/>
        </p:nvSpPr>
        <p:spPr>
          <a:xfrm>
            <a:off x="4462271" y="256029"/>
            <a:ext cx="3739897" cy="5557854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 w="28575"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44000" rIns="144000" bIns="144000" anchor="t"/>
          <a:lstStyle/>
          <a:p>
            <a:endParaRPr lang="en-GB" sz="2000" i="1" dirty="0">
              <a:solidFill>
                <a:schemeClr val="bg2">
                  <a:lumMod val="40000"/>
                  <a:lumOff val="60000"/>
                </a:schemeClr>
              </a:solidFill>
              <a:effectLst>
                <a:glow>
                  <a:schemeClr val="bg1"/>
                </a:glow>
              </a:effectLst>
            </a:endParaRP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FEA5598D-1127-F068-2F0E-048021379F68}"/>
              </a:ext>
            </a:extLst>
          </p:cNvPr>
          <p:cNvGrpSpPr/>
          <p:nvPr/>
        </p:nvGrpSpPr>
        <p:grpSpPr>
          <a:xfrm>
            <a:off x="8401174" y="1018695"/>
            <a:ext cx="1922405" cy="1038741"/>
            <a:chOff x="7507403" y="1006813"/>
            <a:chExt cx="830078" cy="1038741"/>
          </a:xfrm>
        </p:grpSpPr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387A0EE4-9ACA-2FB5-7A14-E8CE8A3D8C17}"/>
                </a:ext>
              </a:extLst>
            </p:cNvPr>
            <p:cNvSpPr/>
            <p:nvPr/>
          </p:nvSpPr>
          <p:spPr>
            <a:xfrm>
              <a:off x="7507403" y="1006813"/>
              <a:ext cx="830078" cy="1038741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rgbClr val="5A6B86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36000"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GB" sz="2800" baseline="-9000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🤗</a:t>
              </a:r>
              <a:r>
                <a:rPr lang="en-GB" sz="2000" i="1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 </a:t>
              </a:r>
              <a:r>
                <a:rPr lang="en-US" sz="2000" i="1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host</a:t>
              </a:r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27C4B6CC-8445-DC11-0ECD-BE80EA0FFB1D}"/>
                </a:ext>
              </a:extLst>
            </p:cNvPr>
            <p:cNvSpPr/>
            <p:nvPr/>
          </p:nvSpPr>
          <p:spPr>
            <a:xfrm>
              <a:off x="7538137" y="1403791"/>
              <a:ext cx="763809" cy="562183"/>
            </a:xfrm>
            <a:prstGeom prst="rect">
              <a:avLst/>
            </a:prstGeom>
            <a:solidFill>
              <a:schemeClr val="tx1">
                <a:lumMod val="95000"/>
              </a:schemeClr>
            </a:solidFill>
            <a:ln w="28575">
              <a:solidFill>
                <a:schemeClr val="tx1">
                  <a:lumMod val="50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44000" tIns="144000" rIns="144000" bIns="144000" anchor="ctr"/>
            <a:lstStyle/>
            <a:p>
              <a:r>
                <a:rPr lang="en-GB" sz="3200" baseline="-9000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🏧</a:t>
              </a:r>
              <a:r>
                <a:rPr lang="en-GB" sz="2400" dirty="0">
                  <a:solidFill>
                    <a:sysClr val="windowText" lastClr="000000"/>
                  </a:solidFill>
                  <a:latin typeface="+mj-lt"/>
                  <a:cs typeface="Arial" panose="020B0604020202020204" pitchFamily="34" charset="0"/>
                </a:rPr>
                <a:t> ATM co.</a:t>
              </a:r>
            </a:p>
          </p:txBody>
        </p:sp>
      </p:grpSp>
      <p:grpSp>
        <p:nvGrpSpPr>
          <p:cNvPr id="43" name="Group 42">
            <a:extLst>
              <a:ext uri="{FF2B5EF4-FFF2-40B4-BE49-F238E27FC236}">
                <a16:creationId xmlns:a16="http://schemas.microsoft.com/office/drawing/2014/main" id="{35706EB2-D4F7-52C4-15DC-7AEF2AED4B7E}"/>
              </a:ext>
            </a:extLst>
          </p:cNvPr>
          <p:cNvGrpSpPr/>
          <p:nvPr/>
        </p:nvGrpSpPr>
        <p:grpSpPr>
          <a:xfrm>
            <a:off x="6670993" y="2903089"/>
            <a:ext cx="540635" cy="1033460"/>
            <a:chOff x="5971132" y="3645743"/>
            <a:chExt cx="1438957" cy="1375538"/>
          </a:xfrm>
        </p:grpSpPr>
        <p:sp>
          <p:nvSpPr>
            <p:cNvPr id="46" name="Rectangle 45">
              <a:extLst>
                <a:ext uri="{FF2B5EF4-FFF2-40B4-BE49-F238E27FC236}">
                  <a16:creationId xmlns:a16="http://schemas.microsoft.com/office/drawing/2014/main" id="{716D2D6F-8635-42C1-4EDD-376A055F3164}"/>
                </a:ext>
              </a:extLst>
            </p:cNvPr>
            <p:cNvSpPr/>
            <p:nvPr/>
          </p:nvSpPr>
          <p:spPr>
            <a:xfrm>
              <a:off x="5971132" y="3860148"/>
              <a:ext cx="1438957" cy="1161133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rgbClr val="5A6B86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36000" rIns="0" anchor="b"/>
            <a:lstStyle/>
            <a:p>
              <a:pPr marL="15875"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sz="2000" i="1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endParaRPr>
            </a:p>
            <a:p>
              <a:pPr marL="15875"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sz="2000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#2</a:t>
              </a:r>
            </a:p>
          </p:txBody>
        </p:sp>
        <p:sp>
          <p:nvSpPr>
            <p:cNvPr id="47" name="TextBox 46">
              <a:extLst>
                <a:ext uri="{FF2B5EF4-FFF2-40B4-BE49-F238E27FC236}">
                  <a16:creationId xmlns:a16="http://schemas.microsoft.com/office/drawing/2014/main" id="{2F25BEF9-5E44-3F2A-6D70-7BE42A5D2C48}"/>
                </a:ext>
              </a:extLst>
            </p:cNvPr>
            <p:cNvSpPr txBox="1"/>
            <p:nvPr/>
          </p:nvSpPr>
          <p:spPr>
            <a:xfrm>
              <a:off x="6123794" y="3645743"/>
              <a:ext cx="1133631" cy="83099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GB" sz="4800" baseline="-11000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💵</a:t>
              </a:r>
              <a:endParaRPr lang="en-US" sz="4800" dirty="0"/>
            </a:p>
          </p:txBody>
        </p:sp>
      </p:grpSp>
      <p:sp>
        <p:nvSpPr>
          <p:cNvPr id="70" name="TextBox 69">
            <a:extLst>
              <a:ext uri="{FF2B5EF4-FFF2-40B4-BE49-F238E27FC236}">
                <a16:creationId xmlns:a16="http://schemas.microsoft.com/office/drawing/2014/main" id="{4AD25C1B-7250-4FAB-CA9C-1CEEE795AC0C}"/>
              </a:ext>
            </a:extLst>
          </p:cNvPr>
          <p:cNvSpPr txBox="1"/>
          <p:nvPr/>
        </p:nvSpPr>
        <p:spPr>
          <a:xfrm>
            <a:off x="4695326" y="2560062"/>
            <a:ext cx="1741137" cy="385592"/>
          </a:xfrm>
          <a:prstGeom prst="rect">
            <a:avLst/>
          </a:prstGeom>
          <a:solidFill>
            <a:schemeClr val="bg1"/>
          </a:solidFill>
          <a:ln w="19050">
            <a:solidFill>
              <a:srgbClr val="5A6B86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000" rIns="0" anchor="b"/>
          <a:lstStyle>
            <a:defPPr>
              <a:defRPr lang="en-US"/>
            </a:defPPr>
            <a:lvl1pPr marL="15875" algn="ctr" fontAlgn="auto">
              <a:spcBef>
                <a:spcPts val="0"/>
              </a:spcBef>
              <a:spcAft>
                <a:spcPts val="0"/>
              </a:spcAft>
              <a:defRPr sz="2000" i="1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en-GB" sz="2800" i="0" baseline="-9000" dirty="0"/>
              <a:t>🦋</a:t>
            </a:r>
            <a:r>
              <a:rPr lang="en-GB" i="0" dirty="0"/>
              <a:t> ephemeral</a:t>
            </a:r>
            <a:endParaRPr lang="en-US" i="0" dirty="0"/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D32B12EF-6813-BAFA-B5C8-AFCCA2817B69}"/>
              </a:ext>
            </a:extLst>
          </p:cNvPr>
          <p:cNvSpPr txBox="1"/>
          <p:nvPr/>
        </p:nvSpPr>
        <p:spPr>
          <a:xfrm>
            <a:off x="6670596" y="2562007"/>
            <a:ext cx="540635" cy="385592"/>
          </a:xfrm>
          <a:prstGeom prst="rect">
            <a:avLst/>
          </a:prstGeom>
          <a:solidFill>
            <a:schemeClr val="bg1"/>
          </a:solidFill>
          <a:ln w="19050">
            <a:solidFill>
              <a:srgbClr val="5A6B86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000" rIns="0" anchor="b"/>
          <a:lstStyle>
            <a:defPPr>
              <a:defRPr lang="en-US"/>
            </a:defPPr>
            <a:lvl1pPr marL="15875" algn="ctr" fontAlgn="auto">
              <a:spcBef>
                <a:spcPts val="0"/>
              </a:spcBef>
              <a:spcAft>
                <a:spcPts val="0"/>
              </a:spcAft>
              <a:defRPr sz="2000" i="1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en-GB" sz="2800" i="0" baseline="-9000" dirty="0"/>
              <a:t>🦋</a:t>
            </a:r>
            <a:r>
              <a:rPr lang="en-GB" i="0" dirty="0"/>
              <a:t>  </a:t>
            </a:r>
            <a:endParaRPr lang="en-US" i="0" dirty="0"/>
          </a:p>
        </p:txBody>
      </p:sp>
      <p:cxnSp>
        <p:nvCxnSpPr>
          <p:cNvPr id="72" name="Straight Arrow Connector 12">
            <a:extLst>
              <a:ext uri="{FF2B5EF4-FFF2-40B4-BE49-F238E27FC236}">
                <a16:creationId xmlns:a16="http://schemas.microsoft.com/office/drawing/2014/main" id="{A2D47132-1894-A8D7-D9CE-4ECF17416811}"/>
              </a:ext>
            </a:extLst>
          </p:cNvPr>
          <p:cNvCxnSpPr>
            <a:cxnSpLocks/>
            <a:stCxn id="100" idx="0"/>
            <a:endCxn id="88" idx="1"/>
          </p:cNvCxnSpPr>
          <p:nvPr/>
        </p:nvCxnSpPr>
        <p:spPr>
          <a:xfrm rot="5400000" flipH="1" flipV="1">
            <a:off x="3031700" y="-729734"/>
            <a:ext cx="266339" cy="2977965"/>
          </a:xfrm>
          <a:prstGeom prst="bentConnector2">
            <a:avLst/>
          </a:prstGeom>
          <a:ln>
            <a:solidFill>
              <a:schemeClr val="tx1">
                <a:lumMod val="85000"/>
              </a:schemeClr>
            </a:solidFill>
            <a:tailEnd type="triangle" w="lg" len="lg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77" name="TextBox 76">
            <a:extLst>
              <a:ext uri="{FF2B5EF4-FFF2-40B4-BE49-F238E27FC236}">
                <a16:creationId xmlns:a16="http://schemas.microsoft.com/office/drawing/2014/main" id="{A5988B19-E7ED-5FB7-2A36-903DB901E145}"/>
              </a:ext>
            </a:extLst>
          </p:cNvPr>
          <p:cNvSpPr txBox="1"/>
          <p:nvPr/>
        </p:nvSpPr>
        <p:spPr>
          <a:xfrm>
            <a:off x="7445364" y="2560062"/>
            <a:ext cx="540635" cy="385592"/>
          </a:xfrm>
          <a:prstGeom prst="rect">
            <a:avLst/>
          </a:prstGeom>
          <a:solidFill>
            <a:schemeClr val="bg1"/>
          </a:solidFill>
          <a:ln w="19050">
            <a:solidFill>
              <a:srgbClr val="5A6B86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000" rIns="0" anchor="b"/>
          <a:lstStyle>
            <a:defPPr>
              <a:defRPr lang="en-US"/>
            </a:defPPr>
            <a:lvl1pPr marL="15875" algn="ctr" fontAlgn="auto">
              <a:spcBef>
                <a:spcPts val="0"/>
              </a:spcBef>
              <a:spcAft>
                <a:spcPts val="0"/>
              </a:spcAft>
              <a:defRPr sz="2000" i="1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en-GB" sz="2800" i="0" baseline="-9000" dirty="0"/>
              <a:t>🦋</a:t>
            </a:r>
            <a:r>
              <a:rPr lang="en-GB" i="0" dirty="0"/>
              <a:t>  </a:t>
            </a:r>
            <a:endParaRPr lang="en-US" i="0" dirty="0"/>
          </a:p>
        </p:txBody>
      </p:sp>
      <p:grpSp>
        <p:nvGrpSpPr>
          <p:cNvPr id="79" name="Group 78">
            <a:extLst>
              <a:ext uri="{FF2B5EF4-FFF2-40B4-BE49-F238E27FC236}">
                <a16:creationId xmlns:a16="http://schemas.microsoft.com/office/drawing/2014/main" id="{06EC93D2-4351-2A19-A16C-01F0E39AE213}"/>
              </a:ext>
            </a:extLst>
          </p:cNvPr>
          <p:cNvGrpSpPr/>
          <p:nvPr/>
        </p:nvGrpSpPr>
        <p:grpSpPr>
          <a:xfrm>
            <a:off x="7446156" y="2903089"/>
            <a:ext cx="540635" cy="1033460"/>
            <a:chOff x="5971132" y="3645743"/>
            <a:chExt cx="1438957" cy="1375538"/>
          </a:xfrm>
        </p:grpSpPr>
        <p:sp>
          <p:nvSpPr>
            <p:cNvPr id="80" name="Rectangle 79">
              <a:extLst>
                <a:ext uri="{FF2B5EF4-FFF2-40B4-BE49-F238E27FC236}">
                  <a16:creationId xmlns:a16="http://schemas.microsoft.com/office/drawing/2014/main" id="{90C1EB78-D3A3-A299-8DD3-2C983C437E42}"/>
                </a:ext>
              </a:extLst>
            </p:cNvPr>
            <p:cNvSpPr/>
            <p:nvPr/>
          </p:nvSpPr>
          <p:spPr>
            <a:xfrm>
              <a:off x="5971132" y="3860148"/>
              <a:ext cx="1438957" cy="1161133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rgbClr val="5A6B86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36000" rIns="0" anchor="b"/>
            <a:lstStyle/>
            <a:p>
              <a:pPr marL="15875"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sz="2000" i="1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endParaRPr>
            </a:p>
            <a:p>
              <a:pPr marL="15875"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sz="2000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#N</a:t>
              </a:r>
            </a:p>
          </p:txBody>
        </p:sp>
        <p:sp>
          <p:nvSpPr>
            <p:cNvPr id="84" name="TextBox 83">
              <a:extLst>
                <a:ext uri="{FF2B5EF4-FFF2-40B4-BE49-F238E27FC236}">
                  <a16:creationId xmlns:a16="http://schemas.microsoft.com/office/drawing/2014/main" id="{B1A145FE-E9F0-D30E-147F-F9E2F98DB9E3}"/>
                </a:ext>
              </a:extLst>
            </p:cNvPr>
            <p:cNvSpPr txBox="1"/>
            <p:nvPr/>
          </p:nvSpPr>
          <p:spPr>
            <a:xfrm>
              <a:off x="6123794" y="3645743"/>
              <a:ext cx="1133631" cy="83099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GB" sz="4800" baseline="-11000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💵</a:t>
              </a:r>
              <a:endParaRPr lang="en-US" sz="4800" dirty="0"/>
            </a:p>
          </p:txBody>
        </p:sp>
      </p:grpSp>
      <p:sp>
        <p:nvSpPr>
          <p:cNvPr id="88" name="Rectangle 87">
            <a:extLst>
              <a:ext uri="{FF2B5EF4-FFF2-40B4-BE49-F238E27FC236}">
                <a16:creationId xmlns:a16="http://schemas.microsoft.com/office/drawing/2014/main" id="{D48FDAC8-F518-73A5-B6BA-5D15C5A42732}"/>
              </a:ext>
            </a:extLst>
          </p:cNvPr>
          <p:cNvSpPr/>
          <p:nvPr/>
        </p:nvSpPr>
        <p:spPr>
          <a:xfrm>
            <a:off x="4653852" y="431949"/>
            <a:ext cx="1955590" cy="388257"/>
          </a:xfrm>
          <a:prstGeom prst="rect">
            <a:avLst/>
          </a:prstGeom>
          <a:solidFill>
            <a:schemeClr val="bg1"/>
          </a:solidFill>
          <a:ln w="19050">
            <a:solidFill>
              <a:srgbClr val="5A6B86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36000" rIns="0"/>
          <a:lstStyle/>
          <a:p>
            <a:pPr marL="312738" indent="-304800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GB" sz="2800" baseline="-11000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🔆 </a:t>
            </a:r>
            <a:r>
              <a:rPr lang="en-US" sz="2000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ATM locator</a:t>
            </a:r>
          </a:p>
        </p:txBody>
      </p:sp>
      <p:grpSp>
        <p:nvGrpSpPr>
          <p:cNvPr id="95" name="Group 94">
            <a:extLst>
              <a:ext uri="{FF2B5EF4-FFF2-40B4-BE49-F238E27FC236}">
                <a16:creationId xmlns:a16="http://schemas.microsoft.com/office/drawing/2014/main" id="{438AA20A-9C39-880E-EBBC-65EA459F1AB5}"/>
              </a:ext>
            </a:extLst>
          </p:cNvPr>
          <p:cNvGrpSpPr/>
          <p:nvPr/>
        </p:nvGrpSpPr>
        <p:grpSpPr>
          <a:xfrm>
            <a:off x="222816" y="884912"/>
            <a:ext cx="2906142" cy="1446550"/>
            <a:chOff x="882399" y="719544"/>
            <a:chExt cx="2906142" cy="1446550"/>
          </a:xfrm>
        </p:grpSpPr>
        <p:grpSp>
          <p:nvGrpSpPr>
            <p:cNvPr id="97" name="Group 96">
              <a:extLst>
                <a:ext uri="{FF2B5EF4-FFF2-40B4-BE49-F238E27FC236}">
                  <a16:creationId xmlns:a16="http://schemas.microsoft.com/office/drawing/2014/main" id="{9E895708-F08B-854D-6294-A633CEE4762C}"/>
                </a:ext>
              </a:extLst>
            </p:cNvPr>
            <p:cNvGrpSpPr/>
            <p:nvPr/>
          </p:nvGrpSpPr>
          <p:grpSpPr>
            <a:xfrm>
              <a:off x="882399" y="727049"/>
              <a:ext cx="2906142" cy="1376872"/>
              <a:chOff x="5578804" y="162390"/>
              <a:chExt cx="2906142" cy="1376872"/>
            </a:xfrm>
          </p:grpSpPr>
          <p:sp>
            <p:nvSpPr>
              <p:cNvPr id="100" name="Rectangle 99">
                <a:extLst>
                  <a:ext uri="{FF2B5EF4-FFF2-40B4-BE49-F238E27FC236}">
                    <a16:creationId xmlns:a16="http://schemas.microsoft.com/office/drawing/2014/main" id="{23D7B6D3-435E-90C8-0DAF-91D7C182AC87}"/>
                  </a:ext>
                </a:extLst>
              </p:cNvPr>
              <p:cNvSpPr/>
              <p:nvPr/>
            </p:nvSpPr>
            <p:spPr>
              <a:xfrm>
                <a:off x="5578804" y="162390"/>
                <a:ext cx="2906142" cy="1316816"/>
              </a:xfrm>
              <a:prstGeom prst="rect">
                <a:avLst/>
              </a:prstGeom>
              <a:solidFill>
                <a:schemeClr val="bg1">
                  <a:lumMod val="85000"/>
                  <a:lumOff val="15000"/>
                </a:schemeClr>
              </a:solidFill>
              <a:ln w="12700">
                <a:solidFill>
                  <a:srgbClr val="5A6B86"/>
                </a:solidFill>
                <a:prstDash val="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tIns="36000"/>
              <a:lstStyle/>
              <a:p>
                <a:endParaRPr lang="en-US" sz="2000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endParaRPr>
              </a:p>
            </p:txBody>
          </p:sp>
          <p:sp>
            <p:nvSpPr>
              <p:cNvPr id="101" name="Rectangle 100">
                <a:extLst>
                  <a:ext uri="{FF2B5EF4-FFF2-40B4-BE49-F238E27FC236}">
                    <a16:creationId xmlns:a16="http://schemas.microsoft.com/office/drawing/2014/main" id="{23126335-B132-0B70-7D45-839A37B9E3D4}"/>
                  </a:ext>
                </a:extLst>
              </p:cNvPr>
              <p:cNvSpPr/>
              <p:nvPr/>
            </p:nvSpPr>
            <p:spPr>
              <a:xfrm>
                <a:off x="6593268" y="253686"/>
                <a:ext cx="1791009" cy="562183"/>
              </a:xfrm>
              <a:prstGeom prst="rect">
                <a:avLst/>
              </a:prstGeom>
              <a:solidFill>
                <a:schemeClr val="tx1">
                  <a:lumMod val="95000"/>
                </a:schemeClr>
              </a:solidFill>
              <a:ln w="28575">
                <a:solidFill>
                  <a:schemeClr val="tx1">
                    <a:lumMod val="50000"/>
                  </a:schemeClr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144000" tIns="144000" rIns="144000" bIns="144000" anchor="ctr"/>
              <a:lstStyle/>
              <a:p>
                <a:r>
                  <a:rPr lang="en-GB" sz="2400" dirty="0">
                    <a:solidFill>
                      <a:sysClr val="windowText" lastClr="000000"/>
                    </a:solidFill>
                    <a:latin typeface="+mj-lt"/>
                    <a:cs typeface="Arial" panose="020B0604020202020204" pitchFamily="34" charset="0"/>
                  </a:rPr>
                  <a:t>    Wallet</a:t>
                </a:r>
              </a:p>
            </p:txBody>
          </p:sp>
          <p:sp>
            <p:nvSpPr>
              <p:cNvPr id="102" name="Rectangle 101">
                <a:extLst>
                  <a:ext uri="{FF2B5EF4-FFF2-40B4-BE49-F238E27FC236}">
                    <a16:creationId xmlns:a16="http://schemas.microsoft.com/office/drawing/2014/main" id="{424B8C9F-7327-F913-9C0B-605239B7E830}"/>
                  </a:ext>
                </a:extLst>
              </p:cNvPr>
              <p:cNvSpPr/>
              <p:nvPr/>
            </p:nvSpPr>
            <p:spPr>
              <a:xfrm>
                <a:off x="7229651" y="898992"/>
                <a:ext cx="530040" cy="482053"/>
              </a:xfrm>
              <a:prstGeom prst="rect">
                <a:avLst/>
              </a:prstGeom>
              <a:solidFill>
                <a:schemeClr val="tx1">
                  <a:lumMod val="95000"/>
                </a:schemeClr>
              </a:solidFill>
              <a:ln w="28575">
                <a:solidFill>
                  <a:schemeClr val="tx1">
                    <a:lumMod val="50000"/>
                  </a:schemeClr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144000" tIns="144000" rIns="144000" bIns="144000" anchor="ctr"/>
              <a:lstStyle/>
              <a:p>
                <a:pPr>
                  <a:lnSpc>
                    <a:spcPts val="1500"/>
                  </a:lnSpc>
                  <a:defRPr/>
                </a:pPr>
                <a:r>
                  <a:rPr lang="en-GB" sz="3200" baseline="-9000" dirty="0">
                    <a:solidFill>
                      <a:schemeClr val="bg2">
                        <a:lumMod val="40000"/>
                        <a:lumOff val="60000"/>
                      </a:schemeClr>
                    </a:solidFill>
                    <a:effectLst>
                      <a:glow>
                        <a:schemeClr val="bg1"/>
                      </a:glow>
                    </a:effectLst>
                  </a:rPr>
                  <a:t> 📣</a:t>
                </a:r>
                <a:endParaRPr lang="en-GB" sz="2400" dirty="0">
                  <a:solidFill>
                    <a:sysClr val="windowText" lastClr="000000"/>
                  </a:solidFill>
                  <a:latin typeface="+mj-lt"/>
                  <a:cs typeface="Arial" panose="020B0604020202020204" pitchFamily="34" charset="0"/>
                </a:endParaRPr>
              </a:p>
            </p:txBody>
          </p:sp>
          <p:sp>
            <p:nvSpPr>
              <p:cNvPr id="103" name="Rectangle 102">
                <a:extLst>
                  <a:ext uri="{FF2B5EF4-FFF2-40B4-BE49-F238E27FC236}">
                    <a16:creationId xmlns:a16="http://schemas.microsoft.com/office/drawing/2014/main" id="{AFF212FD-EA8A-854C-1D01-1E3B4E72A8D7}"/>
                  </a:ext>
                </a:extLst>
              </p:cNvPr>
              <p:cNvSpPr/>
              <p:nvPr/>
            </p:nvSpPr>
            <p:spPr>
              <a:xfrm>
                <a:off x="7861924" y="898991"/>
                <a:ext cx="530040" cy="482053"/>
              </a:xfrm>
              <a:prstGeom prst="rect">
                <a:avLst/>
              </a:prstGeom>
              <a:solidFill>
                <a:schemeClr val="tx1">
                  <a:lumMod val="95000"/>
                </a:schemeClr>
              </a:solidFill>
              <a:ln w="28575">
                <a:solidFill>
                  <a:schemeClr val="tx1">
                    <a:lumMod val="50000"/>
                  </a:schemeClr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144000" tIns="144000" rIns="144000" bIns="144000" anchor="ctr"/>
              <a:lstStyle/>
              <a:p>
                <a:pPr>
                  <a:lnSpc>
                    <a:spcPts val="1500"/>
                  </a:lnSpc>
                  <a:defRPr/>
                </a:pPr>
                <a:r>
                  <a:rPr lang="en-GB" sz="3200" baseline="-9000" dirty="0">
                    <a:solidFill>
                      <a:schemeClr val="bg2">
                        <a:lumMod val="40000"/>
                        <a:lumOff val="60000"/>
                      </a:schemeClr>
                    </a:solidFill>
                    <a:effectLst>
                      <a:glow>
                        <a:schemeClr val="bg1"/>
                      </a:glow>
                    </a:effectLst>
                  </a:rPr>
                  <a:t> </a:t>
                </a:r>
                <a:r>
                  <a:rPr lang="en-GB" sz="3200" baseline="-10000" dirty="0"/>
                  <a:t>📱</a:t>
                </a:r>
                <a:endParaRPr lang="en-GB" sz="2400" dirty="0">
                  <a:solidFill>
                    <a:sysClr val="windowText" lastClr="000000"/>
                  </a:solidFill>
                  <a:latin typeface="+mj-lt"/>
                  <a:cs typeface="Arial" panose="020B0604020202020204" pitchFamily="34" charset="0"/>
                </a:endParaRPr>
              </a:p>
            </p:txBody>
          </p:sp>
          <p:sp>
            <p:nvSpPr>
              <p:cNvPr id="104" name="Rectangle 103">
                <a:extLst>
                  <a:ext uri="{FF2B5EF4-FFF2-40B4-BE49-F238E27FC236}">
                    <a16:creationId xmlns:a16="http://schemas.microsoft.com/office/drawing/2014/main" id="{736F1347-18CF-CC67-DFB8-6AA60B975386}"/>
                  </a:ext>
                </a:extLst>
              </p:cNvPr>
              <p:cNvSpPr/>
              <p:nvPr/>
            </p:nvSpPr>
            <p:spPr>
              <a:xfrm>
                <a:off x="6589696" y="898992"/>
                <a:ext cx="530040" cy="482053"/>
              </a:xfrm>
              <a:prstGeom prst="rect">
                <a:avLst/>
              </a:prstGeom>
              <a:solidFill>
                <a:schemeClr val="tx1">
                  <a:lumMod val="95000"/>
                </a:schemeClr>
              </a:solidFill>
              <a:ln w="28575">
                <a:solidFill>
                  <a:schemeClr val="tx1">
                    <a:lumMod val="50000"/>
                  </a:schemeClr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144000" tIns="144000" rIns="144000" bIns="144000" anchor="ctr"/>
              <a:lstStyle/>
              <a:p>
                <a:pPr>
                  <a:lnSpc>
                    <a:spcPts val="1500"/>
                  </a:lnSpc>
                  <a:defRPr/>
                </a:pPr>
                <a:r>
                  <a:rPr lang="en-GB" sz="3200" baseline="-9000" dirty="0">
                    <a:solidFill>
                      <a:schemeClr val="bg2">
                        <a:lumMod val="40000"/>
                        <a:lumOff val="60000"/>
                      </a:schemeClr>
                    </a:solidFill>
                    <a:effectLst>
                      <a:glow>
                        <a:schemeClr val="bg1"/>
                      </a:glow>
                    </a:effectLst>
                  </a:rPr>
                  <a:t>  </a:t>
                </a:r>
                <a:endParaRPr lang="en-GB" sz="2400" dirty="0">
                  <a:solidFill>
                    <a:sysClr val="windowText" lastClr="000000"/>
                  </a:solidFill>
                  <a:latin typeface="+mj-lt"/>
                  <a:cs typeface="Arial" panose="020B0604020202020204" pitchFamily="34" charset="0"/>
                </a:endParaRPr>
              </a:p>
            </p:txBody>
          </p:sp>
          <p:sp>
            <p:nvSpPr>
              <p:cNvPr id="107" name="TextBox 106">
                <a:extLst>
                  <a:ext uri="{FF2B5EF4-FFF2-40B4-BE49-F238E27FC236}">
                    <a16:creationId xmlns:a16="http://schemas.microsoft.com/office/drawing/2014/main" id="{CF2D119C-CD73-1BFF-8D64-2069D787F1E5}"/>
                  </a:ext>
                </a:extLst>
              </p:cNvPr>
              <p:cNvSpPr txBox="1"/>
              <p:nvPr/>
            </p:nvSpPr>
            <p:spPr>
              <a:xfrm>
                <a:off x="6576210" y="769821"/>
                <a:ext cx="502683" cy="76944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GB" sz="4400" baseline="-9000" dirty="0">
                    <a:solidFill>
                      <a:schemeClr val="bg2">
                        <a:lumMod val="40000"/>
                        <a:lumOff val="60000"/>
                      </a:schemeClr>
                    </a:solidFill>
                    <a:effectLst>
                      <a:glow>
                        <a:schemeClr val="bg1"/>
                      </a:glow>
                    </a:effectLst>
                  </a:rPr>
                  <a:t>🤵</a:t>
                </a:r>
                <a:endParaRPr lang="en-US" sz="4400" dirty="0"/>
              </a:p>
            </p:txBody>
          </p:sp>
          <p:sp>
            <p:nvSpPr>
              <p:cNvPr id="108" name="TextBox 107">
                <a:extLst>
                  <a:ext uri="{FF2B5EF4-FFF2-40B4-BE49-F238E27FC236}">
                    <a16:creationId xmlns:a16="http://schemas.microsoft.com/office/drawing/2014/main" id="{D97EFCBD-3575-1D77-4CD3-1034FA45A01E}"/>
                  </a:ext>
                </a:extLst>
              </p:cNvPr>
              <p:cNvSpPr txBox="1"/>
              <p:nvPr/>
            </p:nvSpPr>
            <p:spPr>
              <a:xfrm>
                <a:off x="6606493" y="192605"/>
                <a:ext cx="574389" cy="64633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GB" sz="3600" baseline="-9000" dirty="0">
                    <a:solidFill>
                      <a:schemeClr val="bg2">
                        <a:lumMod val="40000"/>
                        <a:lumOff val="60000"/>
                      </a:schemeClr>
                    </a:solidFill>
                    <a:effectLst>
                      <a:glow>
                        <a:schemeClr val="bg1"/>
                      </a:glow>
                    </a:effectLst>
                  </a:rPr>
                  <a:t>🧑‍🦰</a:t>
                </a:r>
                <a:endParaRPr lang="en-US" sz="3600" dirty="0"/>
              </a:p>
            </p:txBody>
          </p:sp>
        </p:grpSp>
        <p:sp>
          <p:nvSpPr>
            <p:cNvPr id="98" name="TextBox 97">
              <a:extLst>
                <a:ext uri="{FF2B5EF4-FFF2-40B4-BE49-F238E27FC236}">
                  <a16:creationId xmlns:a16="http://schemas.microsoft.com/office/drawing/2014/main" id="{D078D485-B6DB-9930-C318-761D54418BEF}"/>
                </a:ext>
              </a:extLst>
            </p:cNvPr>
            <p:cNvSpPr txBox="1"/>
            <p:nvPr/>
          </p:nvSpPr>
          <p:spPr>
            <a:xfrm>
              <a:off x="883786" y="719544"/>
              <a:ext cx="1005166" cy="144655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GB" sz="8800" baseline="-9000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🧑‍🦰</a:t>
              </a:r>
              <a:endParaRPr lang="en-GB" sz="8800" dirty="0"/>
            </a:p>
          </p:txBody>
        </p:sp>
        <p:sp>
          <p:nvSpPr>
            <p:cNvPr id="99" name="Content Placeholder 2">
              <a:extLst>
                <a:ext uri="{FF2B5EF4-FFF2-40B4-BE49-F238E27FC236}">
                  <a16:creationId xmlns:a16="http://schemas.microsoft.com/office/drawing/2014/main" id="{CFF1096F-10E8-3CC0-3F9B-F20BFED17F60}"/>
                </a:ext>
              </a:extLst>
            </p:cNvPr>
            <p:cNvSpPr txBox="1">
              <a:spLocks/>
            </p:cNvSpPr>
            <p:nvPr/>
          </p:nvSpPr>
          <p:spPr>
            <a:xfrm>
              <a:off x="905366" y="753629"/>
              <a:ext cx="962007" cy="400110"/>
            </a:xfrm>
            <a:prstGeom prst="rect">
              <a:avLst/>
            </a:prstGeom>
          </p:spPr>
          <p:txBody>
            <a:bodyPr wrap="square">
              <a:spAutoFit/>
            </a:bodyPr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1200"/>
                </a:spcAft>
                <a:buSzPct val="90000"/>
                <a:buFont typeface="Amazon Ember" panose="020B0603020204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indent="-22860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1200"/>
                </a:spcAft>
                <a:buSzPct val="90000"/>
                <a:buFont typeface="Wingdings" panose="05000000000000000000" pitchFamily="2" charset="2"/>
                <a:buChar char="§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85800" indent="-22860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1200"/>
                </a:spcAft>
                <a:buSzPct val="90000"/>
                <a:buFont typeface="Amazon Ember" panose="020B0603020204020204" pitchFamily="34" charset="0"/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914400" indent="-22860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1200"/>
                </a:spcAft>
                <a:buFont typeface="Amazon Ember" panose="020B0603020204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143000" indent="-22860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1200"/>
                </a:spcAft>
                <a:buFont typeface="Amazon Ember" panose="020B0603020204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mazon Ember" panose="020B0603020204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mazon Ember" panose="020B0603020204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mazon Ember" panose="020B0603020204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mazon Ember" panose="020B0603020204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lnSpc>
                  <a:spcPct val="100000"/>
                </a:lnSpc>
                <a:spcAft>
                  <a:spcPts val="600"/>
                </a:spcAft>
                <a:buNone/>
              </a:pPr>
              <a:r>
                <a:rPr lang="en-US" sz="2000" i="1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owner</a:t>
              </a:r>
            </a:p>
          </p:txBody>
        </p:sp>
      </p:grpSp>
      <p:cxnSp>
        <p:nvCxnSpPr>
          <p:cNvPr id="110" name="Straight Arrow Connector 12">
            <a:extLst>
              <a:ext uri="{FF2B5EF4-FFF2-40B4-BE49-F238E27FC236}">
                <a16:creationId xmlns:a16="http://schemas.microsoft.com/office/drawing/2014/main" id="{6F043632-584A-37EA-CCFD-625D4742F975}"/>
              </a:ext>
            </a:extLst>
          </p:cNvPr>
          <p:cNvCxnSpPr>
            <a:cxnSpLocks/>
            <a:stCxn id="100" idx="3"/>
            <a:endCxn id="17" idx="1"/>
          </p:cNvCxnSpPr>
          <p:nvPr/>
        </p:nvCxnSpPr>
        <p:spPr>
          <a:xfrm flipV="1">
            <a:off x="3128958" y="1538066"/>
            <a:ext cx="5272216" cy="12759"/>
          </a:xfrm>
          <a:prstGeom prst="straightConnector1">
            <a:avLst/>
          </a:prstGeom>
          <a:ln>
            <a:solidFill>
              <a:schemeClr val="tx1">
                <a:lumMod val="85000"/>
              </a:schemeClr>
            </a:solidFill>
            <a:tailEnd type="triangle" w="lg" len="lg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143" name="Rounded Rectangle 142">
            <a:extLst>
              <a:ext uri="{FF2B5EF4-FFF2-40B4-BE49-F238E27FC236}">
                <a16:creationId xmlns:a16="http://schemas.microsoft.com/office/drawing/2014/main" id="{362CF22F-03DF-34E5-A560-76C4553FD258}"/>
              </a:ext>
            </a:extLst>
          </p:cNvPr>
          <p:cNvSpPr/>
          <p:nvPr/>
        </p:nvSpPr>
        <p:spPr>
          <a:xfrm>
            <a:off x="1171404" y="303811"/>
            <a:ext cx="360000" cy="360000"/>
          </a:xfrm>
          <a:prstGeom prst="roundRect">
            <a:avLst/>
          </a:prstGeom>
          <a:solidFill>
            <a:schemeClr val="accent5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lIns="45720" tIns="45720" rIns="45720" rtlCol="0" anchor="ctr"/>
          <a:lstStyle/>
          <a:p>
            <a:pPr algn="ctr"/>
            <a:r>
              <a:rPr lang="en-GB" b="1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144" name="Content Placeholder 2">
            <a:extLst>
              <a:ext uri="{FF2B5EF4-FFF2-40B4-BE49-F238E27FC236}">
                <a16:creationId xmlns:a16="http://schemas.microsoft.com/office/drawing/2014/main" id="{F2A4FB19-6309-4EB8-92E2-4937C2DC6A73}"/>
              </a:ext>
            </a:extLst>
          </p:cNvPr>
          <p:cNvSpPr txBox="1">
            <a:spLocks/>
          </p:cNvSpPr>
          <p:nvPr/>
        </p:nvSpPr>
        <p:spPr>
          <a:xfrm>
            <a:off x="1551159" y="209259"/>
            <a:ext cx="2543950" cy="400110"/>
          </a:xfrm>
          <a:prstGeom prst="rect">
            <a:avLst/>
          </a:prstGeom>
        </p:spPr>
        <p:txBody>
          <a:bodyPr wrap="square">
            <a:sp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Amazon Ember" panose="020B0603020204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Amazon Ember" panose="020B0603020204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Aft>
                <a:spcPts val="600"/>
              </a:spcAft>
              <a:buNone/>
            </a:pPr>
            <a:r>
              <a:rPr lang="en-US" sz="2000" i="1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tap/scan static </a:t>
            </a:r>
            <a:r>
              <a:rPr lang="en-US" baseline="-11000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🔆 </a:t>
            </a:r>
          </a:p>
        </p:txBody>
      </p:sp>
      <p:sp>
        <p:nvSpPr>
          <p:cNvPr id="146" name="Rounded Rectangle 145">
            <a:extLst>
              <a:ext uri="{FF2B5EF4-FFF2-40B4-BE49-F238E27FC236}">
                <a16:creationId xmlns:a16="http://schemas.microsoft.com/office/drawing/2014/main" id="{23AA2A44-5743-69FA-09FF-7F0D48B90C1D}"/>
              </a:ext>
            </a:extLst>
          </p:cNvPr>
          <p:cNvSpPr/>
          <p:nvPr/>
        </p:nvSpPr>
        <p:spPr>
          <a:xfrm>
            <a:off x="3237717" y="1078409"/>
            <a:ext cx="360000" cy="360000"/>
          </a:xfrm>
          <a:prstGeom prst="roundRect">
            <a:avLst/>
          </a:prstGeom>
          <a:solidFill>
            <a:schemeClr val="accent5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lIns="45720" tIns="45720" rIns="45720" rtlCol="0" anchor="ctr"/>
          <a:lstStyle/>
          <a:p>
            <a:pPr algn="ctr"/>
            <a:r>
              <a:rPr lang="en-GB" b="1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147" name="Content Placeholder 2">
            <a:extLst>
              <a:ext uri="{FF2B5EF4-FFF2-40B4-BE49-F238E27FC236}">
                <a16:creationId xmlns:a16="http://schemas.microsoft.com/office/drawing/2014/main" id="{4511F88A-2342-F581-F1DA-AF26EDD0B50C}"/>
              </a:ext>
            </a:extLst>
          </p:cNvPr>
          <p:cNvSpPr txBox="1">
            <a:spLocks/>
          </p:cNvSpPr>
          <p:nvPr/>
        </p:nvSpPr>
        <p:spPr>
          <a:xfrm>
            <a:off x="3158530" y="1532686"/>
            <a:ext cx="1451118" cy="707886"/>
          </a:xfrm>
          <a:prstGeom prst="rect">
            <a:avLst/>
          </a:prstGeom>
        </p:spPr>
        <p:txBody>
          <a:bodyPr wrap="square">
            <a:sp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Amazon Ember" panose="020B0603020204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Amazon Ember" panose="020B0603020204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Aft>
                <a:spcPts val="600"/>
              </a:spcAft>
              <a:buNone/>
            </a:pPr>
            <a:r>
              <a:rPr lang="en-US" sz="2000" i="1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withdraw cash</a:t>
            </a:r>
          </a:p>
        </p:txBody>
      </p:sp>
      <p:sp>
        <p:nvSpPr>
          <p:cNvPr id="148" name="Rounded Rectangle 147">
            <a:extLst>
              <a:ext uri="{FF2B5EF4-FFF2-40B4-BE49-F238E27FC236}">
                <a16:creationId xmlns:a16="http://schemas.microsoft.com/office/drawing/2014/main" id="{7DFB061D-A89A-E777-19F1-08C192BB97EC}"/>
              </a:ext>
            </a:extLst>
          </p:cNvPr>
          <p:cNvSpPr/>
          <p:nvPr/>
        </p:nvSpPr>
        <p:spPr>
          <a:xfrm>
            <a:off x="1207790" y="2728248"/>
            <a:ext cx="360000" cy="360000"/>
          </a:xfrm>
          <a:prstGeom prst="roundRect">
            <a:avLst/>
          </a:prstGeom>
          <a:solidFill>
            <a:schemeClr val="accent5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lIns="45720" tIns="45720" rIns="45720" rtlCol="0" anchor="ctr"/>
          <a:lstStyle/>
          <a:p>
            <a:pPr algn="ctr"/>
            <a:r>
              <a:rPr lang="en-GB" b="1" dirty="0">
                <a:solidFill>
                  <a:schemeClr val="tx1"/>
                </a:solidFill>
              </a:rPr>
              <a:t>4</a:t>
            </a:r>
          </a:p>
        </p:txBody>
      </p:sp>
      <p:sp>
        <p:nvSpPr>
          <p:cNvPr id="149" name="Content Placeholder 2">
            <a:extLst>
              <a:ext uri="{FF2B5EF4-FFF2-40B4-BE49-F238E27FC236}">
                <a16:creationId xmlns:a16="http://schemas.microsoft.com/office/drawing/2014/main" id="{07BE5BAD-C91A-9B7F-678C-344B1495E115}"/>
              </a:ext>
            </a:extLst>
          </p:cNvPr>
          <p:cNvSpPr txBox="1">
            <a:spLocks/>
          </p:cNvSpPr>
          <p:nvPr/>
        </p:nvSpPr>
        <p:spPr>
          <a:xfrm>
            <a:off x="1583014" y="2763398"/>
            <a:ext cx="2543950" cy="400110"/>
          </a:xfrm>
          <a:prstGeom prst="rect">
            <a:avLst/>
          </a:prstGeom>
        </p:spPr>
        <p:txBody>
          <a:bodyPr wrap="square">
            <a:sp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Amazon Ember" panose="020B0603020204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Amazon Ember" panose="020B0603020204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Aft>
                <a:spcPts val="600"/>
              </a:spcAft>
              <a:buNone/>
            </a:pPr>
            <a:r>
              <a:rPr lang="en-US" sz="2000" i="1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tap/scan dynamic </a:t>
            </a:r>
            <a:r>
              <a:rPr lang="en-US" baseline="-9000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🦋</a:t>
            </a:r>
            <a:r>
              <a:rPr lang="en-US" sz="2000" i="1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  </a:t>
            </a:r>
          </a:p>
        </p:txBody>
      </p:sp>
      <p:sp>
        <p:nvSpPr>
          <p:cNvPr id="155" name="Rounded Rectangle 154">
            <a:extLst>
              <a:ext uri="{FF2B5EF4-FFF2-40B4-BE49-F238E27FC236}">
                <a16:creationId xmlns:a16="http://schemas.microsoft.com/office/drawing/2014/main" id="{85289086-418A-5295-3288-194A76A7B027}"/>
              </a:ext>
            </a:extLst>
          </p:cNvPr>
          <p:cNvSpPr/>
          <p:nvPr/>
        </p:nvSpPr>
        <p:spPr>
          <a:xfrm>
            <a:off x="8327096" y="2860808"/>
            <a:ext cx="360000" cy="360000"/>
          </a:xfrm>
          <a:prstGeom prst="roundRect">
            <a:avLst/>
          </a:prstGeom>
          <a:solidFill>
            <a:schemeClr val="accent5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lIns="45720" tIns="45720" rIns="45720" rtlCol="0" anchor="ctr"/>
          <a:lstStyle/>
          <a:p>
            <a:pPr algn="ctr"/>
            <a:r>
              <a:rPr lang="en-GB" b="1" dirty="0">
                <a:solidFill>
                  <a:schemeClr val="tx1"/>
                </a:solidFill>
              </a:rPr>
              <a:t>3</a:t>
            </a:r>
          </a:p>
        </p:txBody>
      </p:sp>
      <p:sp>
        <p:nvSpPr>
          <p:cNvPr id="156" name="Content Placeholder 2">
            <a:extLst>
              <a:ext uri="{FF2B5EF4-FFF2-40B4-BE49-F238E27FC236}">
                <a16:creationId xmlns:a16="http://schemas.microsoft.com/office/drawing/2014/main" id="{08DE31D6-43BC-9C6C-ED8E-3D8B207F7B32}"/>
              </a:ext>
            </a:extLst>
          </p:cNvPr>
          <p:cNvSpPr txBox="1">
            <a:spLocks/>
          </p:cNvSpPr>
          <p:nvPr/>
        </p:nvSpPr>
        <p:spPr>
          <a:xfrm>
            <a:off x="8687097" y="2837241"/>
            <a:ext cx="1504998" cy="400110"/>
          </a:xfrm>
          <a:prstGeom prst="rect">
            <a:avLst/>
          </a:prstGeom>
        </p:spPr>
        <p:txBody>
          <a:bodyPr wrap="square">
            <a:sp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Amazon Ember" panose="020B0603020204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Amazon Ember" panose="020B0603020204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Aft>
                <a:spcPts val="600"/>
              </a:spcAft>
              <a:buNone/>
            </a:pPr>
            <a:r>
              <a:rPr lang="en-US" sz="2000" i="1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activate</a:t>
            </a:r>
          </a:p>
        </p:txBody>
      </p:sp>
      <p:sp>
        <p:nvSpPr>
          <p:cNvPr id="161" name="Rounded Rectangle 160">
            <a:extLst>
              <a:ext uri="{FF2B5EF4-FFF2-40B4-BE49-F238E27FC236}">
                <a16:creationId xmlns:a16="http://schemas.microsoft.com/office/drawing/2014/main" id="{92C93C48-69B5-2700-0BEC-694B40FB5177}"/>
              </a:ext>
            </a:extLst>
          </p:cNvPr>
          <p:cNvSpPr/>
          <p:nvPr/>
        </p:nvSpPr>
        <p:spPr>
          <a:xfrm>
            <a:off x="235609" y="3441728"/>
            <a:ext cx="360000" cy="360000"/>
          </a:xfrm>
          <a:prstGeom prst="roundRect">
            <a:avLst/>
          </a:prstGeom>
          <a:solidFill>
            <a:schemeClr val="accent5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lIns="45720" tIns="45720" rIns="45720" rtlCol="0" anchor="ctr"/>
          <a:lstStyle/>
          <a:p>
            <a:pPr algn="ctr"/>
            <a:r>
              <a:rPr lang="en-GB" b="1" dirty="0">
                <a:solidFill>
                  <a:schemeClr val="tx1"/>
                </a:solidFill>
              </a:rPr>
              <a:t>6</a:t>
            </a:r>
          </a:p>
        </p:txBody>
      </p:sp>
      <p:sp>
        <p:nvSpPr>
          <p:cNvPr id="162" name="Content Placeholder 2">
            <a:extLst>
              <a:ext uri="{FF2B5EF4-FFF2-40B4-BE49-F238E27FC236}">
                <a16:creationId xmlns:a16="http://schemas.microsoft.com/office/drawing/2014/main" id="{E9F8B198-931B-1B84-FE74-000B8563F851}"/>
              </a:ext>
            </a:extLst>
          </p:cNvPr>
          <p:cNvSpPr txBox="1">
            <a:spLocks/>
          </p:cNvSpPr>
          <p:nvPr/>
        </p:nvSpPr>
        <p:spPr>
          <a:xfrm>
            <a:off x="615522" y="3507868"/>
            <a:ext cx="2362004" cy="400110"/>
          </a:xfrm>
          <a:prstGeom prst="rect">
            <a:avLst/>
          </a:prstGeom>
        </p:spPr>
        <p:txBody>
          <a:bodyPr wrap="square">
            <a:sp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Amazon Ember" panose="020B0603020204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Amazon Ember" panose="020B0603020204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Aft>
                <a:spcPts val="600"/>
              </a:spcAft>
              <a:buNone/>
            </a:pPr>
            <a:r>
              <a:rPr lang="en-US" sz="2000" i="1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collect cash</a:t>
            </a:r>
          </a:p>
        </p:txBody>
      </p:sp>
      <p:sp>
        <p:nvSpPr>
          <p:cNvPr id="175" name="Rounded Rectangle 174">
            <a:extLst>
              <a:ext uri="{FF2B5EF4-FFF2-40B4-BE49-F238E27FC236}">
                <a16:creationId xmlns:a16="http://schemas.microsoft.com/office/drawing/2014/main" id="{B05720A6-32B2-A264-2EEC-3043A3BD0FDC}"/>
              </a:ext>
            </a:extLst>
          </p:cNvPr>
          <p:cNvSpPr/>
          <p:nvPr/>
        </p:nvSpPr>
        <p:spPr>
          <a:xfrm>
            <a:off x="8327096" y="3612085"/>
            <a:ext cx="360000" cy="360000"/>
          </a:xfrm>
          <a:prstGeom prst="roundRect">
            <a:avLst/>
          </a:prstGeom>
          <a:solidFill>
            <a:schemeClr val="accent5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lIns="45720" tIns="45720" rIns="45720" rtlCol="0" anchor="ctr"/>
          <a:lstStyle/>
          <a:p>
            <a:pPr algn="ctr"/>
            <a:r>
              <a:rPr lang="en-GB" b="1" dirty="0">
                <a:solidFill>
                  <a:schemeClr val="tx1"/>
                </a:solidFill>
              </a:rPr>
              <a:t>5</a:t>
            </a:r>
          </a:p>
        </p:txBody>
      </p:sp>
      <p:sp>
        <p:nvSpPr>
          <p:cNvPr id="176" name="Content Placeholder 2">
            <a:extLst>
              <a:ext uri="{FF2B5EF4-FFF2-40B4-BE49-F238E27FC236}">
                <a16:creationId xmlns:a16="http://schemas.microsoft.com/office/drawing/2014/main" id="{C150C8A8-2BA0-8C32-5E68-F01877CBDEEB}"/>
              </a:ext>
            </a:extLst>
          </p:cNvPr>
          <p:cNvSpPr txBox="1">
            <a:spLocks/>
          </p:cNvSpPr>
          <p:nvPr/>
        </p:nvSpPr>
        <p:spPr>
          <a:xfrm>
            <a:off x="8687097" y="3583385"/>
            <a:ext cx="1752244" cy="400110"/>
          </a:xfrm>
          <a:prstGeom prst="rect">
            <a:avLst/>
          </a:prstGeom>
        </p:spPr>
        <p:txBody>
          <a:bodyPr wrap="square">
            <a:sp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Amazon Ember" panose="020B0603020204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Amazon Ember" panose="020B0603020204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Aft>
                <a:spcPts val="600"/>
              </a:spcAft>
              <a:buNone/>
            </a:pPr>
            <a:r>
              <a:rPr lang="en-US" sz="2000" i="1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dispense cash</a:t>
            </a:r>
          </a:p>
        </p:txBody>
      </p:sp>
      <p:grpSp>
        <p:nvGrpSpPr>
          <p:cNvPr id="182" name="Group 181">
            <a:extLst>
              <a:ext uri="{FF2B5EF4-FFF2-40B4-BE49-F238E27FC236}">
                <a16:creationId xmlns:a16="http://schemas.microsoft.com/office/drawing/2014/main" id="{F13D76A4-AEAA-EC70-057C-EF47D6E1DDE7}"/>
              </a:ext>
            </a:extLst>
          </p:cNvPr>
          <p:cNvGrpSpPr/>
          <p:nvPr/>
        </p:nvGrpSpPr>
        <p:grpSpPr>
          <a:xfrm>
            <a:off x="10183309" y="2268195"/>
            <a:ext cx="1816191" cy="1038741"/>
            <a:chOff x="10283893" y="2277339"/>
            <a:chExt cx="1816191" cy="1038741"/>
          </a:xfrm>
        </p:grpSpPr>
        <p:sp>
          <p:nvSpPr>
            <p:cNvPr id="181" name="Rectangle 180">
              <a:extLst>
                <a:ext uri="{FF2B5EF4-FFF2-40B4-BE49-F238E27FC236}">
                  <a16:creationId xmlns:a16="http://schemas.microsoft.com/office/drawing/2014/main" id="{77B7DA5F-F6A4-A70D-915F-314A646C0C4B}"/>
                </a:ext>
              </a:extLst>
            </p:cNvPr>
            <p:cNvSpPr/>
            <p:nvPr/>
          </p:nvSpPr>
          <p:spPr>
            <a:xfrm>
              <a:off x="10283893" y="2277339"/>
              <a:ext cx="1816191" cy="1038741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rgbClr val="5A6B86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36000"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GB" sz="2800" baseline="-9000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🏭</a:t>
              </a:r>
              <a:r>
                <a:rPr lang="en-GB" sz="2000" i="1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 </a:t>
              </a:r>
              <a:r>
                <a:rPr lang="en-US" sz="2000" i="1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supplier</a:t>
              </a:r>
            </a:p>
          </p:txBody>
        </p:sp>
        <p:sp>
          <p:nvSpPr>
            <p:cNvPr id="179" name="Rectangle 178">
              <a:extLst>
                <a:ext uri="{FF2B5EF4-FFF2-40B4-BE49-F238E27FC236}">
                  <a16:creationId xmlns:a16="http://schemas.microsoft.com/office/drawing/2014/main" id="{70EEB046-674B-4FFB-135A-A681F097E571}"/>
                </a:ext>
              </a:extLst>
            </p:cNvPr>
            <p:cNvSpPr/>
            <p:nvPr/>
          </p:nvSpPr>
          <p:spPr>
            <a:xfrm>
              <a:off x="10370885" y="2679899"/>
              <a:ext cx="1663896" cy="566426"/>
            </a:xfrm>
            <a:prstGeom prst="rect">
              <a:avLst/>
            </a:prstGeom>
            <a:solidFill>
              <a:schemeClr val="tx1">
                <a:lumMod val="95000"/>
              </a:schemeClr>
            </a:solidFill>
            <a:ln w="28575">
              <a:solidFill>
                <a:schemeClr val="tx1">
                  <a:lumMod val="50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44000" tIns="144000" rIns="144000" bIns="144000" anchor="ctr"/>
            <a:lstStyle/>
            <a:p>
              <a:r>
                <a:rPr lang="en-GB" sz="3200" baseline="-9000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🛰️</a:t>
              </a:r>
              <a:r>
                <a:rPr lang="en-GB" sz="2400" dirty="0">
                  <a:solidFill>
                    <a:sysClr val="windowText" lastClr="000000"/>
                  </a:solidFill>
                  <a:latin typeface="+mj-lt"/>
                  <a:cs typeface="Arial" panose="020B0604020202020204" pitchFamily="34" charset="0"/>
                </a:rPr>
                <a:t> Relayer</a:t>
              </a:r>
              <a:endParaRPr lang="en-GB" sz="2000" dirty="0">
                <a:solidFill>
                  <a:sysClr val="windowText" lastClr="000000"/>
                </a:solidFill>
                <a:latin typeface="+mj-lt"/>
                <a:cs typeface="Arial" panose="020B0604020202020204" pitchFamily="34" charset="0"/>
              </a:endParaRPr>
            </a:p>
          </p:txBody>
        </p:sp>
      </p:grpSp>
      <p:cxnSp>
        <p:nvCxnSpPr>
          <p:cNvPr id="183" name="Straight Arrow Connector 12">
            <a:extLst>
              <a:ext uri="{FF2B5EF4-FFF2-40B4-BE49-F238E27FC236}">
                <a16:creationId xmlns:a16="http://schemas.microsoft.com/office/drawing/2014/main" id="{3CCEE49D-E2B1-09EE-9031-419A31F3F890}"/>
              </a:ext>
            </a:extLst>
          </p:cNvPr>
          <p:cNvCxnSpPr>
            <a:cxnSpLocks/>
            <a:stCxn id="17" idx="3"/>
            <a:endCxn id="181" idx="0"/>
          </p:cNvCxnSpPr>
          <p:nvPr/>
        </p:nvCxnSpPr>
        <p:spPr>
          <a:xfrm>
            <a:off x="10323579" y="1538066"/>
            <a:ext cx="767826" cy="730129"/>
          </a:xfrm>
          <a:prstGeom prst="bentConnector2">
            <a:avLst/>
          </a:prstGeom>
          <a:ln>
            <a:solidFill>
              <a:schemeClr val="tx1">
                <a:lumMod val="85000"/>
              </a:schemeClr>
            </a:solidFill>
            <a:tailEnd type="triangle" w="lg" len="lg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186" name="TextBox 185">
            <a:extLst>
              <a:ext uri="{FF2B5EF4-FFF2-40B4-BE49-F238E27FC236}">
                <a16:creationId xmlns:a16="http://schemas.microsoft.com/office/drawing/2014/main" id="{C73B054D-E7EF-74EB-948A-44961B9A92DD}"/>
              </a:ext>
            </a:extLst>
          </p:cNvPr>
          <p:cNvSpPr txBox="1"/>
          <p:nvPr/>
        </p:nvSpPr>
        <p:spPr>
          <a:xfrm>
            <a:off x="10204704" y="3054930"/>
            <a:ext cx="591825" cy="369332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algn="l"/>
            <a:r>
              <a:rPr lang="en-US" dirty="0"/>
              <a:t>      </a:t>
            </a:r>
          </a:p>
        </p:txBody>
      </p:sp>
      <p:sp>
        <p:nvSpPr>
          <p:cNvPr id="190" name="TextBox 189">
            <a:extLst>
              <a:ext uri="{FF2B5EF4-FFF2-40B4-BE49-F238E27FC236}">
                <a16:creationId xmlns:a16="http://schemas.microsoft.com/office/drawing/2014/main" id="{6A71662D-7935-7223-72DB-C3F7FFD12F6C}"/>
              </a:ext>
            </a:extLst>
          </p:cNvPr>
          <p:cNvSpPr txBox="1"/>
          <p:nvPr/>
        </p:nvSpPr>
        <p:spPr>
          <a:xfrm>
            <a:off x="10194588" y="2568192"/>
            <a:ext cx="1804912" cy="369332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algn="l"/>
            <a:r>
              <a:rPr lang="en-US" dirty="0"/>
              <a:t>     </a:t>
            </a:r>
          </a:p>
        </p:txBody>
      </p:sp>
      <p:sp>
        <p:nvSpPr>
          <p:cNvPr id="193" name="TextBox 192">
            <a:extLst>
              <a:ext uri="{FF2B5EF4-FFF2-40B4-BE49-F238E27FC236}">
                <a16:creationId xmlns:a16="http://schemas.microsoft.com/office/drawing/2014/main" id="{9E03E6C2-15EB-628A-C669-F3AAA8E25A5A}"/>
              </a:ext>
            </a:extLst>
          </p:cNvPr>
          <p:cNvSpPr txBox="1"/>
          <p:nvPr/>
        </p:nvSpPr>
        <p:spPr>
          <a:xfrm>
            <a:off x="603306" y="1847406"/>
            <a:ext cx="243656" cy="369332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lstStyle/>
          <a:p>
            <a:pPr algn="l"/>
            <a:r>
              <a:rPr lang="en-US" dirty="0"/>
              <a:t>    </a:t>
            </a:r>
          </a:p>
        </p:txBody>
      </p:sp>
      <p:sp>
        <p:nvSpPr>
          <p:cNvPr id="201" name="TextBox 200">
            <a:extLst>
              <a:ext uri="{FF2B5EF4-FFF2-40B4-BE49-F238E27FC236}">
                <a16:creationId xmlns:a16="http://schemas.microsoft.com/office/drawing/2014/main" id="{B783B22D-CCF3-E138-9D9D-0081302FB15D}"/>
              </a:ext>
            </a:extLst>
          </p:cNvPr>
          <p:cNvSpPr txBox="1"/>
          <p:nvPr/>
        </p:nvSpPr>
        <p:spPr>
          <a:xfrm>
            <a:off x="218143" y="6278524"/>
            <a:ext cx="1739259" cy="523220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lstStyle/>
          <a:p>
            <a:pPr algn="l"/>
            <a:r>
              <a:rPr lang="en-GB" sz="2800" dirty="0">
                <a:solidFill>
                  <a:srgbClr val="FFFF00"/>
                </a:solidFill>
              </a:rPr>
              <a:t>EFEMERAL</a:t>
            </a:r>
          </a:p>
        </p:txBody>
      </p:sp>
      <p:grpSp>
        <p:nvGrpSpPr>
          <p:cNvPr id="204" name="Group 203">
            <a:extLst>
              <a:ext uri="{FF2B5EF4-FFF2-40B4-BE49-F238E27FC236}">
                <a16:creationId xmlns:a16="http://schemas.microsoft.com/office/drawing/2014/main" id="{B52DD927-05DE-CC26-B8B4-8CD8B6C689EE}"/>
              </a:ext>
            </a:extLst>
          </p:cNvPr>
          <p:cNvGrpSpPr/>
          <p:nvPr/>
        </p:nvGrpSpPr>
        <p:grpSpPr>
          <a:xfrm>
            <a:off x="4695327" y="2903089"/>
            <a:ext cx="1741137" cy="1033460"/>
            <a:chOff x="4622175" y="2738497"/>
            <a:chExt cx="1741137" cy="1033460"/>
          </a:xfrm>
        </p:grpSpPr>
        <p:grpSp>
          <p:nvGrpSpPr>
            <p:cNvPr id="38" name="Group 37">
              <a:extLst>
                <a:ext uri="{FF2B5EF4-FFF2-40B4-BE49-F238E27FC236}">
                  <a16:creationId xmlns:a16="http://schemas.microsoft.com/office/drawing/2014/main" id="{81EE324A-E919-1931-EA62-F3759BFE7670}"/>
                </a:ext>
              </a:extLst>
            </p:cNvPr>
            <p:cNvGrpSpPr/>
            <p:nvPr/>
          </p:nvGrpSpPr>
          <p:grpSpPr>
            <a:xfrm>
              <a:off x="4622175" y="2738497"/>
              <a:ext cx="1741137" cy="1033460"/>
              <a:chOff x="5971132" y="3645743"/>
              <a:chExt cx="1438957" cy="1375538"/>
            </a:xfrm>
          </p:grpSpPr>
          <p:sp>
            <p:nvSpPr>
              <p:cNvPr id="30" name="Rectangle 29">
                <a:extLst>
                  <a:ext uri="{FF2B5EF4-FFF2-40B4-BE49-F238E27FC236}">
                    <a16:creationId xmlns:a16="http://schemas.microsoft.com/office/drawing/2014/main" id="{BBEACF41-78DA-DE05-03C6-7C620AABD0FF}"/>
                  </a:ext>
                </a:extLst>
              </p:cNvPr>
              <p:cNvSpPr/>
              <p:nvPr/>
            </p:nvSpPr>
            <p:spPr>
              <a:xfrm>
                <a:off x="5971132" y="3860148"/>
                <a:ext cx="1438957" cy="1161133"/>
              </a:xfrm>
              <a:prstGeom prst="rect">
                <a:avLst/>
              </a:prstGeom>
              <a:solidFill>
                <a:schemeClr val="bg1"/>
              </a:solidFill>
              <a:ln w="19050">
                <a:solidFill>
                  <a:srgbClr val="5A6B86"/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36000" rIns="0" anchor="b"/>
              <a:lstStyle/>
              <a:p>
                <a:pPr marL="15875" algn="ctr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sz="2000" i="1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endParaRPr>
              </a:p>
              <a:p>
                <a:pPr marL="15875" algn="ctr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r>
                  <a:rPr lang="en-US" sz="2000" dirty="0">
                    <a:solidFill>
                      <a:schemeClr val="bg2">
                        <a:lumMod val="40000"/>
                        <a:lumOff val="60000"/>
                      </a:schemeClr>
                    </a:solidFill>
                    <a:effectLst>
                      <a:glow>
                        <a:schemeClr val="bg1"/>
                      </a:glow>
                    </a:effectLst>
                  </a:rPr>
                  <a:t>dispenser #1</a:t>
                </a:r>
              </a:p>
            </p:txBody>
          </p:sp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597566F8-B48E-9706-0305-5C2118CB4953}"/>
                  </a:ext>
                </a:extLst>
              </p:cNvPr>
              <p:cNvSpPr txBox="1"/>
              <p:nvPr/>
            </p:nvSpPr>
            <p:spPr>
              <a:xfrm>
                <a:off x="6267377" y="3645743"/>
                <a:ext cx="1133631" cy="83099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GB" sz="4800" baseline="-11000" dirty="0">
                    <a:solidFill>
                      <a:schemeClr val="bg2">
                        <a:lumMod val="40000"/>
                        <a:lumOff val="60000"/>
                      </a:schemeClr>
                    </a:solidFill>
                    <a:effectLst>
                      <a:glow>
                        <a:schemeClr val="bg1"/>
                      </a:glow>
                    </a:effectLst>
                  </a:rPr>
                  <a:t>💵</a:t>
                </a:r>
                <a:endParaRPr lang="en-US" sz="4800" dirty="0"/>
              </a:p>
            </p:txBody>
          </p:sp>
        </p:grpSp>
        <p:sp>
          <p:nvSpPr>
            <p:cNvPr id="203" name="TextBox 202">
              <a:extLst>
                <a:ext uri="{FF2B5EF4-FFF2-40B4-BE49-F238E27FC236}">
                  <a16:creationId xmlns:a16="http://schemas.microsoft.com/office/drawing/2014/main" id="{2DD29227-6FF9-5241-BE66-3EAD45B82690}"/>
                </a:ext>
              </a:extLst>
            </p:cNvPr>
            <p:cNvSpPr txBox="1"/>
            <p:nvPr/>
          </p:nvSpPr>
          <p:spPr>
            <a:xfrm>
              <a:off x="5073090" y="3056716"/>
              <a:ext cx="447501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GB" b="0" dirty="0">
                  <a:solidFill>
                    <a:srgbClr val="CE9178"/>
                  </a:solidFill>
                  <a:effectLst/>
                  <a:latin typeface="Menlo" panose="020B0609030804020204" pitchFamily="49" charset="0"/>
                </a:rPr>
                <a:t>🔌</a:t>
              </a:r>
              <a:endParaRPr lang="en-GB" b="0" dirty="0">
                <a:solidFill>
                  <a:srgbClr val="D4D4D4"/>
                </a:solidFill>
                <a:effectLst/>
                <a:latin typeface="Menlo" panose="020B0609030804020204" pitchFamily="49" charset="0"/>
              </a:endParaRPr>
            </a:p>
          </p:txBody>
        </p:sp>
      </p:grpSp>
      <p:sp>
        <p:nvSpPr>
          <p:cNvPr id="205" name="TextBox 204">
            <a:extLst>
              <a:ext uri="{FF2B5EF4-FFF2-40B4-BE49-F238E27FC236}">
                <a16:creationId xmlns:a16="http://schemas.microsoft.com/office/drawing/2014/main" id="{2CF7B799-CE4C-920B-8ECB-E47000FDA239}"/>
              </a:ext>
            </a:extLst>
          </p:cNvPr>
          <p:cNvSpPr txBox="1"/>
          <p:nvPr/>
        </p:nvSpPr>
        <p:spPr>
          <a:xfrm>
            <a:off x="4694534" y="4048990"/>
            <a:ext cx="1741137" cy="385592"/>
          </a:xfrm>
          <a:prstGeom prst="rect">
            <a:avLst/>
          </a:prstGeom>
          <a:solidFill>
            <a:schemeClr val="bg1"/>
          </a:solidFill>
          <a:ln w="19050">
            <a:solidFill>
              <a:srgbClr val="5A6B86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000" rIns="0" anchor="b"/>
          <a:lstStyle>
            <a:defPPr>
              <a:defRPr lang="en-US"/>
            </a:defPPr>
            <a:lvl1pPr marL="15875" algn="ctr" fontAlgn="auto">
              <a:spcBef>
                <a:spcPts val="0"/>
              </a:spcBef>
              <a:spcAft>
                <a:spcPts val="0"/>
              </a:spcAft>
              <a:defRPr sz="2000" i="1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en-GB" sz="2800" i="0" baseline="-9000" dirty="0"/>
              <a:t>🎬</a:t>
            </a:r>
            <a:r>
              <a:rPr lang="en-GB" i="0" dirty="0"/>
              <a:t> relay #1</a:t>
            </a:r>
            <a:endParaRPr lang="en-US" i="0" dirty="0"/>
          </a:p>
        </p:txBody>
      </p:sp>
      <p:sp>
        <p:nvSpPr>
          <p:cNvPr id="206" name="TextBox 205">
            <a:extLst>
              <a:ext uri="{FF2B5EF4-FFF2-40B4-BE49-F238E27FC236}">
                <a16:creationId xmlns:a16="http://schemas.microsoft.com/office/drawing/2014/main" id="{FE829FD5-E7A4-3357-83D2-2C7ABFE1BF3E}"/>
              </a:ext>
            </a:extLst>
          </p:cNvPr>
          <p:cNvSpPr txBox="1"/>
          <p:nvPr/>
        </p:nvSpPr>
        <p:spPr>
          <a:xfrm>
            <a:off x="6670596" y="4048990"/>
            <a:ext cx="540635" cy="385592"/>
          </a:xfrm>
          <a:prstGeom prst="rect">
            <a:avLst/>
          </a:prstGeom>
          <a:solidFill>
            <a:schemeClr val="bg1"/>
          </a:solidFill>
          <a:ln w="19050">
            <a:solidFill>
              <a:srgbClr val="5A6B86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000" rIns="0" anchor="b"/>
          <a:lstStyle>
            <a:defPPr>
              <a:defRPr lang="en-US"/>
            </a:defPPr>
            <a:lvl1pPr marL="15875" algn="ctr" fontAlgn="auto">
              <a:spcBef>
                <a:spcPts val="0"/>
              </a:spcBef>
              <a:spcAft>
                <a:spcPts val="0"/>
              </a:spcAft>
              <a:defRPr sz="2000" i="1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en-GB" sz="2800" i="0" baseline="-9000" dirty="0"/>
              <a:t>🎬</a:t>
            </a:r>
            <a:r>
              <a:rPr lang="en-GB" sz="2400" i="0" dirty="0"/>
              <a:t> </a:t>
            </a:r>
            <a:endParaRPr lang="en-US" sz="2400" i="0" dirty="0"/>
          </a:p>
        </p:txBody>
      </p:sp>
      <p:sp>
        <p:nvSpPr>
          <p:cNvPr id="207" name="TextBox 206">
            <a:extLst>
              <a:ext uri="{FF2B5EF4-FFF2-40B4-BE49-F238E27FC236}">
                <a16:creationId xmlns:a16="http://schemas.microsoft.com/office/drawing/2014/main" id="{B46EFCE1-3985-A134-88E2-827B281B3C1B}"/>
              </a:ext>
            </a:extLst>
          </p:cNvPr>
          <p:cNvSpPr txBox="1"/>
          <p:nvPr/>
        </p:nvSpPr>
        <p:spPr>
          <a:xfrm>
            <a:off x="7445363" y="4048990"/>
            <a:ext cx="540635" cy="385592"/>
          </a:xfrm>
          <a:prstGeom prst="rect">
            <a:avLst/>
          </a:prstGeom>
          <a:solidFill>
            <a:schemeClr val="bg1"/>
          </a:solidFill>
          <a:ln w="19050">
            <a:solidFill>
              <a:srgbClr val="5A6B86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000" rIns="0" anchor="b"/>
          <a:lstStyle>
            <a:defPPr>
              <a:defRPr lang="en-US"/>
            </a:defPPr>
            <a:lvl1pPr marL="15875" algn="ctr" fontAlgn="auto">
              <a:spcBef>
                <a:spcPts val="0"/>
              </a:spcBef>
              <a:spcAft>
                <a:spcPts val="0"/>
              </a:spcAft>
              <a:defRPr sz="2000" i="1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en-GB" sz="2800" i="0" baseline="-9000" dirty="0"/>
              <a:t>🎬</a:t>
            </a:r>
            <a:endParaRPr lang="en-US" sz="2800" i="0" baseline="-9000" dirty="0"/>
          </a:p>
        </p:txBody>
      </p:sp>
      <p:sp>
        <p:nvSpPr>
          <p:cNvPr id="209" name="Rectangle 208">
            <a:extLst>
              <a:ext uri="{FF2B5EF4-FFF2-40B4-BE49-F238E27FC236}">
                <a16:creationId xmlns:a16="http://schemas.microsoft.com/office/drawing/2014/main" id="{E0EF3CF3-AF17-9E89-CDBC-39D769067D68}"/>
              </a:ext>
            </a:extLst>
          </p:cNvPr>
          <p:cNvSpPr/>
          <p:nvPr/>
        </p:nvSpPr>
        <p:spPr>
          <a:xfrm>
            <a:off x="4619850" y="2486231"/>
            <a:ext cx="1872390" cy="2012617"/>
          </a:xfrm>
          <a:prstGeom prst="rect">
            <a:avLst/>
          </a:prstGeom>
          <a:noFill/>
          <a:ln w="12700">
            <a:solidFill>
              <a:srgbClr val="5A6B86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36000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2000" i="1" dirty="0">
              <a:solidFill>
                <a:schemeClr val="bg2">
                  <a:lumMod val="40000"/>
                  <a:lumOff val="60000"/>
                </a:schemeClr>
              </a:solidFill>
              <a:effectLst>
                <a:glow>
                  <a:schemeClr val="bg1"/>
                </a:glow>
              </a:effectLst>
            </a:endParaRPr>
          </a:p>
        </p:txBody>
      </p:sp>
      <p:sp>
        <p:nvSpPr>
          <p:cNvPr id="210" name="Rectangle 209">
            <a:extLst>
              <a:ext uri="{FF2B5EF4-FFF2-40B4-BE49-F238E27FC236}">
                <a16:creationId xmlns:a16="http://schemas.microsoft.com/office/drawing/2014/main" id="{B56902E7-B9D0-D294-67E4-7A1801BF3FA0}"/>
              </a:ext>
            </a:extLst>
          </p:cNvPr>
          <p:cNvSpPr/>
          <p:nvPr/>
        </p:nvSpPr>
        <p:spPr>
          <a:xfrm>
            <a:off x="6609442" y="2484562"/>
            <a:ext cx="660038" cy="2012617"/>
          </a:xfrm>
          <a:prstGeom prst="rect">
            <a:avLst/>
          </a:prstGeom>
          <a:noFill/>
          <a:ln w="12700">
            <a:solidFill>
              <a:srgbClr val="5A6B86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36000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2000" i="1" dirty="0">
              <a:solidFill>
                <a:schemeClr val="bg2">
                  <a:lumMod val="40000"/>
                  <a:lumOff val="60000"/>
                </a:schemeClr>
              </a:solidFill>
              <a:effectLst>
                <a:glow>
                  <a:schemeClr val="bg1"/>
                </a:glow>
              </a:effectLst>
            </a:endParaRPr>
          </a:p>
        </p:txBody>
      </p:sp>
      <p:sp>
        <p:nvSpPr>
          <p:cNvPr id="211" name="Rectangle 210">
            <a:extLst>
              <a:ext uri="{FF2B5EF4-FFF2-40B4-BE49-F238E27FC236}">
                <a16:creationId xmlns:a16="http://schemas.microsoft.com/office/drawing/2014/main" id="{640A937E-04D7-6A3F-4988-7D8BFF4CFE31}"/>
              </a:ext>
            </a:extLst>
          </p:cNvPr>
          <p:cNvSpPr/>
          <p:nvPr/>
        </p:nvSpPr>
        <p:spPr>
          <a:xfrm>
            <a:off x="7374761" y="2484562"/>
            <a:ext cx="660038" cy="2012617"/>
          </a:xfrm>
          <a:prstGeom prst="rect">
            <a:avLst/>
          </a:prstGeom>
          <a:noFill/>
          <a:ln w="12700">
            <a:solidFill>
              <a:srgbClr val="5A6B86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36000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2000" i="1" dirty="0">
              <a:solidFill>
                <a:schemeClr val="bg2">
                  <a:lumMod val="40000"/>
                  <a:lumOff val="60000"/>
                </a:schemeClr>
              </a:solidFill>
              <a:effectLst>
                <a:glow>
                  <a:schemeClr val="bg1"/>
                </a:glow>
              </a:effectLst>
            </a:endParaRPr>
          </a:p>
        </p:txBody>
      </p:sp>
      <p:cxnSp>
        <p:nvCxnSpPr>
          <p:cNvPr id="157" name="Straight Arrow Connector 12">
            <a:extLst>
              <a:ext uri="{FF2B5EF4-FFF2-40B4-BE49-F238E27FC236}">
                <a16:creationId xmlns:a16="http://schemas.microsoft.com/office/drawing/2014/main" id="{3F41551E-0C4A-29A9-97B8-36B50C3163CE}"/>
              </a:ext>
            </a:extLst>
          </p:cNvPr>
          <p:cNvCxnSpPr>
            <a:cxnSpLocks/>
            <a:stCxn id="190" idx="1"/>
            <a:endCxn id="77" idx="3"/>
          </p:cNvCxnSpPr>
          <p:nvPr/>
        </p:nvCxnSpPr>
        <p:spPr>
          <a:xfrm flipH="1">
            <a:off x="7985999" y="2752858"/>
            <a:ext cx="2208589" cy="0"/>
          </a:xfrm>
          <a:prstGeom prst="straightConnector1">
            <a:avLst/>
          </a:prstGeom>
          <a:ln>
            <a:solidFill>
              <a:schemeClr val="tx1">
                <a:lumMod val="85000"/>
              </a:schemeClr>
            </a:solidFill>
            <a:tailEnd type="triangle" w="lg" len="lg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13" name="Straight Arrow Connector 12">
            <a:extLst>
              <a:ext uri="{FF2B5EF4-FFF2-40B4-BE49-F238E27FC236}">
                <a16:creationId xmlns:a16="http://schemas.microsoft.com/office/drawing/2014/main" id="{B052B7E4-0D11-0A6D-3406-59783A2BC357}"/>
              </a:ext>
            </a:extLst>
          </p:cNvPr>
          <p:cNvCxnSpPr>
            <a:cxnSpLocks/>
            <a:stCxn id="100" idx="2"/>
            <a:endCxn id="70" idx="1"/>
          </p:cNvCxnSpPr>
          <p:nvPr/>
        </p:nvCxnSpPr>
        <p:spPr>
          <a:xfrm rot="16200000" flipH="1">
            <a:off x="2913794" y="971325"/>
            <a:ext cx="543625" cy="3019439"/>
          </a:xfrm>
          <a:prstGeom prst="bentConnector2">
            <a:avLst/>
          </a:prstGeom>
          <a:ln>
            <a:solidFill>
              <a:schemeClr val="tx1">
                <a:lumMod val="85000"/>
              </a:schemeClr>
            </a:solidFill>
            <a:tailEnd type="triangle" w="lg" len="lg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17" name="Straight Arrow Connector 12">
            <a:extLst>
              <a:ext uri="{FF2B5EF4-FFF2-40B4-BE49-F238E27FC236}">
                <a16:creationId xmlns:a16="http://schemas.microsoft.com/office/drawing/2014/main" id="{65191836-45AD-EE72-1243-2C4B12A8D1A3}"/>
              </a:ext>
            </a:extLst>
          </p:cNvPr>
          <p:cNvCxnSpPr>
            <a:cxnSpLocks/>
            <a:stCxn id="193" idx="2"/>
            <a:endCxn id="30" idx="1"/>
          </p:cNvCxnSpPr>
          <p:nvPr/>
        </p:nvCxnSpPr>
        <p:spPr>
          <a:xfrm rot="16200000" flipH="1">
            <a:off x="2068418" y="873453"/>
            <a:ext cx="1283624" cy="3970193"/>
          </a:xfrm>
          <a:prstGeom prst="bentConnector2">
            <a:avLst/>
          </a:prstGeom>
          <a:ln>
            <a:solidFill>
              <a:schemeClr val="tx1">
                <a:lumMod val="85000"/>
              </a:schemeClr>
            </a:solidFill>
            <a:tailEnd type="triangle" w="lg" len="lg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217" name="Straight Arrow Connector 12">
            <a:extLst>
              <a:ext uri="{FF2B5EF4-FFF2-40B4-BE49-F238E27FC236}">
                <a16:creationId xmlns:a16="http://schemas.microsoft.com/office/drawing/2014/main" id="{DD40E8BD-E0B4-7E76-F27D-87C1F67649AC}"/>
              </a:ext>
            </a:extLst>
          </p:cNvPr>
          <p:cNvCxnSpPr>
            <a:cxnSpLocks/>
            <a:endCxn id="209" idx="2"/>
          </p:cNvCxnSpPr>
          <p:nvPr/>
        </p:nvCxnSpPr>
        <p:spPr>
          <a:xfrm flipV="1">
            <a:off x="5556045" y="4498848"/>
            <a:ext cx="0" cy="283408"/>
          </a:xfrm>
          <a:prstGeom prst="straightConnector1">
            <a:avLst/>
          </a:prstGeom>
          <a:ln>
            <a:solidFill>
              <a:schemeClr val="tx1">
                <a:lumMod val="85000"/>
              </a:schemeClr>
            </a:solidFill>
            <a:tailEnd type="triangle" w="lg" len="lg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220" name="Straight Arrow Connector 12">
            <a:extLst>
              <a:ext uri="{FF2B5EF4-FFF2-40B4-BE49-F238E27FC236}">
                <a16:creationId xmlns:a16="http://schemas.microsoft.com/office/drawing/2014/main" id="{57B35CB4-CBAD-C1EF-EF36-3A368B95CDA1}"/>
              </a:ext>
            </a:extLst>
          </p:cNvPr>
          <p:cNvCxnSpPr>
            <a:cxnSpLocks/>
            <a:endCxn id="210" idx="2"/>
          </p:cNvCxnSpPr>
          <p:nvPr/>
        </p:nvCxnSpPr>
        <p:spPr>
          <a:xfrm flipV="1">
            <a:off x="6939461" y="4497179"/>
            <a:ext cx="0" cy="285077"/>
          </a:xfrm>
          <a:prstGeom prst="straightConnector1">
            <a:avLst/>
          </a:prstGeom>
          <a:ln>
            <a:solidFill>
              <a:schemeClr val="tx1">
                <a:lumMod val="85000"/>
              </a:schemeClr>
            </a:solidFill>
            <a:tailEnd type="triangle" w="lg" len="lg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223" name="Straight Arrow Connector 12">
            <a:extLst>
              <a:ext uri="{FF2B5EF4-FFF2-40B4-BE49-F238E27FC236}">
                <a16:creationId xmlns:a16="http://schemas.microsoft.com/office/drawing/2014/main" id="{40C03DD1-B982-6C5C-1E5E-1F55F9F593CA}"/>
              </a:ext>
            </a:extLst>
          </p:cNvPr>
          <p:cNvCxnSpPr>
            <a:cxnSpLocks/>
            <a:endCxn id="211" idx="2"/>
          </p:cNvCxnSpPr>
          <p:nvPr/>
        </p:nvCxnSpPr>
        <p:spPr>
          <a:xfrm flipV="1">
            <a:off x="7704780" y="4497179"/>
            <a:ext cx="0" cy="285077"/>
          </a:xfrm>
          <a:prstGeom prst="straightConnector1">
            <a:avLst/>
          </a:prstGeom>
          <a:ln>
            <a:solidFill>
              <a:schemeClr val="tx1">
                <a:lumMod val="85000"/>
              </a:schemeClr>
            </a:solidFill>
            <a:tailEnd type="triangle" w="lg" len="lg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164" name="TextBox 163">
            <a:extLst>
              <a:ext uri="{FF2B5EF4-FFF2-40B4-BE49-F238E27FC236}">
                <a16:creationId xmlns:a16="http://schemas.microsoft.com/office/drawing/2014/main" id="{6C5F89D8-F6E6-EEE2-4DFA-F4E86EB90955}"/>
              </a:ext>
            </a:extLst>
          </p:cNvPr>
          <p:cNvSpPr txBox="1"/>
          <p:nvPr/>
        </p:nvSpPr>
        <p:spPr>
          <a:xfrm>
            <a:off x="4864646" y="4782256"/>
            <a:ext cx="3170189" cy="385592"/>
          </a:xfrm>
          <a:prstGeom prst="rect">
            <a:avLst/>
          </a:prstGeom>
          <a:solidFill>
            <a:schemeClr val="bg1"/>
          </a:solidFill>
          <a:ln w="19050">
            <a:solidFill>
              <a:srgbClr val="5A6B86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000" rIns="0" anchor="b"/>
          <a:lstStyle>
            <a:defPPr>
              <a:defRPr lang="en-US"/>
            </a:defPPr>
            <a:lvl1pPr marL="15875" algn="ctr" fontAlgn="auto">
              <a:spcBef>
                <a:spcPts val="0"/>
              </a:spcBef>
              <a:spcAft>
                <a:spcPts val="0"/>
              </a:spcAft>
              <a:defRPr sz="2000" i="1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en-GB" sz="2800" i="0" baseline="-9000" dirty="0"/>
              <a:t>📡</a:t>
            </a:r>
            <a:r>
              <a:rPr lang="en-GB" i="0" dirty="0"/>
              <a:t> antenna</a:t>
            </a:r>
            <a:endParaRPr lang="en-US" i="0" dirty="0"/>
          </a:p>
        </p:txBody>
      </p:sp>
      <p:sp>
        <p:nvSpPr>
          <p:cNvPr id="234" name="TextBox 233">
            <a:extLst>
              <a:ext uri="{FF2B5EF4-FFF2-40B4-BE49-F238E27FC236}">
                <a16:creationId xmlns:a16="http://schemas.microsoft.com/office/drawing/2014/main" id="{0D928079-28DB-40BB-8B76-F9187D53C336}"/>
              </a:ext>
            </a:extLst>
          </p:cNvPr>
          <p:cNvSpPr txBox="1"/>
          <p:nvPr/>
        </p:nvSpPr>
        <p:spPr>
          <a:xfrm>
            <a:off x="4864609" y="5254890"/>
            <a:ext cx="3170190" cy="385592"/>
          </a:xfrm>
          <a:prstGeom prst="rect">
            <a:avLst/>
          </a:prstGeom>
          <a:solidFill>
            <a:schemeClr val="bg1"/>
          </a:solidFill>
          <a:ln w="19050">
            <a:solidFill>
              <a:srgbClr val="5A6B86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000" rIns="0" anchor="b"/>
          <a:lstStyle>
            <a:defPPr>
              <a:defRPr lang="en-US"/>
            </a:defPPr>
            <a:lvl1pPr marL="15875" algn="ctr" fontAlgn="auto">
              <a:spcBef>
                <a:spcPts val="0"/>
              </a:spcBef>
              <a:spcAft>
                <a:spcPts val="0"/>
              </a:spcAft>
              <a:defRPr sz="2000" i="1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en-GB" sz="2800" i="0" baseline="-9000" dirty="0"/>
              <a:t>🛜</a:t>
            </a:r>
            <a:r>
              <a:rPr lang="en-GB" i="0" dirty="0"/>
              <a:t> wi-fier</a:t>
            </a:r>
            <a:endParaRPr lang="en-US" i="0" dirty="0"/>
          </a:p>
        </p:txBody>
      </p:sp>
      <p:cxnSp>
        <p:nvCxnSpPr>
          <p:cNvPr id="235" name="Straight Arrow Connector 12">
            <a:extLst>
              <a:ext uri="{FF2B5EF4-FFF2-40B4-BE49-F238E27FC236}">
                <a16:creationId xmlns:a16="http://schemas.microsoft.com/office/drawing/2014/main" id="{EBCB3C63-FC2E-5FDB-8445-C6EA1232D79C}"/>
              </a:ext>
            </a:extLst>
          </p:cNvPr>
          <p:cNvCxnSpPr>
            <a:cxnSpLocks/>
            <a:stCxn id="181" idx="2"/>
            <a:endCxn id="234" idx="3"/>
          </p:cNvCxnSpPr>
          <p:nvPr/>
        </p:nvCxnSpPr>
        <p:spPr>
          <a:xfrm rot="5400000">
            <a:off x="8492727" y="2849008"/>
            <a:ext cx="2140750" cy="3056606"/>
          </a:xfrm>
          <a:prstGeom prst="bentConnector2">
            <a:avLst/>
          </a:prstGeom>
          <a:ln>
            <a:solidFill>
              <a:schemeClr val="bg1">
                <a:lumMod val="50000"/>
                <a:lumOff val="50000"/>
              </a:schemeClr>
            </a:solidFill>
            <a:prstDash val="dash"/>
            <a:tailEnd type="triangle" w="lg" len="lg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71" name="Straight Arrow Connector 12">
            <a:extLst>
              <a:ext uri="{FF2B5EF4-FFF2-40B4-BE49-F238E27FC236}">
                <a16:creationId xmlns:a16="http://schemas.microsoft.com/office/drawing/2014/main" id="{FC25BEE3-E2BD-CBB9-F36A-1DC994F37407}"/>
              </a:ext>
            </a:extLst>
          </p:cNvPr>
          <p:cNvCxnSpPr>
            <a:cxnSpLocks/>
            <a:stCxn id="181" idx="2"/>
            <a:endCxn id="80" idx="3"/>
          </p:cNvCxnSpPr>
          <p:nvPr/>
        </p:nvCxnSpPr>
        <p:spPr>
          <a:xfrm rot="5400000">
            <a:off x="9442385" y="1851342"/>
            <a:ext cx="193426" cy="3104614"/>
          </a:xfrm>
          <a:prstGeom prst="bentConnector2">
            <a:avLst/>
          </a:prstGeom>
          <a:ln>
            <a:solidFill>
              <a:schemeClr val="tx1">
                <a:lumMod val="85000"/>
              </a:schemeClr>
            </a:solidFill>
            <a:tailEnd type="triangle" w="lg" len="lg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238" name="Straight Arrow Connector 12">
            <a:extLst>
              <a:ext uri="{FF2B5EF4-FFF2-40B4-BE49-F238E27FC236}">
                <a16:creationId xmlns:a16="http://schemas.microsoft.com/office/drawing/2014/main" id="{51158067-F681-643E-87A5-1B3BCDCE100C}"/>
              </a:ext>
            </a:extLst>
          </p:cNvPr>
          <p:cNvCxnSpPr>
            <a:cxnSpLocks/>
            <a:stCxn id="234" idx="1"/>
            <a:endCxn id="164" idx="1"/>
          </p:cNvCxnSpPr>
          <p:nvPr/>
        </p:nvCxnSpPr>
        <p:spPr>
          <a:xfrm rot="10800000" flipH="1">
            <a:off x="4864608" y="4975052"/>
            <a:ext cx="37" cy="472634"/>
          </a:xfrm>
          <a:prstGeom prst="bentConnector3">
            <a:avLst>
              <a:gd name="adj1" fmla="val -617837838"/>
            </a:avLst>
          </a:prstGeom>
          <a:ln>
            <a:solidFill>
              <a:schemeClr val="tx1">
                <a:lumMod val="85000"/>
              </a:schemeClr>
            </a:solidFill>
            <a:tailEnd type="triangle" w="lg" len="lg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246" name="Content Placeholder 2">
            <a:extLst>
              <a:ext uri="{FF2B5EF4-FFF2-40B4-BE49-F238E27FC236}">
                <a16:creationId xmlns:a16="http://schemas.microsoft.com/office/drawing/2014/main" id="{3046E088-04E3-DFC9-2A7D-81EF07F78474}"/>
              </a:ext>
            </a:extLst>
          </p:cNvPr>
          <p:cNvSpPr txBox="1">
            <a:spLocks/>
          </p:cNvSpPr>
          <p:nvPr/>
        </p:nvSpPr>
        <p:spPr>
          <a:xfrm>
            <a:off x="8217438" y="5038746"/>
            <a:ext cx="2023844" cy="400110"/>
          </a:xfrm>
          <a:prstGeom prst="rect">
            <a:avLst/>
          </a:prstGeom>
        </p:spPr>
        <p:txBody>
          <a:bodyPr wrap="square">
            <a:sp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Amazon Ember" panose="020B0603020204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Amazon Ember" panose="020B0603020204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Aft>
                <a:spcPts val="600"/>
              </a:spcAft>
              <a:buNone/>
            </a:pPr>
            <a:r>
              <a:rPr lang="en-US" sz="2000" i="1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secured internet</a:t>
            </a:r>
          </a:p>
        </p:txBody>
      </p:sp>
    </p:spTree>
    <p:extLst>
      <p:ext uri="{BB962C8B-B14F-4D97-AF65-F5344CB8AC3E}">
        <p14:creationId xmlns:p14="http://schemas.microsoft.com/office/powerpoint/2010/main" val="29629777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D9FC8D-1171-E79E-8AAB-AECAB568B7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Rectangle 40">
            <a:extLst>
              <a:ext uri="{FF2B5EF4-FFF2-40B4-BE49-F238E27FC236}">
                <a16:creationId xmlns:a16="http://schemas.microsoft.com/office/drawing/2014/main" id="{4CDA9016-842C-099A-2241-447D1FC99283}"/>
              </a:ext>
            </a:extLst>
          </p:cNvPr>
          <p:cNvSpPr/>
          <p:nvPr/>
        </p:nvSpPr>
        <p:spPr>
          <a:xfrm>
            <a:off x="4462271" y="256029"/>
            <a:ext cx="3739897" cy="6433006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 w="28575"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44000" rIns="144000" bIns="144000" anchor="t"/>
          <a:lstStyle/>
          <a:p>
            <a:endParaRPr lang="en-GB" sz="2000" i="1" dirty="0">
              <a:solidFill>
                <a:schemeClr val="bg2">
                  <a:lumMod val="40000"/>
                  <a:lumOff val="60000"/>
                </a:schemeClr>
              </a:solidFill>
              <a:effectLst>
                <a:glow>
                  <a:schemeClr val="bg1"/>
                </a:glow>
              </a:effectLst>
            </a:endParaRP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241462C1-ACA2-320B-B21F-33F84A0AEC7B}"/>
              </a:ext>
            </a:extLst>
          </p:cNvPr>
          <p:cNvGrpSpPr/>
          <p:nvPr/>
        </p:nvGrpSpPr>
        <p:grpSpPr>
          <a:xfrm>
            <a:off x="8401175" y="1018695"/>
            <a:ext cx="2395358" cy="1038741"/>
            <a:chOff x="7507403" y="1006813"/>
            <a:chExt cx="1034295" cy="1038741"/>
          </a:xfrm>
        </p:grpSpPr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F1900B8B-A315-2E9F-FDE3-BD21F890D2E0}"/>
                </a:ext>
              </a:extLst>
            </p:cNvPr>
            <p:cNvSpPr/>
            <p:nvPr/>
          </p:nvSpPr>
          <p:spPr>
            <a:xfrm>
              <a:off x="7507403" y="1006813"/>
              <a:ext cx="1034295" cy="1038741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rgbClr val="5A6B86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36000"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GB" sz="2800" baseline="-9000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🤗</a:t>
              </a:r>
              <a:r>
                <a:rPr lang="en-GB" sz="2000" i="1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 </a:t>
              </a:r>
              <a:r>
                <a:rPr lang="en-US" sz="2000" i="1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host</a:t>
              </a:r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5F1A23B7-DEDF-AC9F-6C83-EA37637EE86C}"/>
                </a:ext>
              </a:extLst>
            </p:cNvPr>
            <p:cNvSpPr/>
            <p:nvPr/>
          </p:nvSpPr>
          <p:spPr>
            <a:xfrm>
              <a:off x="7538137" y="1403791"/>
              <a:ext cx="964918" cy="562183"/>
            </a:xfrm>
            <a:prstGeom prst="rect">
              <a:avLst/>
            </a:prstGeom>
            <a:solidFill>
              <a:schemeClr val="tx1">
                <a:lumMod val="95000"/>
              </a:schemeClr>
            </a:solidFill>
            <a:ln w="28575">
              <a:solidFill>
                <a:schemeClr val="tx1">
                  <a:lumMod val="50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44000" tIns="144000" rIns="144000" bIns="144000" anchor="ctr"/>
            <a:lstStyle/>
            <a:p>
              <a:r>
                <a:rPr lang="en-GB" sz="3200" baseline="-9000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🏧</a:t>
              </a:r>
              <a:r>
                <a:rPr lang="en-GB" sz="2400" dirty="0">
                  <a:solidFill>
                    <a:sysClr val="windowText" lastClr="000000"/>
                  </a:solidFill>
                  <a:latin typeface="+mj-lt"/>
                  <a:cs typeface="Arial" panose="020B0604020202020204" pitchFamily="34" charset="0"/>
                </a:rPr>
                <a:t> ATM co.</a:t>
              </a:r>
            </a:p>
          </p:txBody>
        </p:sp>
      </p:grpSp>
      <p:grpSp>
        <p:nvGrpSpPr>
          <p:cNvPr id="43" name="Group 42">
            <a:extLst>
              <a:ext uri="{FF2B5EF4-FFF2-40B4-BE49-F238E27FC236}">
                <a16:creationId xmlns:a16="http://schemas.microsoft.com/office/drawing/2014/main" id="{DD267C8E-8DC1-AD39-B893-D58AE1BC7660}"/>
              </a:ext>
            </a:extLst>
          </p:cNvPr>
          <p:cNvGrpSpPr/>
          <p:nvPr/>
        </p:nvGrpSpPr>
        <p:grpSpPr>
          <a:xfrm>
            <a:off x="6670993" y="4682194"/>
            <a:ext cx="540635" cy="1033460"/>
            <a:chOff x="5971132" y="3645743"/>
            <a:chExt cx="1438957" cy="1375538"/>
          </a:xfrm>
        </p:grpSpPr>
        <p:sp>
          <p:nvSpPr>
            <p:cNvPr id="46" name="Rectangle 45">
              <a:extLst>
                <a:ext uri="{FF2B5EF4-FFF2-40B4-BE49-F238E27FC236}">
                  <a16:creationId xmlns:a16="http://schemas.microsoft.com/office/drawing/2014/main" id="{38527B36-2FC5-AB25-CCED-29DA3D6D9A12}"/>
                </a:ext>
              </a:extLst>
            </p:cNvPr>
            <p:cNvSpPr/>
            <p:nvPr/>
          </p:nvSpPr>
          <p:spPr>
            <a:xfrm>
              <a:off x="5971132" y="3860148"/>
              <a:ext cx="1438957" cy="1161133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rgbClr val="5A6B86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36000" rIns="0" anchor="b"/>
            <a:lstStyle/>
            <a:p>
              <a:pPr marL="15875"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sz="2000" i="1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endParaRPr>
            </a:p>
            <a:p>
              <a:pPr marL="15875"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sz="2000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#2</a:t>
              </a:r>
            </a:p>
          </p:txBody>
        </p:sp>
        <p:sp>
          <p:nvSpPr>
            <p:cNvPr id="47" name="TextBox 46">
              <a:extLst>
                <a:ext uri="{FF2B5EF4-FFF2-40B4-BE49-F238E27FC236}">
                  <a16:creationId xmlns:a16="http://schemas.microsoft.com/office/drawing/2014/main" id="{0260C41B-CAC8-D022-06D9-7BBDA1F4E3E3}"/>
                </a:ext>
              </a:extLst>
            </p:cNvPr>
            <p:cNvSpPr txBox="1"/>
            <p:nvPr/>
          </p:nvSpPr>
          <p:spPr>
            <a:xfrm>
              <a:off x="6123794" y="3645743"/>
              <a:ext cx="1133631" cy="83099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GB" sz="4800" baseline="-11000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💵</a:t>
              </a:r>
              <a:endParaRPr lang="en-US" sz="4800" dirty="0"/>
            </a:p>
          </p:txBody>
        </p:sp>
      </p:grpSp>
      <p:sp>
        <p:nvSpPr>
          <p:cNvPr id="70" name="TextBox 69">
            <a:extLst>
              <a:ext uri="{FF2B5EF4-FFF2-40B4-BE49-F238E27FC236}">
                <a16:creationId xmlns:a16="http://schemas.microsoft.com/office/drawing/2014/main" id="{3A9D3470-1511-81AF-8F38-A5BC83272F92}"/>
              </a:ext>
            </a:extLst>
          </p:cNvPr>
          <p:cNvSpPr txBox="1"/>
          <p:nvPr/>
        </p:nvSpPr>
        <p:spPr>
          <a:xfrm>
            <a:off x="4695326" y="4339167"/>
            <a:ext cx="1741137" cy="385592"/>
          </a:xfrm>
          <a:prstGeom prst="rect">
            <a:avLst/>
          </a:prstGeom>
          <a:solidFill>
            <a:schemeClr val="bg1"/>
          </a:solidFill>
          <a:ln w="19050">
            <a:solidFill>
              <a:srgbClr val="5A6B86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000" rIns="0" anchor="b"/>
          <a:lstStyle>
            <a:defPPr>
              <a:defRPr lang="en-US"/>
            </a:defPPr>
            <a:lvl1pPr marL="15875" algn="ctr" fontAlgn="auto">
              <a:spcBef>
                <a:spcPts val="0"/>
              </a:spcBef>
              <a:spcAft>
                <a:spcPts val="0"/>
              </a:spcAft>
              <a:defRPr sz="2000" i="1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en-GB" sz="2800" i="0" baseline="-9000" dirty="0"/>
              <a:t>🦋</a:t>
            </a:r>
            <a:r>
              <a:rPr lang="en-GB" i="0" dirty="0"/>
              <a:t> ephemeral</a:t>
            </a:r>
            <a:endParaRPr lang="en-US" i="0" dirty="0"/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AB83B217-FC5A-B991-C3A7-D2D278CF036D}"/>
              </a:ext>
            </a:extLst>
          </p:cNvPr>
          <p:cNvSpPr txBox="1"/>
          <p:nvPr/>
        </p:nvSpPr>
        <p:spPr>
          <a:xfrm>
            <a:off x="6670596" y="4341112"/>
            <a:ext cx="540635" cy="385592"/>
          </a:xfrm>
          <a:prstGeom prst="rect">
            <a:avLst/>
          </a:prstGeom>
          <a:solidFill>
            <a:schemeClr val="bg1"/>
          </a:solidFill>
          <a:ln w="19050">
            <a:solidFill>
              <a:srgbClr val="5A6B86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000" rIns="0" anchor="b"/>
          <a:lstStyle>
            <a:defPPr>
              <a:defRPr lang="en-US"/>
            </a:defPPr>
            <a:lvl1pPr marL="15875" algn="ctr" fontAlgn="auto">
              <a:spcBef>
                <a:spcPts val="0"/>
              </a:spcBef>
              <a:spcAft>
                <a:spcPts val="0"/>
              </a:spcAft>
              <a:defRPr sz="2000" i="1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en-GB" sz="2800" i="0" baseline="-9000" dirty="0"/>
              <a:t>🦋</a:t>
            </a:r>
            <a:r>
              <a:rPr lang="en-GB" i="0" dirty="0"/>
              <a:t>  </a:t>
            </a:r>
            <a:endParaRPr lang="en-US" i="0" dirty="0"/>
          </a:p>
        </p:txBody>
      </p:sp>
      <p:cxnSp>
        <p:nvCxnSpPr>
          <p:cNvPr id="72" name="Straight Arrow Connector 12">
            <a:extLst>
              <a:ext uri="{FF2B5EF4-FFF2-40B4-BE49-F238E27FC236}">
                <a16:creationId xmlns:a16="http://schemas.microsoft.com/office/drawing/2014/main" id="{FC6B1AFF-E4D4-0B92-6018-A8BA09934468}"/>
              </a:ext>
            </a:extLst>
          </p:cNvPr>
          <p:cNvCxnSpPr>
            <a:cxnSpLocks/>
            <a:stCxn id="100" idx="0"/>
            <a:endCxn id="88" idx="1"/>
          </p:cNvCxnSpPr>
          <p:nvPr/>
        </p:nvCxnSpPr>
        <p:spPr>
          <a:xfrm rot="5400000" flipH="1" flipV="1">
            <a:off x="3031700" y="-729734"/>
            <a:ext cx="266339" cy="2977965"/>
          </a:xfrm>
          <a:prstGeom prst="bentConnector2">
            <a:avLst/>
          </a:prstGeom>
          <a:ln>
            <a:solidFill>
              <a:schemeClr val="tx1">
                <a:lumMod val="85000"/>
              </a:schemeClr>
            </a:solidFill>
            <a:tailEnd type="triangle" w="lg" len="lg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77" name="TextBox 76">
            <a:extLst>
              <a:ext uri="{FF2B5EF4-FFF2-40B4-BE49-F238E27FC236}">
                <a16:creationId xmlns:a16="http://schemas.microsoft.com/office/drawing/2014/main" id="{6ABBAFFF-ABF9-AB24-70AC-D80795ADEFC5}"/>
              </a:ext>
            </a:extLst>
          </p:cNvPr>
          <p:cNvSpPr txBox="1"/>
          <p:nvPr/>
        </p:nvSpPr>
        <p:spPr>
          <a:xfrm>
            <a:off x="7445364" y="4339167"/>
            <a:ext cx="540635" cy="385592"/>
          </a:xfrm>
          <a:prstGeom prst="rect">
            <a:avLst/>
          </a:prstGeom>
          <a:solidFill>
            <a:schemeClr val="bg1"/>
          </a:solidFill>
          <a:ln w="19050">
            <a:solidFill>
              <a:srgbClr val="5A6B86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000" rIns="0" anchor="b"/>
          <a:lstStyle>
            <a:defPPr>
              <a:defRPr lang="en-US"/>
            </a:defPPr>
            <a:lvl1pPr marL="15875" algn="ctr" fontAlgn="auto">
              <a:spcBef>
                <a:spcPts val="0"/>
              </a:spcBef>
              <a:spcAft>
                <a:spcPts val="0"/>
              </a:spcAft>
              <a:defRPr sz="2000" i="1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en-GB" sz="2800" i="0" baseline="-9000" dirty="0"/>
              <a:t>🦋</a:t>
            </a:r>
            <a:r>
              <a:rPr lang="en-GB" i="0" dirty="0"/>
              <a:t>  </a:t>
            </a:r>
            <a:endParaRPr lang="en-US" i="0" dirty="0"/>
          </a:p>
        </p:txBody>
      </p:sp>
      <p:grpSp>
        <p:nvGrpSpPr>
          <p:cNvPr id="79" name="Group 78">
            <a:extLst>
              <a:ext uri="{FF2B5EF4-FFF2-40B4-BE49-F238E27FC236}">
                <a16:creationId xmlns:a16="http://schemas.microsoft.com/office/drawing/2014/main" id="{0EBF1CD2-2395-8B34-06E6-65F1806E011D}"/>
              </a:ext>
            </a:extLst>
          </p:cNvPr>
          <p:cNvGrpSpPr/>
          <p:nvPr/>
        </p:nvGrpSpPr>
        <p:grpSpPr>
          <a:xfrm>
            <a:off x="7446156" y="4682194"/>
            <a:ext cx="540635" cy="1033460"/>
            <a:chOff x="5971132" y="3645743"/>
            <a:chExt cx="1438957" cy="1375538"/>
          </a:xfrm>
        </p:grpSpPr>
        <p:sp>
          <p:nvSpPr>
            <p:cNvPr id="80" name="Rectangle 79">
              <a:extLst>
                <a:ext uri="{FF2B5EF4-FFF2-40B4-BE49-F238E27FC236}">
                  <a16:creationId xmlns:a16="http://schemas.microsoft.com/office/drawing/2014/main" id="{6B423290-F82D-08A3-3DDE-2137258BB929}"/>
                </a:ext>
              </a:extLst>
            </p:cNvPr>
            <p:cNvSpPr/>
            <p:nvPr/>
          </p:nvSpPr>
          <p:spPr>
            <a:xfrm>
              <a:off x="5971132" y="3860148"/>
              <a:ext cx="1438957" cy="1161133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rgbClr val="5A6B86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36000" rIns="0" anchor="b"/>
            <a:lstStyle/>
            <a:p>
              <a:pPr marL="15875"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sz="2000" i="1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endParaRPr>
            </a:p>
            <a:p>
              <a:pPr marL="15875"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sz="2000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#N</a:t>
              </a:r>
            </a:p>
          </p:txBody>
        </p:sp>
        <p:sp>
          <p:nvSpPr>
            <p:cNvPr id="84" name="TextBox 83">
              <a:extLst>
                <a:ext uri="{FF2B5EF4-FFF2-40B4-BE49-F238E27FC236}">
                  <a16:creationId xmlns:a16="http://schemas.microsoft.com/office/drawing/2014/main" id="{A8AC58F9-7F97-E9E9-BE8C-2CA50302A2BC}"/>
                </a:ext>
              </a:extLst>
            </p:cNvPr>
            <p:cNvSpPr txBox="1"/>
            <p:nvPr/>
          </p:nvSpPr>
          <p:spPr>
            <a:xfrm>
              <a:off x="6123794" y="3645743"/>
              <a:ext cx="1133631" cy="83099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GB" sz="4800" baseline="-11000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💵</a:t>
              </a:r>
              <a:endParaRPr lang="en-US" sz="4800" dirty="0"/>
            </a:p>
          </p:txBody>
        </p:sp>
      </p:grpSp>
      <p:sp>
        <p:nvSpPr>
          <p:cNvPr id="88" name="Rectangle 87">
            <a:extLst>
              <a:ext uri="{FF2B5EF4-FFF2-40B4-BE49-F238E27FC236}">
                <a16:creationId xmlns:a16="http://schemas.microsoft.com/office/drawing/2014/main" id="{240656B1-C122-6E7D-FDD5-E202396EA45B}"/>
              </a:ext>
            </a:extLst>
          </p:cNvPr>
          <p:cNvSpPr/>
          <p:nvPr/>
        </p:nvSpPr>
        <p:spPr>
          <a:xfrm>
            <a:off x="4653852" y="431949"/>
            <a:ext cx="1955590" cy="388257"/>
          </a:xfrm>
          <a:prstGeom prst="rect">
            <a:avLst/>
          </a:prstGeom>
          <a:solidFill>
            <a:schemeClr val="bg1"/>
          </a:solidFill>
          <a:ln w="19050">
            <a:solidFill>
              <a:srgbClr val="5A6B86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36000" rIns="0"/>
          <a:lstStyle/>
          <a:p>
            <a:pPr marL="312738" indent="-304800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GB" sz="2800" baseline="-11000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🔆 </a:t>
            </a:r>
            <a:r>
              <a:rPr lang="en-US" sz="2000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ATM locator</a:t>
            </a:r>
          </a:p>
        </p:txBody>
      </p:sp>
      <p:grpSp>
        <p:nvGrpSpPr>
          <p:cNvPr id="95" name="Group 94">
            <a:extLst>
              <a:ext uri="{FF2B5EF4-FFF2-40B4-BE49-F238E27FC236}">
                <a16:creationId xmlns:a16="http://schemas.microsoft.com/office/drawing/2014/main" id="{E80896A0-74E3-52D7-C8CB-03364BB54797}"/>
              </a:ext>
            </a:extLst>
          </p:cNvPr>
          <p:cNvGrpSpPr/>
          <p:nvPr/>
        </p:nvGrpSpPr>
        <p:grpSpPr>
          <a:xfrm>
            <a:off x="222816" y="884912"/>
            <a:ext cx="2906142" cy="1446550"/>
            <a:chOff x="882399" y="719544"/>
            <a:chExt cx="2906142" cy="1446550"/>
          </a:xfrm>
        </p:grpSpPr>
        <p:grpSp>
          <p:nvGrpSpPr>
            <p:cNvPr id="97" name="Group 96">
              <a:extLst>
                <a:ext uri="{FF2B5EF4-FFF2-40B4-BE49-F238E27FC236}">
                  <a16:creationId xmlns:a16="http://schemas.microsoft.com/office/drawing/2014/main" id="{B737C00F-4549-8585-9121-AE49BC314DA9}"/>
                </a:ext>
              </a:extLst>
            </p:cNvPr>
            <p:cNvGrpSpPr/>
            <p:nvPr/>
          </p:nvGrpSpPr>
          <p:grpSpPr>
            <a:xfrm>
              <a:off x="882399" y="727049"/>
              <a:ext cx="2906142" cy="1376872"/>
              <a:chOff x="5578804" y="162390"/>
              <a:chExt cx="2906142" cy="1376872"/>
            </a:xfrm>
          </p:grpSpPr>
          <p:sp>
            <p:nvSpPr>
              <p:cNvPr id="100" name="Rectangle 99">
                <a:extLst>
                  <a:ext uri="{FF2B5EF4-FFF2-40B4-BE49-F238E27FC236}">
                    <a16:creationId xmlns:a16="http://schemas.microsoft.com/office/drawing/2014/main" id="{EAA2A76A-AC4A-0FCC-1741-0A7319A80176}"/>
                  </a:ext>
                </a:extLst>
              </p:cNvPr>
              <p:cNvSpPr/>
              <p:nvPr/>
            </p:nvSpPr>
            <p:spPr>
              <a:xfrm>
                <a:off x="5578804" y="162390"/>
                <a:ext cx="2906142" cy="1316816"/>
              </a:xfrm>
              <a:prstGeom prst="rect">
                <a:avLst/>
              </a:prstGeom>
              <a:solidFill>
                <a:schemeClr val="bg1">
                  <a:lumMod val="85000"/>
                  <a:lumOff val="15000"/>
                </a:schemeClr>
              </a:solidFill>
              <a:ln w="12700">
                <a:solidFill>
                  <a:srgbClr val="5A6B86"/>
                </a:solidFill>
                <a:prstDash val="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tIns="36000"/>
              <a:lstStyle/>
              <a:p>
                <a:endParaRPr lang="en-US" sz="2000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endParaRPr>
              </a:p>
            </p:txBody>
          </p:sp>
          <p:sp>
            <p:nvSpPr>
              <p:cNvPr id="101" name="Rectangle 100">
                <a:extLst>
                  <a:ext uri="{FF2B5EF4-FFF2-40B4-BE49-F238E27FC236}">
                    <a16:creationId xmlns:a16="http://schemas.microsoft.com/office/drawing/2014/main" id="{A8D1623D-EFFA-9DA0-24E5-10420C43AC2B}"/>
                  </a:ext>
                </a:extLst>
              </p:cNvPr>
              <p:cNvSpPr/>
              <p:nvPr/>
            </p:nvSpPr>
            <p:spPr>
              <a:xfrm>
                <a:off x="6593268" y="253686"/>
                <a:ext cx="1791009" cy="562183"/>
              </a:xfrm>
              <a:prstGeom prst="rect">
                <a:avLst/>
              </a:prstGeom>
              <a:solidFill>
                <a:schemeClr val="tx1">
                  <a:lumMod val="95000"/>
                </a:schemeClr>
              </a:solidFill>
              <a:ln w="28575">
                <a:solidFill>
                  <a:schemeClr val="tx1">
                    <a:lumMod val="50000"/>
                  </a:schemeClr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144000" tIns="144000" rIns="144000" bIns="144000" anchor="ctr"/>
              <a:lstStyle/>
              <a:p>
                <a:r>
                  <a:rPr lang="en-GB" sz="2400" dirty="0">
                    <a:solidFill>
                      <a:sysClr val="windowText" lastClr="000000"/>
                    </a:solidFill>
                    <a:latin typeface="+mj-lt"/>
                    <a:cs typeface="Arial" panose="020B0604020202020204" pitchFamily="34" charset="0"/>
                  </a:rPr>
                  <a:t>    Wallet</a:t>
                </a:r>
              </a:p>
            </p:txBody>
          </p:sp>
          <p:sp>
            <p:nvSpPr>
              <p:cNvPr id="102" name="Rectangle 101">
                <a:extLst>
                  <a:ext uri="{FF2B5EF4-FFF2-40B4-BE49-F238E27FC236}">
                    <a16:creationId xmlns:a16="http://schemas.microsoft.com/office/drawing/2014/main" id="{99F54B82-AEC5-4070-5714-15469B6ED7F3}"/>
                  </a:ext>
                </a:extLst>
              </p:cNvPr>
              <p:cNvSpPr/>
              <p:nvPr/>
            </p:nvSpPr>
            <p:spPr>
              <a:xfrm>
                <a:off x="7229651" y="898992"/>
                <a:ext cx="530040" cy="482053"/>
              </a:xfrm>
              <a:prstGeom prst="rect">
                <a:avLst/>
              </a:prstGeom>
              <a:solidFill>
                <a:schemeClr val="tx1">
                  <a:lumMod val="95000"/>
                </a:schemeClr>
              </a:solidFill>
              <a:ln w="28575">
                <a:solidFill>
                  <a:schemeClr val="tx1">
                    <a:lumMod val="50000"/>
                  </a:schemeClr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144000" tIns="144000" rIns="144000" bIns="144000" anchor="ctr"/>
              <a:lstStyle/>
              <a:p>
                <a:pPr>
                  <a:lnSpc>
                    <a:spcPts val="1500"/>
                  </a:lnSpc>
                  <a:defRPr/>
                </a:pPr>
                <a:r>
                  <a:rPr lang="en-GB" sz="3200" baseline="-9000" dirty="0">
                    <a:solidFill>
                      <a:schemeClr val="bg2">
                        <a:lumMod val="40000"/>
                        <a:lumOff val="60000"/>
                      </a:schemeClr>
                    </a:solidFill>
                    <a:effectLst>
                      <a:glow>
                        <a:schemeClr val="bg1"/>
                      </a:glow>
                    </a:effectLst>
                  </a:rPr>
                  <a:t> 📣</a:t>
                </a:r>
                <a:endParaRPr lang="en-GB" sz="2400" dirty="0">
                  <a:solidFill>
                    <a:sysClr val="windowText" lastClr="000000"/>
                  </a:solidFill>
                  <a:latin typeface="+mj-lt"/>
                  <a:cs typeface="Arial" panose="020B0604020202020204" pitchFamily="34" charset="0"/>
                </a:endParaRPr>
              </a:p>
            </p:txBody>
          </p:sp>
          <p:sp>
            <p:nvSpPr>
              <p:cNvPr id="103" name="Rectangle 102">
                <a:extLst>
                  <a:ext uri="{FF2B5EF4-FFF2-40B4-BE49-F238E27FC236}">
                    <a16:creationId xmlns:a16="http://schemas.microsoft.com/office/drawing/2014/main" id="{E5A35067-FA38-553F-D9E7-65FC61F78A0E}"/>
                  </a:ext>
                </a:extLst>
              </p:cNvPr>
              <p:cNvSpPr/>
              <p:nvPr/>
            </p:nvSpPr>
            <p:spPr>
              <a:xfrm>
                <a:off x="7861924" y="898991"/>
                <a:ext cx="530040" cy="482053"/>
              </a:xfrm>
              <a:prstGeom prst="rect">
                <a:avLst/>
              </a:prstGeom>
              <a:solidFill>
                <a:schemeClr val="tx1">
                  <a:lumMod val="95000"/>
                </a:schemeClr>
              </a:solidFill>
              <a:ln w="28575">
                <a:solidFill>
                  <a:schemeClr val="tx1">
                    <a:lumMod val="50000"/>
                  </a:schemeClr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144000" tIns="144000" rIns="144000" bIns="144000" anchor="ctr"/>
              <a:lstStyle/>
              <a:p>
                <a:pPr>
                  <a:lnSpc>
                    <a:spcPts val="1500"/>
                  </a:lnSpc>
                  <a:defRPr/>
                </a:pPr>
                <a:r>
                  <a:rPr lang="en-GB" sz="3200" baseline="-9000" dirty="0">
                    <a:solidFill>
                      <a:schemeClr val="bg2">
                        <a:lumMod val="40000"/>
                        <a:lumOff val="60000"/>
                      </a:schemeClr>
                    </a:solidFill>
                    <a:effectLst>
                      <a:glow>
                        <a:schemeClr val="bg1"/>
                      </a:glow>
                    </a:effectLst>
                  </a:rPr>
                  <a:t> </a:t>
                </a:r>
                <a:r>
                  <a:rPr lang="en-GB" sz="3200" baseline="-10000" dirty="0"/>
                  <a:t>📱</a:t>
                </a:r>
                <a:endParaRPr lang="en-GB" sz="2400" dirty="0">
                  <a:solidFill>
                    <a:sysClr val="windowText" lastClr="000000"/>
                  </a:solidFill>
                  <a:latin typeface="+mj-lt"/>
                  <a:cs typeface="Arial" panose="020B0604020202020204" pitchFamily="34" charset="0"/>
                </a:endParaRPr>
              </a:p>
            </p:txBody>
          </p:sp>
          <p:sp>
            <p:nvSpPr>
              <p:cNvPr id="104" name="Rectangle 103">
                <a:extLst>
                  <a:ext uri="{FF2B5EF4-FFF2-40B4-BE49-F238E27FC236}">
                    <a16:creationId xmlns:a16="http://schemas.microsoft.com/office/drawing/2014/main" id="{7837B98A-1045-7C2B-FAC8-EC9AA34D4B37}"/>
                  </a:ext>
                </a:extLst>
              </p:cNvPr>
              <p:cNvSpPr/>
              <p:nvPr/>
            </p:nvSpPr>
            <p:spPr>
              <a:xfrm>
                <a:off x="6589696" y="898992"/>
                <a:ext cx="530040" cy="482053"/>
              </a:xfrm>
              <a:prstGeom prst="rect">
                <a:avLst/>
              </a:prstGeom>
              <a:solidFill>
                <a:schemeClr val="tx1">
                  <a:lumMod val="95000"/>
                </a:schemeClr>
              </a:solidFill>
              <a:ln w="28575">
                <a:solidFill>
                  <a:schemeClr val="tx1">
                    <a:lumMod val="50000"/>
                  </a:schemeClr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144000" tIns="144000" rIns="144000" bIns="144000" anchor="ctr"/>
              <a:lstStyle/>
              <a:p>
                <a:pPr>
                  <a:lnSpc>
                    <a:spcPts val="1500"/>
                  </a:lnSpc>
                  <a:defRPr/>
                </a:pPr>
                <a:r>
                  <a:rPr lang="en-GB" sz="3200" baseline="-9000" dirty="0">
                    <a:solidFill>
                      <a:schemeClr val="bg2">
                        <a:lumMod val="40000"/>
                        <a:lumOff val="60000"/>
                      </a:schemeClr>
                    </a:solidFill>
                    <a:effectLst>
                      <a:glow>
                        <a:schemeClr val="bg1"/>
                      </a:glow>
                    </a:effectLst>
                  </a:rPr>
                  <a:t>  </a:t>
                </a:r>
                <a:endParaRPr lang="en-GB" sz="2400" dirty="0">
                  <a:solidFill>
                    <a:sysClr val="windowText" lastClr="000000"/>
                  </a:solidFill>
                  <a:latin typeface="+mj-lt"/>
                  <a:cs typeface="Arial" panose="020B0604020202020204" pitchFamily="34" charset="0"/>
                </a:endParaRPr>
              </a:p>
            </p:txBody>
          </p:sp>
          <p:sp>
            <p:nvSpPr>
              <p:cNvPr id="107" name="TextBox 106">
                <a:extLst>
                  <a:ext uri="{FF2B5EF4-FFF2-40B4-BE49-F238E27FC236}">
                    <a16:creationId xmlns:a16="http://schemas.microsoft.com/office/drawing/2014/main" id="{2725FF37-354C-C613-3A0B-6F9D2C46F428}"/>
                  </a:ext>
                </a:extLst>
              </p:cNvPr>
              <p:cNvSpPr txBox="1"/>
              <p:nvPr/>
            </p:nvSpPr>
            <p:spPr>
              <a:xfrm>
                <a:off x="6576210" y="769821"/>
                <a:ext cx="502683" cy="76944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GB" sz="4400" baseline="-9000" dirty="0">
                    <a:solidFill>
                      <a:schemeClr val="bg2">
                        <a:lumMod val="40000"/>
                        <a:lumOff val="60000"/>
                      </a:schemeClr>
                    </a:solidFill>
                    <a:effectLst>
                      <a:glow>
                        <a:schemeClr val="bg1"/>
                      </a:glow>
                    </a:effectLst>
                  </a:rPr>
                  <a:t>🤵</a:t>
                </a:r>
                <a:endParaRPr lang="en-US" sz="4400" dirty="0"/>
              </a:p>
            </p:txBody>
          </p:sp>
          <p:sp>
            <p:nvSpPr>
              <p:cNvPr id="108" name="TextBox 107">
                <a:extLst>
                  <a:ext uri="{FF2B5EF4-FFF2-40B4-BE49-F238E27FC236}">
                    <a16:creationId xmlns:a16="http://schemas.microsoft.com/office/drawing/2014/main" id="{E471EFF6-3217-275B-A710-35DA155E57A0}"/>
                  </a:ext>
                </a:extLst>
              </p:cNvPr>
              <p:cNvSpPr txBox="1"/>
              <p:nvPr/>
            </p:nvSpPr>
            <p:spPr>
              <a:xfrm>
                <a:off x="6606493" y="192605"/>
                <a:ext cx="574389" cy="64633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GB" sz="3600" baseline="-9000" dirty="0">
                    <a:solidFill>
                      <a:schemeClr val="bg2">
                        <a:lumMod val="40000"/>
                        <a:lumOff val="60000"/>
                      </a:schemeClr>
                    </a:solidFill>
                    <a:effectLst>
                      <a:glow>
                        <a:schemeClr val="bg1"/>
                      </a:glow>
                    </a:effectLst>
                  </a:rPr>
                  <a:t>🧑‍🦰</a:t>
                </a:r>
                <a:endParaRPr lang="en-US" sz="3600" dirty="0"/>
              </a:p>
            </p:txBody>
          </p:sp>
        </p:grpSp>
        <p:sp>
          <p:nvSpPr>
            <p:cNvPr id="98" name="TextBox 97">
              <a:extLst>
                <a:ext uri="{FF2B5EF4-FFF2-40B4-BE49-F238E27FC236}">
                  <a16:creationId xmlns:a16="http://schemas.microsoft.com/office/drawing/2014/main" id="{2A24145E-01F9-334D-07CD-C8BCE324D858}"/>
                </a:ext>
              </a:extLst>
            </p:cNvPr>
            <p:cNvSpPr txBox="1"/>
            <p:nvPr/>
          </p:nvSpPr>
          <p:spPr>
            <a:xfrm>
              <a:off x="883786" y="719544"/>
              <a:ext cx="1005166" cy="144655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GB" sz="8800" baseline="-9000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🧑‍🦰</a:t>
              </a:r>
              <a:endParaRPr lang="en-GB" sz="8800" dirty="0"/>
            </a:p>
          </p:txBody>
        </p:sp>
        <p:sp>
          <p:nvSpPr>
            <p:cNvPr id="99" name="Content Placeholder 2">
              <a:extLst>
                <a:ext uri="{FF2B5EF4-FFF2-40B4-BE49-F238E27FC236}">
                  <a16:creationId xmlns:a16="http://schemas.microsoft.com/office/drawing/2014/main" id="{DA02FA29-A6CA-5C12-9C08-39843151E5DC}"/>
                </a:ext>
              </a:extLst>
            </p:cNvPr>
            <p:cNvSpPr txBox="1">
              <a:spLocks/>
            </p:cNvSpPr>
            <p:nvPr/>
          </p:nvSpPr>
          <p:spPr>
            <a:xfrm>
              <a:off x="905366" y="753629"/>
              <a:ext cx="962007" cy="400110"/>
            </a:xfrm>
            <a:prstGeom prst="rect">
              <a:avLst/>
            </a:prstGeom>
          </p:spPr>
          <p:txBody>
            <a:bodyPr wrap="square">
              <a:spAutoFit/>
            </a:bodyPr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1200"/>
                </a:spcAft>
                <a:buSzPct val="90000"/>
                <a:buFont typeface="Amazon Ember" panose="020B0603020204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indent="-22860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1200"/>
                </a:spcAft>
                <a:buSzPct val="90000"/>
                <a:buFont typeface="Wingdings" panose="05000000000000000000" pitchFamily="2" charset="2"/>
                <a:buChar char="§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85800" indent="-22860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1200"/>
                </a:spcAft>
                <a:buSzPct val="90000"/>
                <a:buFont typeface="Amazon Ember" panose="020B0603020204020204" pitchFamily="34" charset="0"/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914400" indent="-22860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1200"/>
                </a:spcAft>
                <a:buFont typeface="Amazon Ember" panose="020B0603020204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143000" indent="-22860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1200"/>
                </a:spcAft>
                <a:buFont typeface="Amazon Ember" panose="020B0603020204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mazon Ember" panose="020B0603020204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mazon Ember" panose="020B0603020204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mazon Ember" panose="020B0603020204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mazon Ember" panose="020B0603020204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lnSpc>
                  <a:spcPct val="100000"/>
                </a:lnSpc>
                <a:spcAft>
                  <a:spcPts val="600"/>
                </a:spcAft>
                <a:buNone/>
              </a:pPr>
              <a:r>
                <a:rPr lang="en-US" sz="2000" i="1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owner</a:t>
              </a:r>
            </a:p>
          </p:txBody>
        </p:sp>
      </p:grpSp>
      <p:cxnSp>
        <p:nvCxnSpPr>
          <p:cNvPr id="110" name="Straight Arrow Connector 12">
            <a:extLst>
              <a:ext uri="{FF2B5EF4-FFF2-40B4-BE49-F238E27FC236}">
                <a16:creationId xmlns:a16="http://schemas.microsoft.com/office/drawing/2014/main" id="{E0F18326-5E1F-D67D-1A89-3FA5EB5E4BCF}"/>
              </a:ext>
            </a:extLst>
          </p:cNvPr>
          <p:cNvCxnSpPr>
            <a:cxnSpLocks/>
            <a:stCxn id="100" idx="3"/>
            <a:endCxn id="17" idx="1"/>
          </p:cNvCxnSpPr>
          <p:nvPr/>
        </p:nvCxnSpPr>
        <p:spPr>
          <a:xfrm flipV="1">
            <a:off x="3128958" y="1538066"/>
            <a:ext cx="5272217" cy="12759"/>
          </a:xfrm>
          <a:prstGeom prst="straightConnector1">
            <a:avLst/>
          </a:prstGeom>
          <a:ln>
            <a:solidFill>
              <a:schemeClr val="tx1">
                <a:lumMod val="85000"/>
              </a:schemeClr>
            </a:solidFill>
            <a:tailEnd type="triangle" w="lg" len="lg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143" name="Rounded Rectangle 142">
            <a:extLst>
              <a:ext uri="{FF2B5EF4-FFF2-40B4-BE49-F238E27FC236}">
                <a16:creationId xmlns:a16="http://schemas.microsoft.com/office/drawing/2014/main" id="{29B1D9CC-8790-B33C-C7FD-F1667D255CEC}"/>
              </a:ext>
            </a:extLst>
          </p:cNvPr>
          <p:cNvSpPr/>
          <p:nvPr/>
        </p:nvSpPr>
        <p:spPr>
          <a:xfrm>
            <a:off x="1171404" y="303811"/>
            <a:ext cx="360000" cy="360000"/>
          </a:xfrm>
          <a:prstGeom prst="roundRect">
            <a:avLst/>
          </a:prstGeom>
          <a:solidFill>
            <a:schemeClr val="accent5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lIns="45720" tIns="45720" rIns="45720" rtlCol="0" anchor="ctr"/>
          <a:lstStyle/>
          <a:p>
            <a:pPr algn="ctr"/>
            <a:r>
              <a:rPr lang="en-GB" b="1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144" name="Content Placeholder 2">
            <a:extLst>
              <a:ext uri="{FF2B5EF4-FFF2-40B4-BE49-F238E27FC236}">
                <a16:creationId xmlns:a16="http://schemas.microsoft.com/office/drawing/2014/main" id="{89E9F825-9475-5DCB-5853-2E5E18085A03}"/>
              </a:ext>
            </a:extLst>
          </p:cNvPr>
          <p:cNvSpPr txBox="1">
            <a:spLocks/>
          </p:cNvSpPr>
          <p:nvPr/>
        </p:nvSpPr>
        <p:spPr>
          <a:xfrm>
            <a:off x="1551159" y="209259"/>
            <a:ext cx="2543950" cy="400110"/>
          </a:xfrm>
          <a:prstGeom prst="rect">
            <a:avLst/>
          </a:prstGeom>
        </p:spPr>
        <p:txBody>
          <a:bodyPr wrap="square">
            <a:sp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Amazon Ember" panose="020B0603020204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Amazon Ember" panose="020B0603020204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Aft>
                <a:spcPts val="600"/>
              </a:spcAft>
              <a:buNone/>
            </a:pPr>
            <a:r>
              <a:rPr lang="en-US" sz="2000" i="1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tap/scan static </a:t>
            </a:r>
            <a:r>
              <a:rPr lang="en-US" baseline="-11000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🔆 </a:t>
            </a:r>
          </a:p>
        </p:txBody>
      </p:sp>
      <p:sp>
        <p:nvSpPr>
          <p:cNvPr id="146" name="Rounded Rectangle 145">
            <a:extLst>
              <a:ext uri="{FF2B5EF4-FFF2-40B4-BE49-F238E27FC236}">
                <a16:creationId xmlns:a16="http://schemas.microsoft.com/office/drawing/2014/main" id="{AA18DA50-3292-3660-516F-20B96C006A87}"/>
              </a:ext>
            </a:extLst>
          </p:cNvPr>
          <p:cNvSpPr/>
          <p:nvPr/>
        </p:nvSpPr>
        <p:spPr>
          <a:xfrm>
            <a:off x="3237717" y="1078409"/>
            <a:ext cx="360000" cy="360000"/>
          </a:xfrm>
          <a:prstGeom prst="roundRect">
            <a:avLst/>
          </a:prstGeom>
          <a:solidFill>
            <a:schemeClr val="accent5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lIns="45720" tIns="45720" rIns="45720" rtlCol="0" anchor="ctr"/>
          <a:lstStyle/>
          <a:p>
            <a:pPr algn="ctr"/>
            <a:r>
              <a:rPr lang="en-GB" b="1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147" name="Content Placeholder 2">
            <a:extLst>
              <a:ext uri="{FF2B5EF4-FFF2-40B4-BE49-F238E27FC236}">
                <a16:creationId xmlns:a16="http://schemas.microsoft.com/office/drawing/2014/main" id="{FC2D55AC-5A4C-747B-3342-C7ECF9F8D99C}"/>
              </a:ext>
            </a:extLst>
          </p:cNvPr>
          <p:cNvSpPr txBox="1">
            <a:spLocks/>
          </p:cNvSpPr>
          <p:nvPr/>
        </p:nvSpPr>
        <p:spPr>
          <a:xfrm>
            <a:off x="3158530" y="1532686"/>
            <a:ext cx="1451118" cy="707886"/>
          </a:xfrm>
          <a:prstGeom prst="rect">
            <a:avLst/>
          </a:prstGeom>
        </p:spPr>
        <p:txBody>
          <a:bodyPr wrap="square">
            <a:sp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Amazon Ember" panose="020B0603020204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Amazon Ember" panose="020B0603020204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Aft>
                <a:spcPts val="600"/>
              </a:spcAft>
              <a:buNone/>
            </a:pPr>
            <a:r>
              <a:rPr lang="en-US" sz="2000" i="1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withdraw cash</a:t>
            </a:r>
          </a:p>
        </p:txBody>
      </p:sp>
      <p:sp>
        <p:nvSpPr>
          <p:cNvPr id="148" name="Rounded Rectangle 147">
            <a:extLst>
              <a:ext uri="{FF2B5EF4-FFF2-40B4-BE49-F238E27FC236}">
                <a16:creationId xmlns:a16="http://schemas.microsoft.com/office/drawing/2014/main" id="{2ADCF2D9-646A-2BC0-8DB1-D73F27201823}"/>
              </a:ext>
            </a:extLst>
          </p:cNvPr>
          <p:cNvSpPr/>
          <p:nvPr/>
        </p:nvSpPr>
        <p:spPr>
          <a:xfrm>
            <a:off x="1207790" y="4507353"/>
            <a:ext cx="360000" cy="360000"/>
          </a:xfrm>
          <a:prstGeom prst="roundRect">
            <a:avLst/>
          </a:prstGeom>
          <a:solidFill>
            <a:schemeClr val="accent5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lIns="45720" tIns="45720" rIns="45720" rtlCol="0" anchor="ctr"/>
          <a:lstStyle/>
          <a:p>
            <a:pPr algn="ctr"/>
            <a:r>
              <a:rPr lang="en-GB" b="1" dirty="0">
                <a:solidFill>
                  <a:schemeClr val="tx1"/>
                </a:solidFill>
              </a:rPr>
              <a:t>4</a:t>
            </a:r>
          </a:p>
        </p:txBody>
      </p:sp>
      <p:sp>
        <p:nvSpPr>
          <p:cNvPr id="149" name="Content Placeholder 2">
            <a:extLst>
              <a:ext uri="{FF2B5EF4-FFF2-40B4-BE49-F238E27FC236}">
                <a16:creationId xmlns:a16="http://schemas.microsoft.com/office/drawing/2014/main" id="{F48F1005-6487-EA4C-D4AA-1A0150B447C4}"/>
              </a:ext>
            </a:extLst>
          </p:cNvPr>
          <p:cNvSpPr txBox="1">
            <a:spLocks/>
          </p:cNvSpPr>
          <p:nvPr/>
        </p:nvSpPr>
        <p:spPr>
          <a:xfrm>
            <a:off x="1583014" y="4542503"/>
            <a:ext cx="2543950" cy="400110"/>
          </a:xfrm>
          <a:prstGeom prst="rect">
            <a:avLst/>
          </a:prstGeom>
        </p:spPr>
        <p:txBody>
          <a:bodyPr wrap="square">
            <a:sp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Amazon Ember" panose="020B0603020204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Amazon Ember" panose="020B0603020204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Aft>
                <a:spcPts val="600"/>
              </a:spcAft>
              <a:buNone/>
            </a:pPr>
            <a:r>
              <a:rPr lang="en-US" sz="2000" i="1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tap/scan dynamic </a:t>
            </a:r>
            <a:r>
              <a:rPr lang="en-US" baseline="-9000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🦋</a:t>
            </a:r>
            <a:r>
              <a:rPr lang="en-US" sz="2000" i="1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  </a:t>
            </a:r>
          </a:p>
        </p:txBody>
      </p:sp>
      <p:sp>
        <p:nvSpPr>
          <p:cNvPr id="155" name="Rounded Rectangle 154">
            <a:extLst>
              <a:ext uri="{FF2B5EF4-FFF2-40B4-BE49-F238E27FC236}">
                <a16:creationId xmlns:a16="http://schemas.microsoft.com/office/drawing/2014/main" id="{2241187D-B352-2FFC-4383-81F7F7C1B315}"/>
              </a:ext>
            </a:extLst>
          </p:cNvPr>
          <p:cNvSpPr/>
          <p:nvPr/>
        </p:nvSpPr>
        <p:spPr>
          <a:xfrm>
            <a:off x="8327096" y="4639913"/>
            <a:ext cx="360000" cy="360000"/>
          </a:xfrm>
          <a:prstGeom prst="roundRect">
            <a:avLst/>
          </a:prstGeom>
          <a:solidFill>
            <a:schemeClr val="accent5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lIns="45720" tIns="45720" rIns="45720" rtlCol="0" anchor="ctr"/>
          <a:lstStyle/>
          <a:p>
            <a:pPr algn="ctr"/>
            <a:r>
              <a:rPr lang="en-GB" b="1" dirty="0">
                <a:solidFill>
                  <a:schemeClr val="tx1"/>
                </a:solidFill>
              </a:rPr>
              <a:t>3</a:t>
            </a:r>
          </a:p>
        </p:txBody>
      </p:sp>
      <p:sp>
        <p:nvSpPr>
          <p:cNvPr id="156" name="Content Placeholder 2">
            <a:extLst>
              <a:ext uri="{FF2B5EF4-FFF2-40B4-BE49-F238E27FC236}">
                <a16:creationId xmlns:a16="http://schemas.microsoft.com/office/drawing/2014/main" id="{D23252C2-73A8-1599-2309-0801E2CF3759}"/>
              </a:ext>
            </a:extLst>
          </p:cNvPr>
          <p:cNvSpPr txBox="1">
            <a:spLocks/>
          </p:cNvSpPr>
          <p:nvPr/>
        </p:nvSpPr>
        <p:spPr>
          <a:xfrm>
            <a:off x="8687097" y="4616346"/>
            <a:ext cx="1504998" cy="400110"/>
          </a:xfrm>
          <a:prstGeom prst="rect">
            <a:avLst/>
          </a:prstGeom>
        </p:spPr>
        <p:txBody>
          <a:bodyPr wrap="square">
            <a:sp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Amazon Ember" panose="020B0603020204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Amazon Ember" panose="020B0603020204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Aft>
                <a:spcPts val="600"/>
              </a:spcAft>
              <a:buNone/>
            </a:pPr>
            <a:r>
              <a:rPr lang="en-US" sz="2000" i="1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activate</a:t>
            </a:r>
          </a:p>
        </p:txBody>
      </p:sp>
      <p:sp>
        <p:nvSpPr>
          <p:cNvPr id="161" name="Rounded Rectangle 160">
            <a:extLst>
              <a:ext uri="{FF2B5EF4-FFF2-40B4-BE49-F238E27FC236}">
                <a16:creationId xmlns:a16="http://schemas.microsoft.com/office/drawing/2014/main" id="{9BDB497E-F2E8-5F58-D256-F918475312EE}"/>
              </a:ext>
            </a:extLst>
          </p:cNvPr>
          <p:cNvSpPr/>
          <p:nvPr/>
        </p:nvSpPr>
        <p:spPr>
          <a:xfrm>
            <a:off x="235609" y="5220833"/>
            <a:ext cx="360000" cy="360000"/>
          </a:xfrm>
          <a:prstGeom prst="roundRect">
            <a:avLst/>
          </a:prstGeom>
          <a:solidFill>
            <a:schemeClr val="accent5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lIns="45720" tIns="45720" rIns="45720" rtlCol="0" anchor="ctr"/>
          <a:lstStyle/>
          <a:p>
            <a:pPr algn="ctr"/>
            <a:r>
              <a:rPr lang="en-GB" b="1" dirty="0">
                <a:solidFill>
                  <a:schemeClr val="tx1"/>
                </a:solidFill>
              </a:rPr>
              <a:t>6</a:t>
            </a:r>
          </a:p>
        </p:txBody>
      </p:sp>
      <p:sp>
        <p:nvSpPr>
          <p:cNvPr id="162" name="Content Placeholder 2">
            <a:extLst>
              <a:ext uri="{FF2B5EF4-FFF2-40B4-BE49-F238E27FC236}">
                <a16:creationId xmlns:a16="http://schemas.microsoft.com/office/drawing/2014/main" id="{E7A2AD1A-B675-AB9E-BCEF-6581B97215AE}"/>
              </a:ext>
            </a:extLst>
          </p:cNvPr>
          <p:cNvSpPr txBox="1">
            <a:spLocks/>
          </p:cNvSpPr>
          <p:nvPr/>
        </p:nvSpPr>
        <p:spPr>
          <a:xfrm>
            <a:off x="615522" y="5286973"/>
            <a:ext cx="2362004" cy="400110"/>
          </a:xfrm>
          <a:prstGeom prst="rect">
            <a:avLst/>
          </a:prstGeom>
        </p:spPr>
        <p:txBody>
          <a:bodyPr wrap="square">
            <a:sp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Amazon Ember" panose="020B0603020204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Amazon Ember" panose="020B0603020204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Aft>
                <a:spcPts val="600"/>
              </a:spcAft>
              <a:buNone/>
            </a:pPr>
            <a:r>
              <a:rPr lang="en-US" sz="2000" i="1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collect cash</a:t>
            </a:r>
          </a:p>
        </p:txBody>
      </p:sp>
      <p:sp>
        <p:nvSpPr>
          <p:cNvPr id="175" name="Rounded Rectangle 174">
            <a:extLst>
              <a:ext uri="{FF2B5EF4-FFF2-40B4-BE49-F238E27FC236}">
                <a16:creationId xmlns:a16="http://schemas.microsoft.com/office/drawing/2014/main" id="{052A6BA9-F73B-A726-D000-4BB593F00F4E}"/>
              </a:ext>
            </a:extLst>
          </p:cNvPr>
          <p:cNvSpPr/>
          <p:nvPr/>
        </p:nvSpPr>
        <p:spPr>
          <a:xfrm>
            <a:off x="8327096" y="5391190"/>
            <a:ext cx="360000" cy="360000"/>
          </a:xfrm>
          <a:prstGeom prst="roundRect">
            <a:avLst/>
          </a:prstGeom>
          <a:solidFill>
            <a:schemeClr val="accent5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lIns="45720" tIns="45720" rIns="45720" rtlCol="0" anchor="ctr"/>
          <a:lstStyle/>
          <a:p>
            <a:pPr algn="ctr"/>
            <a:r>
              <a:rPr lang="en-GB" b="1" dirty="0">
                <a:solidFill>
                  <a:schemeClr val="tx1"/>
                </a:solidFill>
              </a:rPr>
              <a:t>5</a:t>
            </a:r>
          </a:p>
        </p:txBody>
      </p:sp>
      <p:sp>
        <p:nvSpPr>
          <p:cNvPr id="176" name="Content Placeholder 2">
            <a:extLst>
              <a:ext uri="{FF2B5EF4-FFF2-40B4-BE49-F238E27FC236}">
                <a16:creationId xmlns:a16="http://schemas.microsoft.com/office/drawing/2014/main" id="{EA1C3C6D-31E7-E872-4AAB-CE7BDA254AEB}"/>
              </a:ext>
            </a:extLst>
          </p:cNvPr>
          <p:cNvSpPr txBox="1">
            <a:spLocks/>
          </p:cNvSpPr>
          <p:nvPr/>
        </p:nvSpPr>
        <p:spPr>
          <a:xfrm>
            <a:off x="8687097" y="5362490"/>
            <a:ext cx="1752244" cy="400110"/>
          </a:xfrm>
          <a:prstGeom prst="rect">
            <a:avLst/>
          </a:prstGeom>
        </p:spPr>
        <p:txBody>
          <a:bodyPr wrap="square">
            <a:sp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Amazon Ember" panose="020B0603020204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Amazon Ember" panose="020B0603020204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Aft>
                <a:spcPts val="600"/>
              </a:spcAft>
              <a:buNone/>
            </a:pPr>
            <a:r>
              <a:rPr lang="en-US" sz="2000" i="1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dispense cash</a:t>
            </a:r>
          </a:p>
        </p:txBody>
      </p:sp>
      <p:grpSp>
        <p:nvGrpSpPr>
          <p:cNvPr id="182" name="Group 181">
            <a:extLst>
              <a:ext uri="{FF2B5EF4-FFF2-40B4-BE49-F238E27FC236}">
                <a16:creationId xmlns:a16="http://schemas.microsoft.com/office/drawing/2014/main" id="{159D0074-E82C-BF2F-E8F8-84C2F7675CE5}"/>
              </a:ext>
            </a:extLst>
          </p:cNvPr>
          <p:cNvGrpSpPr/>
          <p:nvPr/>
        </p:nvGrpSpPr>
        <p:grpSpPr>
          <a:xfrm>
            <a:off x="9992609" y="4047300"/>
            <a:ext cx="2197591" cy="1081291"/>
            <a:chOff x="10093193" y="2277339"/>
            <a:chExt cx="2197591" cy="1081291"/>
          </a:xfrm>
        </p:grpSpPr>
        <p:sp>
          <p:nvSpPr>
            <p:cNvPr id="181" name="Rectangle 180">
              <a:extLst>
                <a:ext uri="{FF2B5EF4-FFF2-40B4-BE49-F238E27FC236}">
                  <a16:creationId xmlns:a16="http://schemas.microsoft.com/office/drawing/2014/main" id="{D22598C8-741D-A45A-80C8-5673DA482411}"/>
                </a:ext>
              </a:extLst>
            </p:cNvPr>
            <p:cNvSpPr/>
            <p:nvPr/>
          </p:nvSpPr>
          <p:spPr>
            <a:xfrm>
              <a:off x="10093193" y="2277339"/>
              <a:ext cx="2197591" cy="1081291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rgbClr val="5A6B86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36000"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GB" sz="2800" baseline="-9000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🏭</a:t>
              </a:r>
              <a:r>
                <a:rPr lang="en-GB" sz="2000" i="1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 </a:t>
              </a:r>
              <a:r>
                <a:rPr lang="en-US" sz="2000" i="1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supplier</a:t>
              </a:r>
            </a:p>
          </p:txBody>
        </p:sp>
        <p:sp>
          <p:nvSpPr>
            <p:cNvPr id="179" name="Rectangle 178">
              <a:extLst>
                <a:ext uri="{FF2B5EF4-FFF2-40B4-BE49-F238E27FC236}">
                  <a16:creationId xmlns:a16="http://schemas.microsoft.com/office/drawing/2014/main" id="{1EADAF51-1063-6DAE-DD1B-CB6DCCB1F216}"/>
                </a:ext>
              </a:extLst>
            </p:cNvPr>
            <p:cNvSpPr/>
            <p:nvPr/>
          </p:nvSpPr>
          <p:spPr>
            <a:xfrm>
              <a:off x="10196176" y="2679899"/>
              <a:ext cx="2013315" cy="566426"/>
            </a:xfrm>
            <a:prstGeom prst="rect">
              <a:avLst/>
            </a:prstGeom>
            <a:solidFill>
              <a:schemeClr val="tx1">
                <a:lumMod val="95000"/>
              </a:schemeClr>
            </a:solidFill>
            <a:ln w="28575">
              <a:solidFill>
                <a:schemeClr val="tx1">
                  <a:lumMod val="50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44000" tIns="144000" rIns="144000" bIns="144000" anchor="ctr"/>
            <a:lstStyle/>
            <a:p>
              <a:r>
                <a:rPr lang="en-GB" sz="3200" baseline="-9000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💵</a:t>
              </a:r>
              <a:r>
                <a:rPr lang="en-GB" sz="2400" dirty="0">
                  <a:solidFill>
                    <a:sysClr val="windowText" lastClr="000000"/>
                  </a:solidFill>
                  <a:latin typeface="+mj-lt"/>
                  <a:cs typeface="Arial" panose="020B0604020202020204" pitchFamily="34" charset="0"/>
                </a:rPr>
                <a:t> Dispenser</a:t>
              </a:r>
              <a:endParaRPr lang="en-GB" sz="2000" dirty="0">
                <a:solidFill>
                  <a:sysClr val="windowText" lastClr="000000"/>
                </a:solidFill>
                <a:latin typeface="+mj-lt"/>
                <a:cs typeface="Arial" panose="020B0604020202020204" pitchFamily="34" charset="0"/>
              </a:endParaRPr>
            </a:p>
          </p:txBody>
        </p:sp>
      </p:grpSp>
      <p:cxnSp>
        <p:nvCxnSpPr>
          <p:cNvPr id="183" name="Straight Arrow Connector 12">
            <a:extLst>
              <a:ext uri="{FF2B5EF4-FFF2-40B4-BE49-F238E27FC236}">
                <a16:creationId xmlns:a16="http://schemas.microsoft.com/office/drawing/2014/main" id="{45F746A0-D034-B112-76DC-C328F5A91ABA}"/>
              </a:ext>
            </a:extLst>
          </p:cNvPr>
          <p:cNvCxnSpPr>
            <a:cxnSpLocks/>
            <a:stCxn id="17" idx="3"/>
            <a:endCxn id="181" idx="0"/>
          </p:cNvCxnSpPr>
          <p:nvPr/>
        </p:nvCxnSpPr>
        <p:spPr>
          <a:xfrm>
            <a:off x="10796533" y="1538066"/>
            <a:ext cx="294872" cy="2509234"/>
          </a:xfrm>
          <a:prstGeom prst="bentConnector2">
            <a:avLst/>
          </a:prstGeom>
          <a:ln>
            <a:solidFill>
              <a:schemeClr val="tx1">
                <a:lumMod val="85000"/>
              </a:schemeClr>
            </a:solidFill>
            <a:tailEnd type="triangle" w="lg" len="lg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186" name="TextBox 185">
            <a:extLst>
              <a:ext uri="{FF2B5EF4-FFF2-40B4-BE49-F238E27FC236}">
                <a16:creationId xmlns:a16="http://schemas.microsoft.com/office/drawing/2014/main" id="{62C57BFD-B3D8-E06E-658B-43725EE7E50A}"/>
              </a:ext>
            </a:extLst>
          </p:cNvPr>
          <p:cNvSpPr txBox="1"/>
          <p:nvPr/>
        </p:nvSpPr>
        <p:spPr>
          <a:xfrm>
            <a:off x="10204704" y="4834035"/>
            <a:ext cx="591825" cy="369332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algn="l"/>
            <a:r>
              <a:rPr lang="en-US" dirty="0"/>
              <a:t>      </a:t>
            </a:r>
          </a:p>
        </p:txBody>
      </p:sp>
      <p:sp>
        <p:nvSpPr>
          <p:cNvPr id="193" name="TextBox 192">
            <a:extLst>
              <a:ext uri="{FF2B5EF4-FFF2-40B4-BE49-F238E27FC236}">
                <a16:creationId xmlns:a16="http://schemas.microsoft.com/office/drawing/2014/main" id="{A3552622-EF37-FD15-E232-9776462225F3}"/>
              </a:ext>
            </a:extLst>
          </p:cNvPr>
          <p:cNvSpPr txBox="1"/>
          <p:nvPr/>
        </p:nvSpPr>
        <p:spPr>
          <a:xfrm>
            <a:off x="603306" y="1847406"/>
            <a:ext cx="243656" cy="369332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lstStyle/>
          <a:p>
            <a:pPr algn="l"/>
            <a:r>
              <a:rPr lang="en-US" dirty="0"/>
              <a:t>    </a:t>
            </a:r>
          </a:p>
        </p:txBody>
      </p:sp>
      <p:grpSp>
        <p:nvGrpSpPr>
          <p:cNvPr id="204" name="Group 203">
            <a:extLst>
              <a:ext uri="{FF2B5EF4-FFF2-40B4-BE49-F238E27FC236}">
                <a16:creationId xmlns:a16="http://schemas.microsoft.com/office/drawing/2014/main" id="{872F8D2D-B37F-2B02-7B3F-6B1008002E42}"/>
              </a:ext>
            </a:extLst>
          </p:cNvPr>
          <p:cNvGrpSpPr/>
          <p:nvPr/>
        </p:nvGrpSpPr>
        <p:grpSpPr>
          <a:xfrm>
            <a:off x="4695327" y="4682194"/>
            <a:ext cx="1741137" cy="1033460"/>
            <a:chOff x="4622175" y="2738497"/>
            <a:chExt cx="1741137" cy="1033460"/>
          </a:xfrm>
        </p:grpSpPr>
        <p:grpSp>
          <p:nvGrpSpPr>
            <p:cNvPr id="38" name="Group 37">
              <a:extLst>
                <a:ext uri="{FF2B5EF4-FFF2-40B4-BE49-F238E27FC236}">
                  <a16:creationId xmlns:a16="http://schemas.microsoft.com/office/drawing/2014/main" id="{A41126A5-E3B8-5FF8-7F0C-371025D5CA28}"/>
                </a:ext>
              </a:extLst>
            </p:cNvPr>
            <p:cNvGrpSpPr/>
            <p:nvPr/>
          </p:nvGrpSpPr>
          <p:grpSpPr>
            <a:xfrm>
              <a:off x="4622175" y="2738497"/>
              <a:ext cx="1741137" cy="1033460"/>
              <a:chOff x="5971132" y="3645743"/>
              <a:chExt cx="1438957" cy="1375538"/>
            </a:xfrm>
          </p:grpSpPr>
          <p:sp>
            <p:nvSpPr>
              <p:cNvPr id="30" name="Rectangle 29">
                <a:extLst>
                  <a:ext uri="{FF2B5EF4-FFF2-40B4-BE49-F238E27FC236}">
                    <a16:creationId xmlns:a16="http://schemas.microsoft.com/office/drawing/2014/main" id="{40D70696-E320-DA27-EC69-2CE27A123E7F}"/>
                  </a:ext>
                </a:extLst>
              </p:cNvPr>
              <p:cNvSpPr/>
              <p:nvPr/>
            </p:nvSpPr>
            <p:spPr>
              <a:xfrm>
                <a:off x="5971132" y="3860148"/>
                <a:ext cx="1438957" cy="1161133"/>
              </a:xfrm>
              <a:prstGeom prst="rect">
                <a:avLst/>
              </a:prstGeom>
              <a:solidFill>
                <a:schemeClr val="bg1"/>
              </a:solidFill>
              <a:ln w="19050">
                <a:solidFill>
                  <a:srgbClr val="5A6B86"/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36000" rIns="0" anchor="b"/>
              <a:lstStyle/>
              <a:p>
                <a:pPr marL="15875" algn="ctr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sz="2000" i="1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endParaRPr>
              </a:p>
              <a:p>
                <a:pPr marL="15875" algn="ctr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r>
                  <a:rPr lang="en-US" sz="2000" dirty="0">
                    <a:solidFill>
                      <a:schemeClr val="bg2">
                        <a:lumMod val="40000"/>
                        <a:lumOff val="60000"/>
                      </a:schemeClr>
                    </a:solidFill>
                    <a:effectLst>
                      <a:glow>
                        <a:schemeClr val="bg1"/>
                      </a:glow>
                    </a:effectLst>
                  </a:rPr>
                  <a:t>dispenser #1</a:t>
                </a:r>
              </a:p>
            </p:txBody>
          </p:sp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135AA78D-8FF1-F600-6AC9-DCADCA2EB86D}"/>
                  </a:ext>
                </a:extLst>
              </p:cNvPr>
              <p:cNvSpPr txBox="1"/>
              <p:nvPr/>
            </p:nvSpPr>
            <p:spPr>
              <a:xfrm>
                <a:off x="6267377" y="3645743"/>
                <a:ext cx="1133631" cy="83099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GB" sz="4800" baseline="-11000" dirty="0">
                    <a:solidFill>
                      <a:schemeClr val="bg2">
                        <a:lumMod val="40000"/>
                        <a:lumOff val="60000"/>
                      </a:schemeClr>
                    </a:solidFill>
                    <a:effectLst>
                      <a:glow>
                        <a:schemeClr val="bg1"/>
                      </a:glow>
                    </a:effectLst>
                  </a:rPr>
                  <a:t>💵</a:t>
                </a:r>
                <a:endParaRPr lang="en-US" sz="4800" dirty="0"/>
              </a:p>
            </p:txBody>
          </p:sp>
        </p:grpSp>
        <p:sp>
          <p:nvSpPr>
            <p:cNvPr id="203" name="TextBox 202">
              <a:extLst>
                <a:ext uri="{FF2B5EF4-FFF2-40B4-BE49-F238E27FC236}">
                  <a16:creationId xmlns:a16="http://schemas.microsoft.com/office/drawing/2014/main" id="{20115B28-DB94-D78D-A563-D69B13B248C1}"/>
                </a:ext>
              </a:extLst>
            </p:cNvPr>
            <p:cNvSpPr txBox="1"/>
            <p:nvPr/>
          </p:nvSpPr>
          <p:spPr>
            <a:xfrm>
              <a:off x="5073090" y="3056716"/>
              <a:ext cx="447501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GB" b="0" dirty="0">
                  <a:solidFill>
                    <a:srgbClr val="CE9178"/>
                  </a:solidFill>
                  <a:effectLst/>
                  <a:latin typeface="Menlo" panose="020B0609030804020204" pitchFamily="49" charset="0"/>
                </a:rPr>
                <a:t>🔌</a:t>
              </a:r>
              <a:endParaRPr lang="en-GB" b="0" dirty="0">
                <a:solidFill>
                  <a:srgbClr val="D4D4D4"/>
                </a:solidFill>
                <a:effectLst/>
                <a:latin typeface="Menlo" panose="020B0609030804020204" pitchFamily="49" charset="0"/>
              </a:endParaRPr>
            </a:p>
          </p:txBody>
        </p:sp>
      </p:grpSp>
      <p:sp>
        <p:nvSpPr>
          <p:cNvPr id="209" name="Rectangle 208">
            <a:extLst>
              <a:ext uri="{FF2B5EF4-FFF2-40B4-BE49-F238E27FC236}">
                <a16:creationId xmlns:a16="http://schemas.microsoft.com/office/drawing/2014/main" id="{5683E6F5-2770-DCA7-4FD5-52A6CC216E4B}"/>
              </a:ext>
            </a:extLst>
          </p:cNvPr>
          <p:cNvSpPr/>
          <p:nvPr/>
        </p:nvSpPr>
        <p:spPr>
          <a:xfrm>
            <a:off x="4619850" y="4265337"/>
            <a:ext cx="1872390" cy="1529178"/>
          </a:xfrm>
          <a:prstGeom prst="rect">
            <a:avLst/>
          </a:prstGeom>
          <a:noFill/>
          <a:ln w="12700">
            <a:solidFill>
              <a:srgbClr val="5A6B86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36000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2000" i="1" dirty="0">
              <a:solidFill>
                <a:schemeClr val="bg2">
                  <a:lumMod val="40000"/>
                  <a:lumOff val="60000"/>
                </a:schemeClr>
              </a:solidFill>
              <a:effectLst>
                <a:glow>
                  <a:schemeClr val="bg1"/>
                </a:glow>
              </a:effectLst>
            </a:endParaRPr>
          </a:p>
        </p:txBody>
      </p:sp>
      <p:sp>
        <p:nvSpPr>
          <p:cNvPr id="210" name="Rectangle 209">
            <a:extLst>
              <a:ext uri="{FF2B5EF4-FFF2-40B4-BE49-F238E27FC236}">
                <a16:creationId xmlns:a16="http://schemas.microsoft.com/office/drawing/2014/main" id="{588488EB-CC05-1C8D-7403-2DFFD319C435}"/>
              </a:ext>
            </a:extLst>
          </p:cNvPr>
          <p:cNvSpPr/>
          <p:nvPr/>
        </p:nvSpPr>
        <p:spPr>
          <a:xfrm>
            <a:off x="6609442" y="4263668"/>
            <a:ext cx="660038" cy="1529178"/>
          </a:xfrm>
          <a:prstGeom prst="rect">
            <a:avLst/>
          </a:prstGeom>
          <a:noFill/>
          <a:ln w="12700">
            <a:solidFill>
              <a:srgbClr val="5A6B86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36000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2000" i="1" dirty="0">
              <a:solidFill>
                <a:schemeClr val="bg2">
                  <a:lumMod val="40000"/>
                  <a:lumOff val="60000"/>
                </a:schemeClr>
              </a:solidFill>
              <a:effectLst>
                <a:glow>
                  <a:schemeClr val="bg1"/>
                </a:glow>
              </a:effectLst>
            </a:endParaRPr>
          </a:p>
        </p:txBody>
      </p:sp>
      <p:sp>
        <p:nvSpPr>
          <p:cNvPr id="211" name="Rectangle 210">
            <a:extLst>
              <a:ext uri="{FF2B5EF4-FFF2-40B4-BE49-F238E27FC236}">
                <a16:creationId xmlns:a16="http://schemas.microsoft.com/office/drawing/2014/main" id="{705CE470-A80E-B13F-1641-43810226E530}"/>
              </a:ext>
            </a:extLst>
          </p:cNvPr>
          <p:cNvSpPr/>
          <p:nvPr/>
        </p:nvSpPr>
        <p:spPr>
          <a:xfrm>
            <a:off x="7374760" y="4263668"/>
            <a:ext cx="675935" cy="1529178"/>
          </a:xfrm>
          <a:prstGeom prst="rect">
            <a:avLst/>
          </a:prstGeom>
          <a:noFill/>
          <a:ln w="12700">
            <a:solidFill>
              <a:srgbClr val="5A6B86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36000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2000" i="1" dirty="0">
              <a:solidFill>
                <a:schemeClr val="bg2">
                  <a:lumMod val="40000"/>
                  <a:lumOff val="60000"/>
                </a:schemeClr>
              </a:solidFill>
              <a:effectLst>
                <a:glow>
                  <a:schemeClr val="bg1"/>
                </a:glow>
              </a:effectLst>
            </a:endParaRPr>
          </a:p>
        </p:txBody>
      </p:sp>
      <p:cxnSp>
        <p:nvCxnSpPr>
          <p:cNvPr id="157" name="Straight Arrow Connector 12">
            <a:extLst>
              <a:ext uri="{FF2B5EF4-FFF2-40B4-BE49-F238E27FC236}">
                <a16:creationId xmlns:a16="http://schemas.microsoft.com/office/drawing/2014/main" id="{9C171483-0620-4F28-E5F4-A33F9252BC38}"/>
              </a:ext>
            </a:extLst>
          </p:cNvPr>
          <p:cNvCxnSpPr>
            <a:cxnSpLocks/>
            <a:endCxn id="77" idx="3"/>
          </p:cNvCxnSpPr>
          <p:nvPr/>
        </p:nvCxnSpPr>
        <p:spPr>
          <a:xfrm flipH="1">
            <a:off x="7985999" y="4531963"/>
            <a:ext cx="2208589" cy="0"/>
          </a:xfrm>
          <a:prstGeom prst="straightConnector1">
            <a:avLst/>
          </a:prstGeom>
          <a:ln>
            <a:solidFill>
              <a:schemeClr val="tx1">
                <a:lumMod val="85000"/>
              </a:schemeClr>
            </a:solidFill>
            <a:tailEnd type="triangle" w="lg" len="lg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13" name="Straight Arrow Connector 12">
            <a:extLst>
              <a:ext uri="{FF2B5EF4-FFF2-40B4-BE49-F238E27FC236}">
                <a16:creationId xmlns:a16="http://schemas.microsoft.com/office/drawing/2014/main" id="{3AC4D88E-E18F-91EA-44AC-BEEFA1E36CD1}"/>
              </a:ext>
            </a:extLst>
          </p:cNvPr>
          <p:cNvCxnSpPr>
            <a:cxnSpLocks/>
            <a:stCxn id="100" idx="2"/>
            <a:endCxn id="70" idx="1"/>
          </p:cNvCxnSpPr>
          <p:nvPr/>
        </p:nvCxnSpPr>
        <p:spPr>
          <a:xfrm rot="16200000" flipH="1">
            <a:off x="2024241" y="1860878"/>
            <a:ext cx="2322730" cy="3019439"/>
          </a:xfrm>
          <a:prstGeom prst="bentConnector2">
            <a:avLst/>
          </a:prstGeom>
          <a:ln>
            <a:solidFill>
              <a:schemeClr val="tx1">
                <a:lumMod val="85000"/>
              </a:schemeClr>
            </a:solidFill>
            <a:tailEnd type="triangle" w="lg" len="lg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17" name="Straight Arrow Connector 12">
            <a:extLst>
              <a:ext uri="{FF2B5EF4-FFF2-40B4-BE49-F238E27FC236}">
                <a16:creationId xmlns:a16="http://schemas.microsoft.com/office/drawing/2014/main" id="{532B7B00-4F09-C1B6-6B31-0FFA79606DBB}"/>
              </a:ext>
            </a:extLst>
          </p:cNvPr>
          <p:cNvCxnSpPr>
            <a:cxnSpLocks/>
            <a:stCxn id="193" idx="2"/>
            <a:endCxn id="30" idx="1"/>
          </p:cNvCxnSpPr>
          <p:nvPr/>
        </p:nvCxnSpPr>
        <p:spPr>
          <a:xfrm rot="16200000" flipH="1">
            <a:off x="1178866" y="1763005"/>
            <a:ext cx="3062729" cy="3970193"/>
          </a:xfrm>
          <a:prstGeom prst="bentConnector2">
            <a:avLst/>
          </a:prstGeom>
          <a:ln>
            <a:solidFill>
              <a:schemeClr val="tx1">
                <a:lumMod val="85000"/>
              </a:schemeClr>
            </a:solidFill>
            <a:tailEnd type="triangle" w="lg" len="lg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217" name="Straight Arrow Connector 12">
            <a:extLst>
              <a:ext uri="{FF2B5EF4-FFF2-40B4-BE49-F238E27FC236}">
                <a16:creationId xmlns:a16="http://schemas.microsoft.com/office/drawing/2014/main" id="{D8BC1B86-F614-89B2-3E2B-6DC69AD52CFC}"/>
              </a:ext>
            </a:extLst>
          </p:cNvPr>
          <p:cNvCxnSpPr>
            <a:cxnSpLocks/>
          </p:cNvCxnSpPr>
          <p:nvPr/>
        </p:nvCxnSpPr>
        <p:spPr>
          <a:xfrm>
            <a:off x="5556045" y="3388747"/>
            <a:ext cx="0" cy="874921"/>
          </a:xfrm>
          <a:prstGeom prst="straightConnector1">
            <a:avLst/>
          </a:prstGeom>
          <a:ln>
            <a:solidFill>
              <a:schemeClr val="tx1">
                <a:lumMod val="85000"/>
              </a:schemeClr>
            </a:solidFill>
            <a:tailEnd type="triangle" w="lg" len="lg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220" name="Straight Arrow Connector 12">
            <a:extLst>
              <a:ext uri="{FF2B5EF4-FFF2-40B4-BE49-F238E27FC236}">
                <a16:creationId xmlns:a16="http://schemas.microsoft.com/office/drawing/2014/main" id="{3D19ED90-B028-EDC8-03A4-54DA30013530}"/>
              </a:ext>
            </a:extLst>
          </p:cNvPr>
          <p:cNvCxnSpPr>
            <a:cxnSpLocks/>
          </p:cNvCxnSpPr>
          <p:nvPr/>
        </p:nvCxnSpPr>
        <p:spPr>
          <a:xfrm>
            <a:off x="6939461" y="3388747"/>
            <a:ext cx="0" cy="874921"/>
          </a:xfrm>
          <a:prstGeom prst="straightConnector1">
            <a:avLst/>
          </a:prstGeom>
          <a:ln>
            <a:solidFill>
              <a:schemeClr val="tx1">
                <a:lumMod val="85000"/>
              </a:schemeClr>
            </a:solidFill>
            <a:tailEnd type="triangle" w="lg" len="lg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223" name="Straight Arrow Connector 12">
            <a:extLst>
              <a:ext uri="{FF2B5EF4-FFF2-40B4-BE49-F238E27FC236}">
                <a16:creationId xmlns:a16="http://schemas.microsoft.com/office/drawing/2014/main" id="{5A124ACF-65DB-D378-D265-5873B48E6802}"/>
              </a:ext>
            </a:extLst>
          </p:cNvPr>
          <p:cNvCxnSpPr>
            <a:cxnSpLocks/>
          </p:cNvCxnSpPr>
          <p:nvPr/>
        </p:nvCxnSpPr>
        <p:spPr>
          <a:xfrm>
            <a:off x="7704779" y="3388747"/>
            <a:ext cx="1" cy="874921"/>
          </a:xfrm>
          <a:prstGeom prst="straightConnector1">
            <a:avLst/>
          </a:prstGeom>
          <a:ln>
            <a:solidFill>
              <a:schemeClr val="tx1">
                <a:lumMod val="85000"/>
              </a:schemeClr>
            </a:solidFill>
            <a:tailEnd type="triangle" w="lg" len="lg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235" name="Straight Arrow Connector 12">
            <a:extLst>
              <a:ext uri="{FF2B5EF4-FFF2-40B4-BE49-F238E27FC236}">
                <a16:creationId xmlns:a16="http://schemas.microsoft.com/office/drawing/2014/main" id="{C4F31ECE-4486-96B4-950B-B44E8C697A5B}"/>
              </a:ext>
            </a:extLst>
          </p:cNvPr>
          <p:cNvCxnSpPr>
            <a:cxnSpLocks/>
          </p:cNvCxnSpPr>
          <p:nvPr/>
        </p:nvCxnSpPr>
        <p:spPr>
          <a:xfrm rot="10800000" flipV="1">
            <a:off x="8044738" y="2920332"/>
            <a:ext cx="821104" cy="12757"/>
          </a:xfrm>
          <a:prstGeom prst="bentConnector3">
            <a:avLst>
              <a:gd name="adj1" fmla="val 50000"/>
            </a:avLst>
          </a:prstGeom>
          <a:ln>
            <a:solidFill>
              <a:schemeClr val="bg1">
                <a:lumMod val="50000"/>
                <a:lumOff val="50000"/>
              </a:schemeClr>
            </a:solidFill>
            <a:prstDash val="dash"/>
            <a:tailEnd type="triangle" w="lg" len="lg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71" name="Straight Arrow Connector 12">
            <a:extLst>
              <a:ext uri="{FF2B5EF4-FFF2-40B4-BE49-F238E27FC236}">
                <a16:creationId xmlns:a16="http://schemas.microsoft.com/office/drawing/2014/main" id="{AFB4CD8C-2D17-AB02-8315-857B3A0F414A}"/>
              </a:ext>
            </a:extLst>
          </p:cNvPr>
          <p:cNvCxnSpPr>
            <a:cxnSpLocks/>
            <a:stCxn id="181" idx="2"/>
            <a:endCxn id="80" idx="3"/>
          </p:cNvCxnSpPr>
          <p:nvPr/>
        </p:nvCxnSpPr>
        <p:spPr>
          <a:xfrm rot="5400000">
            <a:off x="9463660" y="3651722"/>
            <a:ext cx="150876" cy="3104614"/>
          </a:xfrm>
          <a:prstGeom prst="bentConnector2">
            <a:avLst/>
          </a:prstGeom>
          <a:ln>
            <a:solidFill>
              <a:schemeClr val="tx1">
                <a:lumMod val="85000"/>
              </a:schemeClr>
            </a:solidFill>
            <a:tailEnd type="triangle" w="lg" len="lg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867BCCCF-0CF6-F82E-7359-E4A4B313E977}"/>
              </a:ext>
            </a:extLst>
          </p:cNvPr>
          <p:cNvSpPr txBox="1"/>
          <p:nvPr/>
        </p:nvSpPr>
        <p:spPr>
          <a:xfrm>
            <a:off x="218143" y="6278524"/>
            <a:ext cx="1739259" cy="523220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lstStyle/>
          <a:p>
            <a:pPr algn="l"/>
            <a:r>
              <a:rPr lang="en-GB" sz="2800" dirty="0">
                <a:solidFill>
                  <a:srgbClr val="FFFF00"/>
                </a:solidFill>
              </a:rPr>
              <a:t>EFEMERAL</a:t>
            </a: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3A42FD5F-5A10-D0F3-BF1B-E6CC5923DECC}"/>
              </a:ext>
            </a:extLst>
          </p:cNvPr>
          <p:cNvGrpSpPr/>
          <p:nvPr/>
        </p:nvGrpSpPr>
        <p:grpSpPr>
          <a:xfrm>
            <a:off x="8417278" y="2719031"/>
            <a:ext cx="2379251" cy="1038741"/>
            <a:chOff x="10283893" y="2277339"/>
            <a:chExt cx="2379251" cy="1038741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A263DDEE-5ABB-36FD-8B5C-0CD7D8DD94CB}"/>
                </a:ext>
              </a:extLst>
            </p:cNvPr>
            <p:cNvSpPr/>
            <p:nvPr/>
          </p:nvSpPr>
          <p:spPr>
            <a:xfrm>
              <a:off x="10283893" y="2277339"/>
              <a:ext cx="2379251" cy="1038741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rgbClr val="5A6B86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36000"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GB" sz="2800" baseline="-9000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🏭</a:t>
              </a:r>
              <a:r>
                <a:rPr lang="en-GB" sz="2000" i="1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 </a:t>
              </a:r>
              <a:r>
                <a:rPr lang="en-US" sz="2000" i="1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supplier</a:t>
              </a:r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CC5F89F0-56B3-BB14-710A-011DC89F8D10}"/>
                </a:ext>
              </a:extLst>
            </p:cNvPr>
            <p:cNvSpPr/>
            <p:nvPr/>
          </p:nvSpPr>
          <p:spPr>
            <a:xfrm>
              <a:off x="10370885" y="2679899"/>
              <a:ext cx="2202768" cy="566426"/>
            </a:xfrm>
            <a:prstGeom prst="rect">
              <a:avLst/>
            </a:prstGeom>
            <a:solidFill>
              <a:schemeClr val="tx1">
                <a:lumMod val="95000"/>
              </a:schemeClr>
            </a:solidFill>
            <a:ln w="28575">
              <a:solidFill>
                <a:schemeClr val="tx1">
                  <a:lumMod val="50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44000" tIns="144000" rIns="144000" bIns="144000" anchor="ctr"/>
            <a:lstStyle/>
            <a:p>
              <a:r>
                <a:rPr lang="en-GB" sz="3200" baseline="-9000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🦋</a:t>
              </a:r>
              <a:r>
                <a:rPr lang="en-GB" sz="2400" dirty="0">
                  <a:solidFill>
                    <a:sysClr val="windowText" lastClr="000000"/>
                  </a:solidFill>
                  <a:latin typeface="+mj-lt"/>
                  <a:cs typeface="Arial" panose="020B0604020202020204" pitchFamily="34" charset="0"/>
                </a:rPr>
                <a:t> Ephemeral</a:t>
              </a:r>
              <a:endParaRPr lang="en-GB" sz="2000" dirty="0">
                <a:solidFill>
                  <a:sysClr val="windowText" lastClr="000000"/>
                </a:solidFill>
                <a:latin typeface="+mj-lt"/>
                <a:cs typeface="Arial" panose="020B0604020202020204" pitchFamily="34" charset="0"/>
              </a:endParaRPr>
            </a:p>
          </p:txBody>
        </p:sp>
      </p:grpSp>
      <p:cxnSp>
        <p:nvCxnSpPr>
          <p:cNvPr id="28" name="Straight Arrow Connector 12">
            <a:extLst>
              <a:ext uri="{FF2B5EF4-FFF2-40B4-BE49-F238E27FC236}">
                <a16:creationId xmlns:a16="http://schemas.microsoft.com/office/drawing/2014/main" id="{D1FE7E5A-5653-0899-05CF-9675B0E0F41B}"/>
              </a:ext>
            </a:extLst>
          </p:cNvPr>
          <p:cNvCxnSpPr>
            <a:cxnSpLocks/>
            <a:stCxn id="17" idx="2"/>
            <a:endCxn id="9" idx="0"/>
          </p:cNvCxnSpPr>
          <p:nvPr/>
        </p:nvCxnSpPr>
        <p:spPr>
          <a:xfrm rot="16200000" flipH="1">
            <a:off x="9272082" y="2384208"/>
            <a:ext cx="661595" cy="8050"/>
          </a:xfrm>
          <a:prstGeom prst="bentConnector3">
            <a:avLst>
              <a:gd name="adj1" fmla="val 50000"/>
            </a:avLst>
          </a:prstGeom>
          <a:ln>
            <a:solidFill>
              <a:schemeClr val="bg1">
                <a:lumMod val="50000"/>
                <a:lumOff val="50000"/>
              </a:schemeClr>
            </a:solidFill>
            <a:prstDash val="dash"/>
            <a:tailEnd type="triangle" w="lg" len="lg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835098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29B0C4-8223-B74F-A380-D79AC6CE23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Rectangle 140">
            <a:extLst>
              <a:ext uri="{FF2B5EF4-FFF2-40B4-BE49-F238E27FC236}">
                <a16:creationId xmlns:a16="http://schemas.microsoft.com/office/drawing/2014/main" id="{9E4FC551-E1F6-4F2A-F751-2BC453D8D337}"/>
              </a:ext>
            </a:extLst>
          </p:cNvPr>
          <p:cNvSpPr/>
          <p:nvPr/>
        </p:nvSpPr>
        <p:spPr>
          <a:xfrm>
            <a:off x="8178800" y="1156750"/>
            <a:ext cx="3819986" cy="5384164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 w="28575"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44000" rIns="144000" bIns="144000" anchor="t"/>
          <a:lstStyle/>
          <a:p>
            <a:endParaRPr lang="en-GB" sz="2000" i="1" dirty="0">
              <a:solidFill>
                <a:schemeClr val="bg2">
                  <a:lumMod val="40000"/>
                  <a:lumOff val="60000"/>
                </a:schemeClr>
              </a:solidFill>
              <a:effectLst>
                <a:glow>
                  <a:schemeClr val="bg1"/>
                </a:glow>
              </a:effectLst>
            </a:endParaRP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9B6B0EB3-E56A-275C-DD4B-3582120AA31C}"/>
              </a:ext>
            </a:extLst>
          </p:cNvPr>
          <p:cNvGrpSpPr/>
          <p:nvPr/>
        </p:nvGrpSpPr>
        <p:grpSpPr>
          <a:xfrm>
            <a:off x="4139429" y="3463170"/>
            <a:ext cx="1502123" cy="1038741"/>
            <a:chOff x="7507403" y="1006813"/>
            <a:chExt cx="648604" cy="1038741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7BC66D1C-292B-FCEF-B7C7-87C14A8F16DF}"/>
                </a:ext>
              </a:extLst>
            </p:cNvPr>
            <p:cNvSpPr/>
            <p:nvPr/>
          </p:nvSpPr>
          <p:spPr>
            <a:xfrm>
              <a:off x="7538137" y="1403791"/>
              <a:ext cx="583774" cy="562183"/>
            </a:xfrm>
            <a:prstGeom prst="rect">
              <a:avLst/>
            </a:prstGeom>
            <a:solidFill>
              <a:schemeClr val="tx1">
                <a:lumMod val="95000"/>
              </a:schemeClr>
            </a:solidFill>
            <a:ln w="28575">
              <a:solidFill>
                <a:schemeClr val="tx1">
                  <a:lumMod val="50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44000" tIns="144000" rIns="144000" bIns="144000" anchor="ctr"/>
            <a:lstStyle/>
            <a:p>
              <a:r>
                <a:rPr lang="en-GB" sz="3200" baseline="-9000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🤗</a:t>
              </a:r>
              <a:r>
                <a:rPr lang="en-GB" sz="2400" dirty="0">
                  <a:solidFill>
                    <a:sysClr val="windowText" lastClr="000000"/>
                  </a:solidFill>
                  <a:latin typeface="+mj-lt"/>
                  <a:cs typeface="Arial" panose="020B0604020202020204" pitchFamily="34" charset="0"/>
                </a:rPr>
                <a:t> Host</a:t>
              </a:r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159EB91C-4535-1A45-201F-EE72629C3410}"/>
                </a:ext>
              </a:extLst>
            </p:cNvPr>
            <p:cNvSpPr/>
            <p:nvPr/>
          </p:nvSpPr>
          <p:spPr>
            <a:xfrm>
              <a:off x="7507403" y="1006813"/>
              <a:ext cx="648604" cy="1038741"/>
            </a:xfrm>
            <a:prstGeom prst="rect">
              <a:avLst/>
            </a:prstGeom>
            <a:noFill/>
            <a:ln w="12700">
              <a:solidFill>
                <a:srgbClr val="5A6B86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36000"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GB" sz="2000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👥</a:t>
              </a:r>
              <a:r>
                <a:rPr lang="en-GB" sz="2000" i="1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 </a:t>
              </a:r>
              <a:r>
                <a:rPr lang="en-US" sz="2000" i="1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domain</a:t>
              </a:r>
            </a:p>
          </p:txBody>
        </p:sp>
      </p:grpSp>
      <p:grpSp>
        <p:nvGrpSpPr>
          <p:cNvPr id="24" name="Group 23">
            <a:extLst>
              <a:ext uri="{FF2B5EF4-FFF2-40B4-BE49-F238E27FC236}">
                <a16:creationId xmlns:a16="http://schemas.microsoft.com/office/drawing/2014/main" id="{0F1C6744-5E0D-A96E-EA61-B8F1C9E63400}"/>
              </a:ext>
            </a:extLst>
          </p:cNvPr>
          <p:cNvGrpSpPr/>
          <p:nvPr/>
        </p:nvGrpSpPr>
        <p:grpSpPr>
          <a:xfrm>
            <a:off x="320478" y="5068368"/>
            <a:ext cx="905933" cy="1269736"/>
            <a:chOff x="7442200" y="1946224"/>
            <a:chExt cx="905933" cy="1269736"/>
          </a:xfrm>
        </p:grpSpPr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B7824B6C-7779-22F4-ADFA-970A5810D452}"/>
                </a:ext>
              </a:extLst>
            </p:cNvPr>
            <p:cNvSpPr/>
            <p:nvPr/>
          </p:nvSpPr>
          <p:spPr>
            <a:xfrm>
              <a:off x="7442200" y="1946224"/>
              <a:ext cx="905933" cy="1269736"/>
            </a:xfrm>
            <a:prstGeom prst="rect">
              <a:avLst/>
            </a:prstGeom>
            <a:solidFill>
              <a:schemeClr val="bg1">
                <a:lumMod val="85000"/>
                <a:lumOff val="15000"/>
              </a:schemeClr>
            </a:solidFill>
            <a:ln w="12700">
              <a:solidFill>
                <a:srgbClr val="5A6B86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36000"/>
            <a:lstStyle/>
            <a:p>
              <a:endParaRPr lang="en-GB" sz="2000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endParaRPr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C37546A6-1EF3-F916-40D9-F78246B22339}"/>
                </a:ext>
              </a:extLst>
            </p:cNvPr>
            <p:cNvSpPr txBox="1"/>
            <p:nvPr/>
          </p:nvSpPr>
          <p:spPr>
            <a:xfrm>
              <a:off x="7471719" y="2389201"/>
              <a:ext cx="823575" cy="826759"/>
            </a:xfrm>
            <a:prstGeom prst="rect">
              <a:avLst/>
            </a:prstGeom>
            <a:noFill/>
          </p:spPr>
          <p:txBody>
            <a:bodyPr wrap="square" bIns="0">
              <a:noAutofit/>
            </a:bodyPr>
            <a:lstStyle/>
            <a:p>
              <a:pPr algn="ctr"/>
              <a:r>
                <a:rPr lang="en-GB" sz="6600" dirty="0"/>
                <a:t>🦹</a:t>
              </a:r>
            </a:p>
          </p:txBody>
        </p:sp>
        <p:sp>
          <p:nvSpPr>
            <p:cNvPr id="27" name="Content Placeholder 2">
              <a:extLst>
                <a:ext uri="{FF2B5EF4-FFF2-40B4-BE49-F238E27FC236}">
                  <a16:creationId xmlns:a16="http://schemas.microsoft.com/office/drawing/2014/main" id="{4F995885-0722-958B-2194-7C48263BB4C3}"/>
                </a:ext>
              </a:extLst>
            </p:cNvPr>
            <p:cNvSpPr txBox="1">
              <a:spLocks/>
            </p:cNvSpPr>
            <p:nvPr/>
          </p:nvSpPr>
          <p:spPr>
            <a:xfrm>
              <a:off x="7442200" y="1946224"/>
              <a:ext cx="905933" cy="400110"/>
            </a:xfrm>
            <a:prstGeom prst="rect">
              <a:avLst/>
            </a:prstGeom>
          </p:spPr>
          <p:txBody>
            <a:bodyPr wrap="square">
              <a:spAutoFit/>
            </a:bodyPr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1200"/>
                </a:spcAft>
                <a:buSzPct val="90000"/>
                <a:buFont typeface="Amazon Ember" panose="020B0603020204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indent="-22860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1200"/>
                </a:spcAft>
                <a:buSzPct val="90000"/>
                <a:buFont typeface="Wingdings" panose="05000000000000000000" pitchFamily="2" charset="2"/>
                <a:buChar char="§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85800" indent="-22860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1200"/>
                </a:spcAft>
                <a:buSzPct val="90000"/>
                <a:buFont typeface="Amazon Ember" panose="020B0603020204020204" pitchFamily="34" charset="0"/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914400" indent="-22860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1200"/>
                </a:spcAft>
                <a:buFont typeface="Amazon Ember" panose="020B0603020204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143000" indent="-22860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1200"/>
                </a:spcAft>
                <a:buFont typeface="Amazon Ember" panose="020B0603020204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mazon Ember" panose="020B0603020204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mazon Ember" panose="020B0603020204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mazon Ember" panose="020B0603020204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mazon Ember" panose="020B0603020204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lnSpc>
                  <a:spcPct val="100000"/>
                </a:lnSpc>
                <a:spcAft>
                  <a:spcPts val="600"/>
                </a:spcAft>
                <a:buNone/>
              </a:pPr>
              <a:r>
                <a:rPr lang="en-US" sz="2000" i="1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villain</a:t>
              </a:r>
            </a:p>
          </p:txBody>
        </p:sp>
      </p:grpSp>
      <p:cxnSp>
        <p:nvCxnSpPr>
          <p:cNvPr id="44" name="Straight Arrow Connector 12">
            <a:extLst>
              <a:ext uri="{FF2B5EF4-FFF2-40B4-BE49-F238E27FC236}">
                <a16:creationId xmlns:a16="http://schemas.microsoft.com/office/drawing/2014/main" id="{3E200B52-C80D-75DB-2C9A-70FBB57C2CEE}"/>
              </a:ext>
            </a:extLst>
          </p:cNvPr>
          <p:cNvCxnSpPr>
            <a:cxnSpLocks/>
            <a:stCxn id="25" idx="3"/>
            <a:endCxn id="87" idx="1"/>
          </p:cNvCxnSpPr>
          <p:nvPr/>
        </p:nvCxnSpPr>
        <p:spPr>
          <a:xfrm flipV="1">
            <a:off x="1226411" y="5701168"/>
            <a:ext cx="2957234" cy="2068"/>
          </a:xfrm>
          <a:prstGeom prst="straightConnector1">
            <a:avLst/>
          </a:prstGeom>
          <a:ln>
            <a:solidFill>
              <a:schemeClr val="accent4"/>
            </a:solidFill>
            <a:tailEnd type="triangle" w="lg" len="lg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grpSp>
        <p:nvGrpSpPr>
          <p:cNvPr id="48" name="Group 47">
            <a:extLst>
              <a:ext uri="{FF2B5EF4-FFF2-40B4-BE49-F238E27FC236}">
                <a16:creationId xmlns:a16="http://schemas.microsoft.com/office/drawing/2014/main" id="{9B859E7C-FF16-D753-291E-6EEC4D1C8E93}"/>
              </a:ext>
            </a:extLst>
          </p:cNvPr>
          <p:cNvGrpSpPr/>
          <p:nvPr/>
        </p:nvGrpSpPr>
        <p:grpSpPr>
          <a:xfrm>
            <a:off x="298640" y="1785039"/>
            <a:ext cx="962007" cy="1324674"/>
            <a:chOff x="6051047" y="1344275"/>
            <a:chExt cx="962007" cy="1324674"/>
          </a:xfrm>
        </p:grpSpPr>
        <p:sp>
          <p:nvSpPr>
            <p:cNvPr id="49" name="Rectangle 48">
              <a:extLst>
                <a:ext uri="{FF2B5EF4-FFF2-40B4-BE49-F238E27FC236}">
                  <a16:creationId xmlns:a16="http://schemas.microsoft.com/office/drawing/2014/main" id="{67817211-30BF-2FD9-0B45-90A63A2888A6}"/>
                </a:ext>
              </a:extLst>
            </p:cNvPr>
            <p:cNvSpPr/>
            <p:nvPr/>
          </p:nvSpPr>
          <p:spPr>
            <a:xfrm>
              <a:off x="6072624" y="1378360"/>
              <a:ext cx="905933" cy="1290589"/>
            </a:xfrm>
            <a:prstGeom prst="rect">
              <a:avLst/>
            </a:prstGeom>
            <a:solidFill>
              <a:schemeClr val="bg1">
                <a:lumMod val="85000"/>
                <a:lumOff val="15000"/>
              </a:schemeClr>
            </a:solidFill>
            <a:ln w="12700">
              <a:solidFill>
                <a:srgbClr val="5A6B86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36000"/>
            <a:lstStyle/>
            <a:p>
              <a:endParaRPr lang="en-GB" sz="2000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endParaRPr>
            </a:p>
          </p:txBody>
        </p:sp>
        <p:grpSp>
          <p:nvGrpSpPr>
            <p:cNvPr id="50" name="Group 49">
              <a:extLst>
                <a:ext uri="{FF2B5EF4-FFF2-40B4-BE49-F238E27FC236}">
                  <a16:creationId xmlns:a16="http://schemas.microsoft.com/office/drawing/2014/main" id="{C28DFC32-0F9E-A95A-4040-31E43BEEDCF6}"/>
                </a:ext>
              </a:extLst>
            </p:cNvPr>
            <p:cNvGrpSpPr/>
            <p:nvPr/>
          </p:nvGrpSpPr>
          <p:grpSpPr>
            <a:xfrm>
              <a:off x="6051047" y="1344275"/>
              <a:ext cx="962007" cy="1324674"/>
              <a:chOff x="3221660" y="385707"/>
              <a:chExt cx="962007" cy="1324674"/>
            </a:xfrm>
          </p:grpSpPr>
          <p:sp>
            <p:nvSpPr>
              <p:cNvPr id="51" name="TextBox 50">
                <a:extLst>
                  <a:ext uri="{FF2B5EF4-FFF2-40B4-BE49-F238E27FC236}">
                    <a16:creationId xmlns:a16="http://schemas.microsoft.com/office/drawing/2014/main" id="{F40C0139-ECE3-A607-E3BD-C0BCABC69C55}"/>
                  </a:ext>
                </a:extLst>
              </p:cNvPr>
              <p:cNvSpPr txBox="1"/>
              <p:nvPr/>
            </p:nvSpPr>
            <p:spPr>
              <a:xfrm>
                <a:off x="3243238" y="385707"/>
                <a:ext cx="905933" cy="1324674"/>
              </a:xfrm>
              <a:prstGeom prst="rect">
                <a:avLst/>
              </a:prstGeom>
              <a:noFill/>
            </p:spPr>
            <p:txBody>
              <a:bodyPr wrap="square" lIns="0" rIns="0">
                <a:noAutofit/>
              </a:bodyPr>
              <a:lstStyle/>
              <a:p>
                <a:pPr algn="ctr"/>
                <a:r>
                  <a:rPr lang="en-GB" sz="8800" baseline="-9000" dirty="0">
                    <a:solidFill>
                      <a:schemeClr val="bg2">
                        <a:lumMod val="40000"/>
                        <a:lumOff val="60000"/>
                      </a:schemeClr>
                    </a:solidFill>
                    <a:effectLst>
                      <a:glow>
                        <a:schemeClr val="bg1"/>
                      </a:glow>
                    </a:effectLst>
                  </a:rPr>
                  <a:t>🧑‍🦰</a:t>
                </a:r>
                <a:endParaRPr lang="en-GB" sz="8800" dirty="0"/>
              </a:p>
            </p:txBody>
          </p:sp>
          <p:sp>
            <p:nvSpPr>
              <p:cNvPr id="53" name="TextBox 52">
                <a:extLst>
                  <a:ext uri="{FF2B5EF4-FFF2-40B4-BE49-F238E27FC236}">
                    <a16:creationId xmlns:a16="http://schemas.microsoft.com/office/drawing/2014/main" id="{119783CF-734E-A7F2-FADB-6E64CA84417C}"/>
                  </a:ext>
                </a:extLst>
              </p:cNvPr>
              <p:cNvSpPr txBox="1"/>
              <p:nvPr/>
            </p:nvSpPr>
            <p:spPr>
              <a:xfrm flipH="1">
                <a:off x="3566678" y="1311563"/>
                <a:ext cx="271970" cy="369332"/>
              </a:xfrm>
              <a:prstGeom prst="rect">
                <a:avLst/>
              </a:prstGeom>
              <a:noFill/>
            </p:spPr>
            <p:txBody>
              <a:bodyPr wrap="square" lIns="0" rIns="0" rtlCol="0">
                <a:spAutoFit/>
              </a:bodyPr>
              <a:lstStyle/>
              <a:p>
                <a:pPr algn="l"/>
                <a:r>
                  <a:rPr lang="en-GB" dirty="0"/>
                  <a:t>     </a:t>
                </a:r>
              </a:p>
            </p:txBody>
          </p:sp>
          <p:sp>
            <p:nvSpPr>
              <p:cNvPr id="54" name="Content Placeholder 2">
                <a:extLst>
                  <a:ext uri="{FF2B5EF4-FFF2-40B4-BE49-F238E27FC236}">
                    <a16:creationId xmlns:a16="http://schemas.microsoft.com/office/drawing/2014/main" id="{789FF5E0-6A53-D5C7-EA49-7C19BBAAD216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3221660" y="419792"/>
                <a:ext cx="962007" cy="40011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0"/>
                  </a:spcBef>
                  <a:spcAft>
                    <a:spcPts val="1200"/>
                  </a:spcAft>
                  <a:buSzPct val="90000"/>
                  <a:buFont typeface="Amazon Ember" panose="020B0603020204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indent="-228600" algn="l" defTabSz="914400" rtl="0" eaLnBrk="1" latinLnBrk="0" hangingPunct="1">
                  <a:lnSpc>
                    <a:spcPct val="90000"/>
                  </a:lnSpc>
                  <a:spcBef>
                    <a:spcPts val="0"/>
                  </a:spcBef>
                  <a:spcAft>
                    <a:spcPts val="1200"/>
                  </a:spcAft>
                  <a:buSzPct val="90000"/>
                  <a:buFont typeface="Wingdings" panose="05000000000000000000" pitchFamily="2" charset="2"/>
                  <a:buChar char="§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0"/>
                  </a:spcBef>
                  <a:spcAft>
                    <a:spcPts val="1200"/>
                  </a:spcAft>
                  <a:buSzPct val="90000"/>
                  <a:buFont typeface="Amazon Ember" panose="020B0603020204020204" pitchFamily="34" charset="0"/>
                  <a:buChar char="–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914400" indent="-228600" algn="l" defTabSz="914400" rtl="0" eaLnBrk="1" latinLnBrk="0" hangingPunct="1">
                  <a:lnSpc>
                    <a:spcPct val="90000"/>
                  </a:lnSpc>
                  <a:spcBef>
                    <a:spcPts val="0"/>
                  </a:spcBef>
                  <a:spcAft>
                    <a:spcPts val="1200"/>
                  </a:spcAft>
                  <a:buFont typeface="Amazon Ember" panose="020B0603020204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0"/>
                  </a:spcBef>
                  <a:spcAft>
                    <a:spcPts val="1200"/>
                  </a:spcAft>
                  <a:buFont typeface="Amazon Ember" panose="020B0603020204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mazon Ember" panose="020B0603020204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mazon Ember" panose="020B0603020204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mazon Ember" panose="020B0603020204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mazon Ember" panose="020B0603020204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 algn="ctr">
                  <a:lnSpc>
                    <a:spcPct val="100000"/>
                  </a:lnSpc>
                  <a:spcAft>
                    <a:spcPts val="600"/>
                  </a:spcAft>
                  <a:buNone/>
                </a:pPr>
                <a:r>
                  <a:rPr lang="en-US" sz="2000" i="1" dirty="0">
                    <a:solidFill>
                      <a:schemeClr val="bg2">
                        <a:lumMod val="40000"/>
                        <a:lumOff val="60000"/>
                      </a:schemeClr>
                    </a:solidFill>
                    <a:effectLst>
                      <a:glow>
                        <a:schemeClr val="bg1"/>
                      </a:glow>
                    </a:effectLst>
                  </a:rPr>
                  <a:t>user</a:t>
                </a:r>
              </a:p>
            </p:txBody>
          </p:sp>
        </p:grpSp>
      </p:grpSp>
      <p:grpSp>
        <p:nvGrpSpPr>
          <p:cNvPr id="60" name="Group 59">
            <a:extLst>
              <a:ext uri="{FF2B5EF4-FFF2-40B4-BE49-F238E27FC236}">
                <a16:creationId xmlns:a16="http://schemas.microsoft.com/office/drawing/2014/main" id="{731745CB-B64B-326E-41F8-5D8A96A0D3FC}"/>
              </a:ext>
            </a:extLst>
          </p:cNvPr>
          <p:cNvGrpSpPr/>
          <p:nvPr/>
        </p:nvGrpSpPr>
        <p:grpSpPr>
          <a:xfrm>
            <a:off x="4142978" y="1801584"/>
            <a:ext cx="1502122" cy="1292026"/>
            <a:chOff x="3567259" y="2334978"/>
            <a:chExt cx="1502122" cy="1292026"/>
          </a:xfrm>
        </p:grpSpPr>
        <p:sp>
          <p:nvSpPr>
            <p:cNvPr id="62" name="Rectangle 61">
              <a:extLst>
                <a:ext uri="{FF2B5EF4-FFF2-40B4-BE49-F238E27FC236}">
                  <a16:creationId xmlns:a16="http://schemas.microsoft.com/office/drawing/2014/main" id="{7D80DB84-9A46-EA09-F2AC-8FDC1D324FBD}"/>
                </a:ext>
              </a:extLst>
            </p:cNvPr>
            <p:cNvSpPr/>
            <p:nvPr/>
          </p:nvSpPr>
          <p:spPr>
            <a:xfrm>
              <a:off x="3567259" y="2334978"/>
              <a:ext cx="1502122" cy="1292026"/>
            </a:xfrm>
            <a:prstGeom prst="rect">
              <a:avLst/>
            </a:prstGeom>
            <a:solidFill>
              <a:schemeClr val="bg1">
                <a:lumMod val="85000"/>
                <a:lumOff val="15000"/>
              </a:schemeClr>
            </a:solidFill>
            <a:ln w="12700">
              <a:solidFill>
                <a:srgbClr val="5A6B86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36000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sz="2000" i="1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door #1</a:t>
              </a:r>
            </a:p>
          </p:txBody>
        </p:sp>
        <p:sp>
          <p:nvSpPr>
            <p:cNvPr id="61" name="TextBox 60">
              <a:extLst>
                <a:ext uri="{FF2B5EF4-FFF2-40B4-BE49-F238E27FC236}">
                  <a16:creationId xmlns:a16="http://schemas.microsoft.com/office/drawing/2014/main" id="{E1C9785F-9F50-5BDD-AD24-CAE2825BCBC5}"/>
                </a:ext>
              </a:extLst>
            </p:cNvPr>
            <p:cNvSpPr txBox="1"/>
            <p:nvPr/>
          </p:nvSpPr>
          <p:spPr>
            <a:xfrm>
              <a:off x="3585799" y="2576554"/>
              <a:ext cx="1480029" cy="889408"/>
            </a:xfrm>
            <a:prstGeom prst="rect">
              <a:avLst/>
            </a:prstGeom>
            <a:noFill/>
          </p:spPr>
          <p:txBody>
            <a:bodyPr wrap="square" anchor="ctr">
              <a:noAutofit/>
            </a:bodyPr>
            <a:lstStyle/>
            <a:p>
              <a:pPr algn="ctr"/>
              <a:r>
                <a:rPr lang="en-GB" sz="9600" baseline="-9000" dirty="0">
                  <a:solidFill>
                    <a:schemeClr val="tx1"/>
                  </a:solidFill>
                  <a:effectLst>
                    <a:glow>
                      <a:schemeClr val="bg1"/>
                    </a:glow>
                  </a:effectLst>
                </a:rPr>
                <a:t>🚪</a:t>
              </a:r>
              <a:endParaRPr lang="en-US" sz="9600" dirty="0"/>
            </a:p>
          </p:txBody>
        </p:sp>
      </p:grpSp>
      <p:cxnSp>
        <p:nvCxnSpPr>
          <p:cNvPr id="66" name="Straight Arrow Connector 12">
            <a:extLst>
              <a:ext uri="{FF2B5EF4-FFF2-40B4-BE49-F238E27FC236}">
                <a16:creationId xmlns:a16="http://schemas.microsoft.com/office/drawing/2014/main" id="{AC210BF9-02AB-42F3-CC76-B663BA6D309E}"/>
              </a:ext>
            </a:extLst>
          </p:cNvPr>
          <p:cNvCxnSpPr>
            <a:cxnSpLocks/>
            <a:stCxn id="12" idx="3"/>
            <a:endCxn id="87" idx="3"/>
          </p:cNvCxnSpPr>
          <p:nvPr/>
        </p:nvCxnSpPr>
        <p:spPr>
          <a:xfrm>
            <a:off x="5641552" y="3982541"/>
            <a:ext cx="22122" cy="1718627"/>
          </a:xfrm>
          <a:prstGeom prst="bentConnector3">
            <a:avLst>
              <a:gd name="adj1" fmla="val 1133360"/>
            </a:avLst>
          </a:prstGeom>
          <a:ln>
            <a:solidFill>
              <a:schemeClr val="tx1"/>
            </a:solidFill>
            <a:tailEnd type="triangle" w="lg" len="lg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3" name="Straight Arrow Connector 12">
            <a:extLst>
              <a:ext uri="{FF2B5EF4-FFF2-40B4-BE49-F238E27FC236}">
                <a16:creationId xmlns:a16="http://schemas.microsoft.com/office/drawing/2014/main" id="{B843BB8D-1792-4C22-E33F-E9A56878C0EE}"/>
              </a:ext>
            </a:extLst>
          </p:cNvPr>
          <p:cNvCxnSpPr>
            <a:cxnSpLocks/>
            <a:stCxn id="54" idx="0"/>
          </p:cNvCxnSpPr>
          <p:nvPr/>
        </p:nvCxnSpPr>
        <p:spPr>
          <a:xfrm rot="5400000" flipH="1" flipV="1">
            <a:off x="1524849" y="785349"/>
            <a:ext cx="288570" cy="1778981"/>
          </a:xfrm>
          <a:prstGeom prst="bentConnector2">
            <a:avLst/>
          </a:prstGeom>
          <a:ln>
            <a:solidFill>
              <a:schemeClr val="tx1"/>
            </a:solidFill>
            <a:tailEnd type="triangle" w="lg" len="lg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8" name="Straight Arrow Connector 12">
            <a:extLst>
              <a:ext uri="{FF2B5EF4-FFF2-40B4-BE49-F238E27FC236}">
                <a16:creationId xmlns:a16="http://schemas.microsoft.com/office/drawing/2014/main" id="{892B88D7-BDBE-34CF-8CFD-4A800937F299}"/>
              </a:ext>
            </a:extLst>
          </p:cNvPr>
          <p:cNvCxnSpPr>
            <a:cxnSpLocks/>
            <a:stCxn id="51" idx="2"/>
            <a:endCxn id="12" idx="1"/>
          </p:cNvCxnSpPr>
          <p:nvPr/>
        </p:nvCxnSpPr>
        <p:spPr>
          <a:xfrm rot="16200000" flipH="1">
            <a:off x="2019893" y="1863005"/>
            <a:ext cx="872828" cy="3366244"/>
          </a:xfrm>
          <a:prstGeom prst="bentConnector2">
            <a:avLst/>
          </a:prstGeom>
          <a:ln>
            <a:solidFill>
              <a:schemeClr val="tx1"/>
            </a:solidFill>
            <a:tailEnd type="triangle" w="lg" len="lg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86" name="Rectangle 85">
            <a:extLst>
              <a:ext uri="{FF2B5EF4-FFF2-40B4-BE49-F238E27FC236}">
                <a16:creationId xmlns:a16="http://schemas.microsoft.com/office/drawing/2014/main" id="{4318DCED-A17B-364C-A887-E172996D37B0}"/>
              </a:ext>
            </a:extLst>
          </p:cNvPr>
          <p:cNvSpPr/>
          <p:nvPr/>
        </p:nvSpPr>
        <p:spPr>
          <a:xfrm>
            <a:off x="4165105" y="5014888"/>
            <a:ext cx="1502122" cy="1292026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 w="12700">
            <a:solidFill>
              <a:srgbClr val="5A6B86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36000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000" i="1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door 2</a:t>
            </a: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951EBA69-BD0C-6B71-5DE4-D70AA51F3D8E}"/>
              </a:ext>
            </a:extLst>
          </p:cNvPr>
          <p:cNvSpPr txBox="1"/>
          <p:nvPr/>
        </p:nvSpPr>
        <p:spPr>
          <a:xfrm>
            <a:off x="4183645" y="5256464"/>
            <a:ext cx="1480029" cy="889408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/>
            <a:r>
              <a:rPr lang="en-GB" sz="9600" baseline="-9000" dirty="0">
                <a:solidFill>
                  <a:schemeClr val="tx1"/>
                </a:solidFill>
                <a:effectLst>
                  <a:glow>
                    <a:schemeClr val="bg1"/>
                  </a:glow>
                </a:effectLst>
              </a:rPr>
              <a:t>🚪</a:t>
            </a:r>
            <a:endParaRPr lang="en-US" sz="9600" dirty="0"/>
          </a:p>
        </p:txBody>
      </p:sp>
      <p:cxnSp>
        <p:nvCxnSpPr>
          <p:cNvPr id="93" name="Straight Arrow Connector 12">
            <a:extLst>
              <a:ext uri="{FF2B5EF4-FFF2-40B4-BE49-F238E27FC236}">
                <a16:creationId xmlns:a16="http://schemas.microsoft.com/office/drawing/2014/main" id="{F88CD123-D3DF-A157-B780-573C3A110E58}"/>
              </a:ext>
            </a:extLst>
          </p:cNvPr>
          <p:cNvCxnSpPr>
            <a:cxnSpLocks/>
            <a:stCxn id="51" idx="3"/>
            <a:endCxn id="62" idx="1"/>
          </p:cNvCxnSpPr>
          <p:nvPr/>
        </p:nvCxnSpPr>
        <p:spPr>
          <a:xfrm>
            <a:off x="1226151" y="2447376"/>
            <a:ext cx="2916827" cy="221"/>
          </a:xfrm>
          <a:prstGeom prst="straightConnector1">
            <a:avLst/>
          </a:prstGeom>
          <a:ln>
            <a:solidFill>
              <a:schemeClr val="accent1"/>
            </a:solidFill>
            <a:prstDash val="dash"/>
            <a:tailEnd type="triangle" w="lg" len="lg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2" name="Rectangle 1">
            <a:extLst>
              <a:ext uri="{FF2B5EF4-FFF2-40B4-BE49-F238E27FC236}">
                <a16:creationId xmlns:a16="http://schemas.microsoft.com/office/drawing/2014/main" id="{97BD53FC-7B25-AF4A-C8CA-401461DEBE14}"/>
              </a:ext>
            </a:extLst>
          </p:cNvPr>
          <p:cNvSpPr/>
          <p:nvPr/>
        </p:nvSpPr>
        <p:spPr>
          <a:xfrm>
            <a:off x="4139425" y="1328859"/>
            <a:ext cx="1492384" cy="388257"/>
          </a:xfrm>
          <a:prstGeom prst="rect">
            <a:avLst/>
          </a:prstGeom>
          <a:noFill/>
          <a:ln w="12700">
            <a:solidFill>
              <a:srgbClr val="5A6B86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36000" rIns="0"/>
          <a:lstStyle/>
          <a:p>
            <a:pPr marL="312738" indent="-304800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GB" sz="2800" baseline="-11000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🔆 </a:t>
            </a:r>
            <a:r>
              <a:rPr lang="en-US" sz="2000" i="1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door #1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F5328E5C-B2A5-ADCA-09EC-409D164613C6}"/>
              </a:ext>
            </a:extLst>
          </p:cNvPr>
          <p:cNvGrpSpPr/>
          <p:nvPr/>
        </p:nvGrpSpPr>
        <p:grpSpPr>
          <a:xfrm>
            <a:off x="761784" y="1042071"/>
            <a:ext cx="1694628" cy="400110"/>
            <a:chOff x="2343832" y="2201084"/>
            <a:chExt cx="1694628" cy="400110"/>
          </a:xfrm>
        </p:grpSpPr>
        <p:sp>
          <p:nvSpPr>
            <p:cNvPr id="6" name="Rounded Rectangle 5">
              <a:extLst>
                <a:ext uri="{FF2B5EF4-FFF2-40B4-BE49-F238E27FC236}">
                  <a16:creationId xmlns:a16="http://schemas.microsoft.com/office/drawing/2014/main" id="{9C738A0E-4BC7-D2FA-B40D-0BAB7EAFF733}"/>
                </a:ext>
              </a:extLst>
            </p:cNvPr>
            <p:cNvSpPr/>
            <p:nvPr/>
          </p:nvSpPr>
          <p:spPr>
            <a:xfrm>
              <a:off x="2343832" y="2223776"/>
              <a:ext cx="360000" cy="360000"/>
            </a:xfrm>
            <a:prstGeom prst="round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lIns="45720" tIns="45720" rIns="45720" rtlCol="0" anchor="ctr"/>
            <a:lstStyle/>
            <a:p>
              <a:pPr algn="ctr"/>
              <a:r>
                <a:rPr lang="en-GB" b="1" dirty="0">
                  <a:solidFill>
                    <a:schemeClr val="tx1"/>
                  </a:solidFill>
                </a:rPr>
                <a:t>2</a:t>
              </a:r>
            </a:p>
          </p:txBody>
        </p:sp>
        <p:sp>
          <p:nvSpPr>
            <p:cNvPr id="7" name="Content Placeholder 2">
              <a:extLst>
                <a:ext uri="{FF2B5EF4-FFF2-40B4-BE49-F238E27FC236}">
                  <a16:creationId xmlns:a16="http://schemas.microsoft.com/office/drawing/2014/main" id="{E61E9C62-4D4C-FEBF-ED12-7B0458E104C6}"/>
                </a:ext>
              </a:extLst>
            </p:cNvPr>
            <p:cNvSpPr txBox="1">
              <a:spLocks/>
            </p:cNvSpPr>
            <p:nvPr/>
          </p:nvSpPr>
          <p:spPr>
            <a:xfrm>
              <a:off x="2713890" y="2201084"/>
              <a:ext cx="1324570" cy="400110"/>
            </a:xfrm>
            <a:prstGeom prst="rect">
              <a:avLst/>
            </a:prstGeom>
          </p:spPr>
          <p:txBody>
            <a:bodyPr wrap="square">
              <a:spAutoFit/>
            </a:bodyPr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1200"/>
                </a:spcAft>
                <a:buSzPct val="90000"/>
                <a:buFont typeface="Amazon Ember" panose="020B0603020204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indent="-22860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1200"/>
                </a:spcAft>
                <a:buSzPct val="90000"/>
                <a:buFont typeface="Wingdings" panose="05000000000000000000" pitchFamily="2" charset="2"/>
                <a:buChar char="§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85800" indent="-22860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1200"/>
                </a:spcAft>
                <a:buSzPct val="90000"/>
                <a:buFont typeface="Amazon Ember" panose="020B0603020204020204" pitchFamily="34" charset="0"/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914400" indent="-22860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1200"/>
                </a:spcAft>
                <a:buFont typeface="Amazon Ember" panose="020B0603020204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143000" indent="-22860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1200"/>
                </a:spcAft>
                <a:buFont typeface="Amazon Ember" panose="020B0603020204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mazon Ember" panose="020B0603020204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mazon Ember" panose="020B0603020204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mazon Ember" panose="020B0603020204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mazon Ember" panose="020B0603020204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lnSpc>
                  <a:spcPct val="100000"/>
                </a:lnSpc>
                <a:spcAft>
                  <a:spcPts val="600"/>
                </a:spcAft>
                <a:buNone/>
              </a:pPr>
              <a:r>
                <a:rPr lang="en-US" sz="2000" i="1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tap fake</a:t>
              </a:r>
            </a:p>
          </p:txBody>
        </p:sp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id="{72D8DED8-3B9B-F8C9-48CE-75661E6EB5C2}"/>
              </a:ext>
            </a:extLst>
          </p:cNvPr>
          <p:cNvGrpSpPr/>
          <p:nvPr/>
        </p:nvGrpSpPr>
        <p:grpSpPr>
          <a:xfrm>
            <a:off x="744236" y="4050898"/>
            <a:ext cx="2730041" cy="400110"/>
            <a:chOff x="1907115" y="2498371"/>
            <a:chExt cx="2730041" cy="400110"/>
          </a:xfrm>
        </p:grpSpPr>
        <p:sp>
          <p:nvSpPr>
            <p:cNvPr id="9" name="Rounded Rectangle 8">
              <a:extLst>
                <a:ext uri="{FF2B5EF4-FFF2-40B4-BE49-F238E27FC236}">
                  <a16:creationId xmlns:a16="http://schemas.microsoft.com/office/drawing/2014/main" id="{5F7F33B8-41E9-C49F-1033-58267788EDFF}"/>
                </a:ext>
              </a:extLst>
            </p:cNvPr>
            <p:cNvSpPr/>
            <p:nvPr/>
          </p:nvSpPr>
          <p:spPr>
            <a:xfrm>
              <a:off x="1907115" y="2535360"/>
              <a:ext cx="360000" cy="360000"/>
            </a:xfrm>
            <a:prstGeom prst="round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lIns="45720" tIns="45720" rIns="45720" rtlCol="0" anchor="ctr"/>
            <a:lstStyle/>
            <a:p>
              <a:pPr algn="ctr"/>
              <a:r>
                <a:rPr lang="en-GB" b="1" dirty="0">
                  <a:solidFill>
                    <a:schemeClr val="tx1"/>
                  </a:solidFill>
                </a:rPr>
                <a:t>3</a:t>
              </a:r>
            </a:p>
          </p:txBody>
        </p:sp>
        <p:sp>
          <p:nvSpPr>
            <p:cNvPr id="13" name="Content Placeholder 2">
              <a:extLst>
                <a:ext uri="{FF2B5EF4-FFF2-40B4-BE49-F238E27FC236}">
                  <a16:creationId xmlns:a16="http://schemas.microsoft.com/office/drawing/2014/main" id="{97CC3045-7C39-F1F0-E76E-CA41EBF6B205}"/>
                </a:ext>
              </a:extLst>
            </p:cNvPr>
            <p:cNvSpPr txBox="1">
              <a:spLocks/>
            </p:cNvSpPr>
            <p:nvPr/>
          </p:nvSpPr>
          <p:spPr>
            <a:xfrm>
              <a:off x="2270668" y="2498371"/>
              <a:ext cx="2366488" cy="400110"/>
            </a:xfrm>
            <a:prstGeom prst="rect">
              <a:avLst/>
            </a:prstGeom>
          </p:spPr>
          <p:txBody>
            <a:bodyPr wrap="square">
              <a:spAutoFit/>
            </a:bodyPr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1200"/>
                </a:spcAft>
                <a:buSzPct val="90000"/>
                <a:buFont typeface="Amazon Ember" panose="020B0603020204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indent="-22860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1200"/>
                </a:spcAft>
                <a:buSzPct val="90000"/>
                <a:buFont typeface="Wingdings" panose="05000000000000000000" pitchFamily="2" charset="2"/>
                <a:buChar char="§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85800" indent="-22860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1200"/>
                </a:spcAft>
                <a:buSzPct val="90000"/>
                <a:buFont typeface="Amazon Ember" panose="020B0603020204020204" pitchFamily="34" charset="0"/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914400" indent="-22860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1200"/>
                </a:spcAft>
                <a:buFont typeface="Amazon Ember" panose="020B0603020204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143000" indent="-22860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1200"/>
                </a:spcAft>
                <a:buFont typeface="Amazon Ember" panose="020B0603020204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mazon Ember" panose="020B0603020204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mazon Ember" panose="020B0603020204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mazon Ember" panose="020B0603020204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mazon Ember" panose="020B0603020204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lnSpc>
                  <a:spcPct val="100000"/>
                </a:lnSpc>
                <a:spcAft>
                  <a:spcPts val="600"/>
                </a:spcAft>
                <a:buNone/>
              </a:pPr>
              <a:r>
                <a:rPr lang="en-US" sz="2000" i="1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tapped  door #2</a:t>
              </a:r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1D43D690-C1A1-35DF-228C-91AC8E4126D6}"/>
              </a:ext>
            </a:extLst>
          </p:cNvPr>
          <p:cNvGrpSpPr/>
          <p:nvPr/>
        </p:nvGrpSpPr>
        <p:grpSpPr>
          <a:xfrm>
            <a:off x="5935140" y="3982540"/>
            <a:ext cx="1204950" cy="1031658"/>
            <a:chOff x="2713890" y="1877312"/>
            <a:chExt cx="1204950" cy="1031658"/>
          </a:xfrm>
        </p:grpSpPr>
        <p:sp>
          <p:nvSpPr>
            <p:cNvPr id="15" name="Rounded Rectangle 14">
              <a:extLst>
                <a:ext uri="{FF2B5EF4-FFF2-40B4-BE49-F238E27FC236}">
                  <a16:creationId xmlns:a16="http://schemas.microsoft.com/office/drawing/2014/main" id="{EB95C322-50DF-1293-AEE8-7BF57182075B}"/>
                </a:ext>
              </a:extLst>
            </p:cNvPr>
            <p:cNvSpPr/>
            <p:nvPr/>
          </p:nvSpPr>
          <p:spPr>
            <a:xfrm>
              <a:off x="2803647" y="1877312"/>
              <a:ext cx="360000" cy="360000"/>
            </a:xfrm>
            <a:prstGeom prst="round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lIns="45720" tIns="45720" rIns="45720" rtlCol="0" anchor="ctr"/>
            <a:lstStyle/>
            <a:p>
              <a:pPr algn="ctr"/>
              <a:r>
                <a:rPr lang="en-GB" b="1" dirty="0">
                  <a:solidFill>
                    <a:schemeClr val="tx1"/>
                  </a:solidFill>
                </a:rPr>
                <a:t>4</a:t>
              </a:r>
            </a:p>
          </p:txBody>
        </p:sp>
        <p:sp>
          <p:nvSpPr>
            <p:cNvPr id="22" name="Content Placeholder 2">
              <a:extLst>
                <a:ext uri="{FF2B5EF4-FFF2-40B4-BE49-F238E27FC236}">
                  <a16:creationId xmlns:a16="http://schemas.microsoft.com/office/drawing/2014/main" id="{0CA51089-16FC-65CB-F541-C259850CF6FB}"/>
                </a:ext>
              </a:extLst>
            </p:cNvPr>
            <p:cNvSpPr txBox="1">
              <a:spLocks/>
            </p:cNvSpPr>
            <p:nvPr/>
          </p:nvSpPr>
          <p:spPr>
            <a:xfrm>
              <a:off x="2713890" y="2201084"/>
              <a:ext cx="1204950" cy="707886"/>
            </a:xfrm>
            <a:prstGeom prst="rect">
              <a:avLst/>
            </a:prstGeom>
          </p:spPr>
          <p:txBody>
            <a:bodyPr wrap="square">
              <a:spAutoFit/>
            </a:bodyPr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1200"/>
                </a:spcAft>
                <a:buSzPct val="90000"/>
                <a:buFont typeface="Amazon Ember" panose="020B0603020204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indent="-22860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1200"/>
                </a:spcAft>
                <a:buSzPct val="90000"/>
                <a:buFont typeface="Wingdings" panose="05000000000000000000" pitchFamily="2" charset="2"/>
                <a:buChar char="§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85800" indent="-22860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1200"/>
                </a:spcAft>
                <a:buSzPct val="90000"/>
                <a:buFont typeface="Amazon Ember" panose="020B0603020204020204" pitchFamily="34" charset="0"/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914400" indent="-22860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1200"/>
                </a:spcAft>
                <a:buFont typeface="Amazon Ember" panose="020B0603020204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143000" indent="-22860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1200"/>
                </a:spcAft>
                <a:buFont typeface="Amazon Ember" panose="020B0603020204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mazon Ember" panose="020B0603020204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mazon Ember" panose="020B0603020204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mazon Ember" panose="020B0603020204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mazon Ember" panose="020B0603020204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lnSpc>
                  <a:spcPct val="100000"/>
                </a:lnSpc>
                <a:spcAft>
                  <a:spcPts val="600"/>
                </a:spcAft>
                <a:buNone/>
              </a:pPr>
              <a:r>
                <a:rPr lang="en-US" sz="2000" i="1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open door #2</a:t>
              </a:r>
            </a:p>
          </p:txBody>
        </p:sp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8BA48C9D-58EA-49D7-F30E-67D84CCE1000}"/>
              </a:ext>
            </a:extLst>
          </p:cNvPr>
          <p:cNvGrpSpPr/>
          <p:nvPr/>
        </p:nvGrpSpPr>
        <p:grpSpPr>
          <a:xfrm>
            <a:off x="5687084" y="1812550"/>
            <a:ext cx="1204950" cy="1383718"/>
            <a:chOff x="2280617" y="2232243"/>
            <a:chExt cx="1204950" cy="1383718"/>
          </a:xfrm>
        </p:grpSpPr>
        <p:sp>
          <p:nvSpPr>
            <p:cNvPr id="31" name="Rounded Rectangle 30">
              <a:extLst>
                <a:ext uri="{FF2B5EF4-FFF2-40B4-BE49-F238E27FC236}">
                  <a16:creationId xmlns:a16="http://schemas.microsoft.com/office/drawing/2014/main" id="{8044F64B-B6FF-5328-BEDB-BA25A238F229}"/>
                </a:ext>
              </a:extLst>
            </p:cNvPr>
            <p:cNvSpPr/>
            <p:nvPr/>
          </p:nvSpPr>
          <p:spPr>
            <a:xfrm>
              <a:off x="2377700" y="2232243"/>
              <a:ext cx="360000" cy="360000"/>
            </a:xfrm>
            <a:prstGeom prst="round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lIns="45720" tIns="45720" rIns="45720" rtlCol="0" anchor="ctr"/>
            <a:lstStyle/>
            <a:p>
              <a:pPr algn="ctr"/>
              <a:r>
                <a:rPr lang="en-GB" b="1" dirty="0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32" name="Content Placeholder 2">
              <a:extLst>
                <a:ext uri="{FF2B5EF4-FFF2-40B4-BE49-F238E27FC236}">
                  <a16:creationId xmlns:a16="http://schemas.microsoft.com/office/drawing/2014/main" id="{52A64C17-7110-8B55-4E51-25088BE8645B}"/>
                </a:ext>
              </a:extLst>
            </p:cNvPr>
            <p:cNvSpPr txBox="1">
              <a:spLocks/>
            </p:cNvSpPr>
            <p:nvPr/>
          </p:nvSpPr>
          <p:spPr>
            <a:xfrm>
              <a:off x="2280617" y="2600298"/>
              <a:ext cx="1204950" cy="1015663"/>
            </a:xfrm>
            <a:prstGeom prst="rect">
              <a:avLst/>
            </a:prstGeom>
          </p:spPr>
          <p:txBody>
            <a:bodyPr wrap="square">
              <a:spAutoFit/>
            </a:bodyPr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1200"/>
                </a:spcAft>
                <a:buSzPct val="90000"/>
                <a:buFont typeface="Amazon Ember" panose="020B0603020204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indent="-22860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1200"/>
                </a:spcAft>
                <a:buSzPct val="90000"/>
                <a:buFont typeface="Wingdings" panose="05000000000000000000" pitchFamily="2" charset="2"/>
                <a:buChar char="§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85800" indent="-22860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1200"/>
                </a:spcAft>
                <a:buSzPct val="90000"/>
                <a:buFont typeface="Amazon Ember" panose="020B0603020204020204" pitchFamily="34" charset="0"/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914400" indent="-22860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1200"/>
                </a:spcAft>
                <a:buFont typeface="Amazon Ember" panose="020B0603020204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143000" indent="-22860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1200"/>
                </a:spcAft>
                <a:buFont typeface="Amazon Ember" panose="020B0603020204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mazon Ember" panose="020B0603020204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mazon Ember" panose="020B0603020204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mazon Ember" panose="020B0603020204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mazon Ember" panose="020B0603020204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lnSpc>
                  <a:spcPct val="100000"/>
                </a:lnSpc>
                <a:spcAft>
                  <a:spcPts val="600"/>
                </a:spcAft>
                <a:buNone/>
              </a:pPr>
              <a:r>
                <a:rPr lang="en-US" sz="2000" i="1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villain forged</a:t>
              </a:r>
              <a:br>
                <a:rPr lang="en-US" sz="2000" i="1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</a:br>
              <a:r>
                <a:rPr lang="en-US" sz="2000" i="1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door #1</a:t>
              </a:r>
            </a:p>
          </p:txBody>
        </p:sp>
      </p:grpSp>
      <p:grpSp>
        <p:nvGrpSpPr>
          <p:cNvPr id="33" name="Group 32">
            <a:extLst>
              <a:ext uri="{FF2B5EF4-FFF2-40B4-BE49-F238E27FC236}">
                <a16:creationId xmlns:a16="http://schemas.microsoft.com/office/drawing/2014/main" id="{03399E7B-EA4B-2DE7-21CA-E6197384CBB8}"/>
              </a:ext>
            </a:extLst>
          </p:cNvPr>
          <p:cNvGrpSpPr/>
          <p:nvPr/>
        </p:nvGrpSpPr>
        <p:grpSpPr>
          <a:xfrm>
            <a:off x="1349867" y="5792235"/>
            <a:ext cx="2169698" cy="400110"/>
            <a:chOff x="2343832" y="2192133"/>
            <a:chExt cx="2169698" cy="400110"/>
          </a:xfrm>
        </p:grpSpPr>
        <p:sp>
          <p:nvSpPr>
            <p:cNvPr id="34" name="Rounded Rectangle 33">
              <a:extLst>
                <a:ext uri="{FF2B5EF4-FFF2-40B4-BE49-F238E27FC236}">
                  <a16:creationId xmlns:a16="http://schemas.microsoft.com/office/drawing/2014/main" id="{31760557-8BEF-9A6F-DE36-D5CF74B0E45F}"/>
                </a:ext>
              </a:extLst>
            </p:cNvPr>
            <p:cNvSpPr/>
            <p:nvPr/>
          </p:nvSpPr>
          <p:spPr>
            <a:xfrm>
              <a:off x="2343832" y="2223776"/>
              <a:ext cx="360000" cy="360000"/>
            </a:xfrm>
            <a:prstGeom prst="roundRect">
              <a:avLst/>
            </a:prstGeom>
            <a:solidFill>
              <a:schemeClr val="accent4">
                <a:lumMod val="75000"/>
              </a:schemeClr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lIns="45720" tIns="45720" rIns="45720" rtlCol="0" anchor="ctr"/>
            <a:lstStyle/>
            <a:p>
              <a:pPr algn="ctr"/>
              <a:r>
                <a:rPr lang="en-GB" b="1" dirty="0">
                  <a:solidFill>
                    <a:schemeClr val="tx1"/>
                  </a:solidFill>
                </a:rPr>
                <a:t>5</a:t>
              </a:r>
            </a:p>
          </p:txBody>
        </p:sp>
        <p:sp>
          <p:nvSpPr>
            <p:cNvPr id="35" name="Content Placeholder 2">
              <a:extLst>
                <a:ext uri="{FF2B5EF4-FFF2-40B4-BE49-F238E27FC236}">
                  <a16:creationId xmlns:a16="http://schemas.microsoft.com/office/drawing/2014/main" id="{A6F795A9-CF69-A3CA-7A28-8ADA3C33AA3E}"/>
                </a:ext>
              </a:extLst>
            </p:cNvPr>
            <p:cNvSpPr txBox="1">
              <a:spLocks/>
            </p:cNvSpPr>
            <p:nvPr/>
          </p:nvSpPr>
          <p:spPr>
            <a:xfrm>
              <a:off x="2703832" y="2192133"/>
              <a:ext cx="1809698" cy="400110"/>
            </a:xfrm>
            <a:prstGeom prst="rect">
              <a:avLst/>
            </a:prstGeom>
          </p:spPr>
          <p:txBody>
            <a:bodyPr wrap="square">
              <a:spAutoFit/>
            </a:bodyPr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1200"/>
                </a:spcAft>
                <a:buSzPct val="90000"/>
                <a:buFont typeface="Amazon Ember" panose="020B0603020204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indent="-22860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1200"/>
                </a:spcAft>
                <a:buSzPct val="90000"/>
                <a:buFont typeface="Wingdings" panose="05000000000000000000" pitchFamily="2" charset="2"/>
                <a:buChar char="§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85800" indent="-22860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1200"/>
                </a:spcAft>
                <a:buSzPct val="90000"/>
                <a:buFont typeface="Amazon Ember" panose="020B0603020204020204" pitchFamily="34" charset="0"/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914400" indent="-22860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1200"/>
                </a:spcAft>
                <a:buFont typeface="Amazon Ember" panose="020B0603020204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143000" indent="-22860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1200"/>
                </a:spcAft>
                <a:buFont typeface="Amazon Ember" panose="020B0603020204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mazon Ember" panose="020B0603020204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mazon Ember" panose="020B0603020204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mazon Ember" panose="020B0603020204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mazon Ember" panose="020B0603020204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lnSpc>
                  <a:spcPct val="100000"/>
                </a:lnSpc>
                <a:spcAft>
                  <a:spcPts val="600"/>
                </a:spcAft>
                <a:buNone/>
              </a:pPr>
              <a:r>
                <a:rPr lang="en-US" sz="2000" i="1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enter door #2</a:t>
              </a:r>
            </a:p>
          </p:txBody>
        </p:sp>
      </p:grpSp>
      <p:grpSp>
        <p:nvGrpSpPr>
          <p:cNvPr id="39" name="Group 38">
            <a:extLst>
              <a:ext uri="{FF2B5EF4-FFF2-40B4-BE49-F238E27FC236}">
                <a16:creationId xmlns:a16="http://schemas.microsoft.com/office/drawing/2014/main" id="{0EF85D2F-AF35-E3E6-EB73-E2262D393E95}"/>
              </a:ext>
            </a:extLst>
          </p:cNvPr>
          <p:cNvGrpSpPr/>
          <p:nvPr/>
        </p:nvGrpSpPr>
        <p:grpSpPr>
          <a:xfrm>
            <a:off x="1349867" y="2564976"/>
            <a:ext cx="2444233" cy="400110"/>
            <a:chOff x="2348024" y="3083812"/>
            <a:chExt cx="2444233" cy="400110"/>
          </a:xfrm>
        </p:grpSpPr>
        <p:sp>
          <p:nvSpPr>
            <p:cNvPr id="40" name="Rounded Rectangle 39">
              <a:extLst>
                <a:ext uri="{FF2B5EF4-FFF2-40B4-BE49-F238E27FC236}">
                  <a16:creationId xmlns:a16="http://schemas.microsoft.com/office/drawing/2014/main" id="{8FDDFD12-AFEA-2230-145C-6A49497C9365}"/>
                </a:ext>
              </a:extLst>
            </p:cNvPr>
            <p:cNvSpPr/>
            <p:nvPr/>
          </p:nvSpPr>
          <p:spPr>
            <a:xfrm>
              <a:off x="2348024" y="3103953"/>
              <a:ext cx="360000" cy="360000"/>
            </a:xfrm>
            <a:prstGeom prst="round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lIns="45720" tIns="45720" rIns="45720" rtlCol="0" anchor="ctr"/>
            <a:lstStyle/>
            <a:p>
              <a:pPr algn="ctr"/>
              <a:r>
                <a:rPr lang="en-GB" b="1" dirty="0">
                  <a:solidFill>
                    <a:schemeClr val="tx1"/>
                  </a:solidFill>
                </a:rPr>
                <a:t>6</a:t>
              </a:r>
            </a:p>
          </p:txBody>
        </p:sp>
        <p:sp>
          <p:nvSpPr>
            <p:cNvPr id="42" name="Content Placeholder 2">
              <a:extLst>
                <a:ext uri="{FF2B5EF4-FFF2-40B4-BE49-F238E27FC236}">
                  <a16:creationId xmlns:a16="http://schemas.microsoft.com/office/drawing/2014/main" id="{26BC88BE-4420-B168-436B-D2F51F12318A}"/>
                </a:ext>
              </a:extLst>
            </p:cNvPr>
            <p:cNvSpPr txBox="1">
              <a:spLocks/>
            </p:cNvSpPr>
            <p:nvPr/>
          </p:nvSpPr>
          <p:spPr>
            <a:xfrm>
              <a:off x="2750008" y="3083812"/>
              <a:ext cx="2042249" cy="400110"/>
            </a:xfrm>
            <a:prstGeom prst="rect">
              <a:avLst/>
            </a:prstGeom>
          </p:spPr>
          <p:txBody>
            <a:bodyPr wrap="square">
              <a:spAutoFit/>
            </a:bodyPr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1200"/>
                </a:spcAft>
                <a:buSzPct val="90000"/>
                <a:buFont typeface="Amazon Ember" panose="020B0603020204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indent="-22860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1200"/>
                </a:spcAft>
                <a:buSzPct val="90000"/>
                <a:buFont typeface="Wingdings" panose="05000000000000000000" pitchFamily="2" charset="2"/>
                <a:buChar char="§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85800" indent="-22860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1200"/>
                </a:spcAft>
                <a:buSzPct val="90000"/>
                <a:buFont typeface="Amazon Ember" panose="020B0603020204020204" pitchFamily="34" charset="0"/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914400" indent="-22860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1200"/>
                </a:spcAft>
                <a:buFont typeface="Amazon Ember" panose="020B0603020204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143000" indent="-22860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1200"/>
                </a:spcAft>
                <a:buFont typeface="Amazon Ember" panose="020B0603020204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mazon Ember" panose="020B0603020204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mazon Ember" panose="020B0603020204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mazon Ember" panose="020B0603020204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mazon Ember" panose="020B0603020204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lnSpc>
                  <a:spcPct val="100000"/>
                </a:lnSpc>
                <a:spcAft>
                  <a:spcPts val="600"/>
                </a:spcAft>
                <a:buNone/>
              </a:pPr>
              <a:r>
                <a:rPr lang="en-US" sz="2000" i="1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door #1 locked</a:t>
              </a:r>
            </a:p>
          </p:txBody>
        </p:sp>
      </p:grpSp>
      <p:sp>
        <p:nvSpPr>
          <p:cNvPr id="45" name="Rectangle 44">
            <a:extLst>
              <a:ext uri="{FF2B5EF4-FFF2-40B4-BE49-F238E27FC236}">
                <a16:creationId xmlns:a16="http://schemas.microsoft.com/office/drawing/2014/main" id="{19C0050A-4AC9-72BC-E71D-07A4DA77B6C4}"/>
              </a:ext>
            </a:extLst>
          </p:cNvPr>
          <p:cNvSpPr/>
          <p:nvPr/>
        </p:nvSpPr>
        <p:spPr>
          <a:xfrm>
            <a:off x="2551486" y="1328860"/>
            <a:ext cx="1493739" cy="694366"/>
          </a:xfrm>
          <a:prstGeom prst="rect">
            <a:avLst/>
          </a:prstGeom>
          <a:solidFill>
            <a:schemeClr val="accent6">
              <a:lumMod val="75000"/>
              <a:alpha val="31000"/>
            </a:schemeClr>
          </a:solidFill>
          <a:ln w="12700">
            <a:solidFill>
              <a:srgbClr val="5A6B86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000" rIns="108000"/>
          <a:lstStyle/>
          <a:p>
            <a:pPr marL="7938" algn="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GB" sz="2800" baseline="-11000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🔆 </a:t>
            </a:r>
            <a:r>
              <a:rPr lang="en-US" sz="2000" i="1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door #2</a:t>
            </a:r>
            <a:br>
              <a:rPr lang="en-US" sz="2000" i="1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</a:br>
            <a:r>
              <a:rPr lang="en-US" sz="2000" i="1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copied NFC </a:t>
            </a:r>
            <a:br>
              <a:rPr lang="en-US" sz="2000" i="1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</a:br>
            <a:endParaRPr lang="en-US" sz="2000" i="1" dirty="0">
              <a:solidFill>
                <a:schemeClr val="bg2">
                  <a:lumMod val="40000"/>
                  <a:lumOff val="60000"/>
                </a:schemeClr>
              </a:solidFill>
              <a:effectLst>
                <a:glow>
                  <a:schemeClr val="bg1"/>
                </a:glow>
              </a:effectLst>
            </a:endParaRP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07293FE7-F79F-84C1-8EDD-95C88DB5F454}"/>
              </a:ext>
            </a:extLst>
          </p:cNvPr>
          <p:cNvSpPr txBox="1"/>
          <p:nvPr/>
        </p:nvSpPr>
        <p:spPr>
          <a:xfrm>
            <a:off x="3449291" y="939396"/>
            <a:ext cx="59266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2800" dirty="0"/>
              <a:t>🦹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DC9BE28D-977E-678A-26E2-522E05DFA780}"/>
              </a:ext>
            </a:extLst>
          </p:cNvPr>
          <p:cNvSpPr txBox="1"/>
          <p:nvPr/>
        </p:nvSpPr>
        <p:spPr>
          <a:xfrm>
            <a:off x="247838" y="214173"/>
            <a:ext cx="691349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400" i="1" dirty="0">
                <a:solidFill>
                  <a:schemeClr val="accent2"/>
                </a:solidFill>
                <a:latin typeface="+mj-lt"/>
                <a:cs typeface="Arial" panose="020B0604020202020204" pitchFamily="34" charset="0"/>
              </a:rPr>
              <a:t>Problem statement with static locators </a:t>
            </a:r>
            <a:r>
              <a:rPr lang="en-GB" sz="3600" baseline="-11000" dirty="0">
                <a:solidFill>
                  <a:srgbClr val="31C8FF"/>
                </a:solidFill>
                <a:effectLst>
                  <a:glow>
                    <a:schemeClr val="bg1"/>
                  </a:glow>
                </a:effectLst>
              </a:rPr>
              <a:t>🔆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E92022A7-2040-B5B6-3D74-CD73330778FE}"/>
              </a:ext>
            </a:extLst>
          </p:cNvPr>
          <p:cNvSpPr txBox="1"/>
          <p:nvPr/>
        </p:nvSpPr>
        <p:spPr>
          <a:xfrm>
            <a:off x="7806069" y="163370"/>
            <a:ext cx="4267398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GB" sz="2400" i="1" dirty="0">
                <a:solidFill>
                  <a:srgbClr val="31C8FF"/>
                </a:solidFill>
                <a:latin typeface="+mj-lt"/>
                <a:cs typeface="Arial" panose="020B0604020202020204" pitchFamily="34" charset="0"/>
              </a:rPr>
              <a:t>Solution with </a:t>
            </a:r>
            <a:br>
              <a:rPr lang="en-GB" sz="2400" i="1" dirty="0">
                <a:solidFill>
                  <a:srgbClr val="31C8FF"/>
                </a:solidFill>
                <a:latin typeface="+mj-lt"/>
                <a:cs typeface="Arial" panose="020B0604020202020204" pitchFamily="34" charset="0"/>
              </a:rPr>
            </a:br>
            <a:r>
              <a:rPr lang="en-GB" sz="2400" i="1" dirty="0">
                <a:solidFill>
                  <a:srgbClr val="31C8FF"/>
                </a:solidFill>
                <a:latin typeface="+mj-lt"/>
                <a:cs typeface="Arial" panose="020B0604020202020204" pitchFamily="34" charset="0"/>
              </a:rPr>
              <a:t>ephemerals </a:t>
            </a:r>
            <a:r>
              <a:rPr lang="en-GB" sz="3600" baseline="-11000" dirty="0">
                <a:solidFill>
                  <a:srgbClr val="31C8FF"/>
                </a:solidFill>
                <a:effectLst>
                  <a:glow>
                    <a:schemeClr val="bg1"/>
                  </a:glow>
                </a:effectLst>
              </a:rPr>
              <a:t>🦋</a:t>
            </a:r>
            <a:endParaRPr lang="en-GB" sz="2800" baseline="-11000" dirty="0">
              <a:solidFill>
                <a:srgbClr val="31C8FF"/>
              </a:solidFill>
              <a:effectLst>
                <a:glow>
                  <a:schemeClr val="bg1"/>
                </a:glow>
              </a:effectLst>
            </a:endParaRPr>
          </a:p>
        </p:txBody>
      </p:sp>
      <p:grpSp>
        <p:nvGrpSpPr>
          <p:cNvPr id="64" name="Group 63">
            <a:extLst>
              <a:ext uri="{FF2B5EF4-FFF2-40B4-BE49-F238E27FC236}">
                <a16:creationId xmlns:a16="http://schemas.microsoft.com/office/drawing/2014/main" id="{CEEC919B-43B9-C2C6-A00C-D899C79B1528}"/>
              </a:ext>
            </a:extLst>
          </p:cNvPr>
          <p:cNvGrpSpPr/>
          <p:nvPr/>
        </p:nvGrpSpPr>
        <p:grpSpPr>
          <a:xfrm>
            <a:off x="9694147" y="1828180"/>
            <a:ext cx="1502122" cy="1292026"/>
            <a:chOff x="3567259" y="2334978"/>
            <a:chExt cx="1502122" cy="1292026"/>
          </a:xfrm>
        </p:grpSpPr>
        <p:sp>
          <p:nvSpPr>
            <p:cNvPr id="65" name="Rectangle 64">
              <a:extLst>
                <a:ext uri="{FF2B5EF4-FFF2-40B4-BE49-F238E27FC236}">
                  <a16:creationId xmlns:a16="http://schemas.microsoft.com/office/drawing/2014/main" id="{2791A34B-D33A-6DE0-A157-61B7259234EF}"/>
                </a:ext>
              </a:extLst>
            </p:cNvPr>
            <p:cNvSpPr/>
            <p:nvPr/>
          </p:nvSpPr>
          <p:spPr>
            <a:xfrm>
              <a:off x="3567259" y="2334978"/>
              <a:ext cx="1502122" cy="1292026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rgbClr val="5A6B86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36000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sz="2000" i="1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door #1</a:t>
              </a:r>
            </a:p>
          </p:txBody>
        </p:sp>
        <p:sp>
          <p:nvSpPr>
            <p:cNvPr id="67" name="TextBox 66">
              <a:extLst>
                <a:ext uri="{FF2B5EF4-FFF2-40B4-BE49-F238E27FC236}">
                  <a16:creationId xmlns:a16="http://schemas.microsoft.com/office/drawing/2014/main" id="{4805E206-B464-961F-DF4D-2FD531D14BC6}"/>
                </a:ext>
              </a:extLst>
            </p:cNvPr>
            <p:cNvSpPr txBox="1"/>
            <p:nvPr/>
          </p:nvSpPr>
          <p:spPr>
            <a:xfrm>
              <a:off x="3585799" y="2576554"/>
              <a:ext cx="1480029" cy="889408"/>
            </a:xfrm>
            <a:prstGeom prst="rect">
              <a:avLst/>
            </a:prstGeom>
            <a:noFill/>
          </p:spPr>
          <p:txBody>
            <a:bodyPr wrap="square" anchor="ctr">
              <a:noAutofit/>
            </a:bodyPr>
            <a:lstStyle/>
            <a:p>
              <a:pPr algn="ctr"/>
              <a:r>
                <a:rPr lang="en-GB" sz="9600" baseline="-9000" dirty="0">
                  <a:solidFill>
                    <a:schemeClr val="tx1"/>
                  </a:solidFill>
                  <a:effectLst>
                    <a:glow>
                      <a:schemeClr val="bg1"/>
                    </a:glow>
                  </a:effectLst>
                </a:rPr>
                <a:t>🚪</a:t>
              </a:r>
              <a:endParaRPr lang="en-US" sz="9600" dirty="0"/>
            </a:p>
          </p:txBody>
        </p:sp>
      </p:grpSp>
      <p:sp>
        <p:nvSpPr>
          <p:cNvPr id="74" name="Rectangle 73">
            <a:extLst>
              <a:ext uri="{FF2B5EF4-FFF2-40B4-BE49-F238E27FC236}">
                <a16:creationId xmlns:a16="http://schemas.microsoft.com/office/drawing/2014/main" id="{E4A5D6C8-E8FE-7E5D-2FB9-2807DC2AEE62}"/>
              </a:ext>
            </a:extLst>
          </p:cNvPr>
          <p:cNvSpPr/>
          <p:nvPr/>
        </p:nvSpPr>
        <p:spPr>
          <a:xfrm>
            <a:off x="9694147" y="1372000"/>
            <a:ext cx="1498562" cy="375407"/>
          </a:xfrm>
          <a:prstGeom prst="rect">
            <a:avLst/>
          </a:prstGeom>
          <a:solidFill>
            <a:schemeClr val="bg1"/>
          </a:solidFill>
          <a:ln w="12700">
            <a:solidFill>
              <a:srgbClr val="5A6B86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36000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GB" sz="2800" baseline="-11000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🦋</a:t>
            </a:r>
            <a:r>
              <a:rPr lang="en-GB" sz="2000" i="1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 </a:t>
            </a:r>
            <a:r>
              <a:rPr lang="en-US" sz="2000" i="1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door #1</a:t>
            </a:r>
          </a:p>
        </p:txBody>
      </p:sp>
      <p:grpSp>
        <p:nvGrpSpPr>
          <p:cNvPr id="81" name="Group 80">
            <a:extLst>
              <a:ext uri="{FF2B5EF4-FFF2-40B4-BE49-F238E27FC236}">
                <a16:creationId xmlns:a16="http://schemas.microsoft.com/office/drawing/2014/main" id="{FF9EE271-E2F8-8DCA-5DC1-5AF5BCEBF993}"/>
              </a:ext>
            </a:extLst>
          </p:cNvPr>
          <p:cNvGrpSpPr/>
          <p:nvPr/>
        </p:nvGrpSpPr>
        <p:grpSpPr>
          <a:xfrm>
            <a:off x="9701639" y="5315889"/>
            <a:ext cx="1502123" cy="1038741"/>
            <a:chOff x="7507403" y="1006813"/>
            <a:chExt cx="648604" cy="1038741"/>
          </a:xfrm>
        </p:grpSpPr>
        <p:sp>
          <p:nvSpPr>
            <p:cNvPr id="83" name="Rectangle 82">
              <a:extLst>
                <a:ext uri="{FF2B5EF4-FFF2-40B4-BE49-F238E27FC236}">
                  <a16:creationId xmlns:a16="http://schemas.microsoft.com/office/drawing/2014/main" id="{B918184C-AC35-D4E2-1B06-F696F69CFCD3}"/>
                </a:ext>
              </a:extLst>
            </p:cNvPr>
            <p:cNvSpPr/>
            <p:nvPr/>
          </p:nvSpPr>
          <p:spPr>
            <a:xfrm>
              <a:off x="7507403" y="1006813"/>
              <a:ext cx="648604" cy="1038741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rgbClr val="5A6B86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36000"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GB" sz="2000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👥</a:t>
              </a:r>
              <a:r>
                <a:rPr lang="en-GB" sz="2000" i="1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 </a:t>
              </a:r>
              <a:r>
                <a:rPr lang="en-US" sz="2000" i="1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domain</a:t>
              </a:r>
            </a:p>
          </p:txBody>
        </p:sp>
        <p:sp>
          <p:nvSpPr>
            <p:cNvPr id="82" name="Rectangle 81">
              <a:extLst>
                <a:ext uri="{FF2B5EF4-FFF2-40B4-BE49-F238E27FC236}">
                  <a16:creationId xmlns:a16="http://schemas.microsoft.com/office/drawing/2014/main" id="{3A36AFC7-220E-0EE7-5954-81524D83110E}"/>
                </a:ext>
              </a:extLst>
            </p:cNvPr>
            <p:cNvSpPr/>
            <p:nvPr/>
          </p:nvSpPr>
          <p:spPr>
            <a:xfrm>
              <a:off x="7538137" y="1403791"/>
              <a:ext cx="583774" cy="562183"/>
            </a:xfrm>
            <a:prstGeom prst="rect">
              <a:avLst/>
            </a:prstGeom>
            <a:solidFill>
              <a:schemeClr val="tx1">
                <a:lumMod val="95000"/>
              </a:schemeClr>
            </a:solidFill>
            <a:ln w="28575">
              <a:solidFill>
                <a:schemeClr val="tx1">
                  <a:lumMod val="50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44000" tIns="144000" rIns="144000" bIns="144000" anchor="ctr"/>
            <a:lstStyle/>
            <a:p>
              <a:r>
                <a:rPr lang="en-GB" sz="3200" baseline="-9000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🤗</a:t>
              </a:r>
              <a:r>
                <a:rPr lang="en-GB" sz="2400" dirty="0">
                  <a:solidFill>
                    <a:sysClr val="windowText" lastClr="000000"/>
                  </a:solidFill>
                  <a:latin typeface="+mj-lt"/>
                  <a:cs typeface="Arial" panose="020B0604020202020204" pitchFamily="34" charset="0"/>
                </a:rPr>
                <a:t> Host</a:t>
              </a:r>
            </a:p>
          </p:txBody>
        </p:sp>
      </p:grpSp>
      <p:cxnSp>
        <p:nvCxnSpPr>
          <p:cNvPr id="89" name="Straight Arrow Connector 12">
            <a:extLst>
              <a:ext uri="{FF2B5EF4-FFF2-40B4-BE49-F238E27FC236}">
                <a16:creationId xmlns:a16="http://schemas.microsoft.com/office/drawing/2014/main" id="{2E7BA5C2-BEC8-8414-9A97-B5F73F253274}"/>
              </a:ext>
            </a:extLst>
          </p:cNvPr>
          <p:cNvCxnSpPr>
            <a:cxnSpLocks/>
            <a:stCxn id="83" idx="3"/>
            <a:endCxn id="74" idx="3"/>
          </p:cNvCxnSpPr>
          <p:nvPr/>
        </p:nvCxnSpPr>
        <p:spPr>
          <a:xfrm flipH="1" flipV="1">
            <a:off x="11192709" y="1559704"/>
            <a:ext cx="11053" cy="4275556"/>
          </a:xfrm>
          <a:prstGeom prst="bentConnector3">
            <a:avLst>
              <a:gd name="adj1" fmla="val -5208839"/>
            </a:avLst>
          </a:prstGeom>
          <a:ln>
            <a:solidFill>
              <a:schemeClr val="tx1"/>
            </a:solidFill>
            <a:tailEnd type="triangle" w="lg" len="lg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grpSp>
        <p:nvGrpSpPr>
          <p:cNvPr id="134" name="Group 133">
            <a:extLst>
              <a:ext uri="{FF2B5EF4-FFF2-40B4-BE49-F238E27FC236}">
                <a16:creationId xmlns:a16="http://schemas.microsoft.com/office/drawing/2014/main" id="{69F19CC4-F2E6-7193-A55C-75EA90DE4C85}"/>
              </a:ext>
            </a:extLst>
          </p:cNvPr>
          <p:cNvGrpSpPr/>
          <p:nvPr/>
        </p:nvGrpSpPr>
        <p:grpSpPr>
          <a:xfrm>
            <a:off x="10358747" y="4188645"/>
            <a:ext cx="1404401" cy="1015663"/>
            <a:chOff x="10254197" y="3252224"/>
            <a:chExt cx="1404401" cy="1015663"/>
          </a:xfrm>
        </p:grpSpPr>
        <p:sp>
          <p:nvSpPr>
            <p:cNvPr id="92" name="Content Placeholder 2">
              <a:extLst>
                <a:ext uri="{FF2B5EF4-FFF2-40B4-BE49-F238E27FC236}">
                  <a16:creationId xmlns:a16="http://schemas.microsoft.com/office/drawing/2014/main" id="{369DE6C2-8C65-6880-6715-4C6216F49C7A}"/>
                </a:ext>
              </a:extLst>
            </p:cNvPr>
            <p:cNvSpPr txBox="1">
              <a:spLocks/>
            </p:cNvSpPr>
            <p:nvPr/>
          </p:nvSpPr>
          <p:spPr>
            <a:xfrm>
              <a:off x="10254197" y="3252224"/>
              <a:ext cx="1404401" cy="1015663"/>
            </a:xfrm>
            <a:prstGeom prst="rect">
              <a:avLst/>
            </a:prstGeom>
          </p:spPr>
          <p:txBody>
            <a:bodyPr wrap="square">
              <a:spAutoFit/>
            </a:bodyPr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1200"/>
                </a:spcAft>
                <a:buSzPct val="90000"/>
                <a:buFont typeface="Amazon Ember" panose="020B0603020204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indent="-22860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1200"/>
                </a:spcAft>
                <a:buSzPct val="90000"/>
                <a:buFont typeface="Wingdings" panose="05000000000000000000" pitchFamily="2" charset="2"/>
                <a:buChar char="§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85800" indent="-22860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1200"/>
                </a:spcAft>
                <a:buSzPct val="90000"/>
                <a:buFont typeface="Amazon Ember" panose="020B0603020204020204" pitchFamily="34" charset="0"/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914400" indent="-22860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1200"/>
                </a:spcAft>
                <a:buFont typeface="Amazon Ember" panose="020B0603020204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143000" indent="-22860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1200"/>
                </a:spcAft>
                <a:buFont typeface="Amazon Ember" panose="020B0603020204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mazon Ember" panose="020B0603020204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mazon Ember" panose="020B0603020204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mazon Ember" panose="020B0603020204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mazon Ember" panose="020B0603020204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lnSpc>
                  <a:spcPct val="100000"/>
                </a:lnSpc>
                <a:spcAft>
                  <a:spcPts val="600"/>
                </a:spcAft>
                <a:buNone/>
              </a:pPr>
              <a:r>
                <a:rPr lang="en-US" sz="2000" i="1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ephemeral</a:t>
              </a:r>
              <a:br>
                <a:rPr lang="en-US" sz="2000" i="1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</a:br>
              <a:r>
                <a:rPr lang="en-US" sz="2000" i="1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locators</a:t>
              </a:r>
              <a:br>
                <a:rPr lang="en-US" sz="2000" i="1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</a:br>
              <a:r>
                <a:rPr lang="en-US" sz="2000" i="1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every 60’’</a:t>
              </a:r>
            </a:p>
          </p:txBody>
        </p:sp>
        <p:sp>
          <p:nvSpPr>
            <p:cNvPr id="96" name="TextBox 95">
              <a:extLst>
                <a:ext uri="{FF2B5EF4-FFF2-40B4-BE49-F238E27FC236}">
                  <a16:creationId xmlns:a16="http://schemas.microsoft.com/office/drawing/2014/main" id="{CA0D8778-E534-9C6C-19A4-AA4CC1BA2954}"/>
                </a:ext>
              </a:extLst>
            </p:cNvPr>
            <p:cNvSpPr txBox="1"/>
            <p:nvPr/>
          </p:nvSpPr>
          <p:spPr>
            <a:xfrm>
              <a:off x="11208397" y="3592341"/>
              <a:ext cx="450201" cy="37959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GB" sz="2800" baseline="-11000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🦋</a:t>
              </a:r>
            </a:p>
          </p:txBody>
        </p:sp>
      </p:grpSp>
      <p:sp>
        <p:nvSpPr>
          <p:cNvPr id="105" name="TextBox 104">
            <a:extLst>
              <a:ext uri="{FF2B5EF4-FFF2-40B4-BE49-F238E27FC236}">
                <a16:creationId xmlns:a16="http://schemas.microsoft.com/office/drawing/2014/main" id="{AFEF7769-003D-8840-2CF8-06EE1B3E71CC}"/>
              </a:ext>
            </a:extLst>
          </p:cNvPr>
          <p:cNvSpPr txBox="1"/>
          <p:nvPr/>
        </p:nvSpPr>
        <p:spPr>
          <a:xfrm>
            <a:off x="8574288" y="3383580"/>
            <a:ext cx="828905" cy="995144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ctr"/>
            <a:r>
              <a:rPr lang="en-GB" sz="8800" baseline="-9000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🧑‍🦰</a:t>
            </a:r>
          </a:p>
        </p:txBody>
      </p:sp>
      <p:cxnSp>
        <p:nvCxnSpPr>
          <p:cNvPr id="106" name="Straight Arrow Connector 12">
            <a:extLst>
              <a:ext uri="{FF2B5EF4-FFF2-40B4-BE49-F238E27FC236}">
                <a16:creationId xmlns:a16="http://schemas.microsoft.com/office/drawing/2014/main" id="{758233F1-824C-30AF-B97A-8172C01BBCA1}"/>
              </a:ext>
            </a:extLst>
          </p:cNvPr>
          <p:cNvCxnSpPr>
            <a:cxnSpLocks/>
            <a:stCxn id="105" idx="0"/>
            <a:endCxn id="114" idx="2"/>
          </p:cNvCxnSpPr>
          <p:nvPr/>
        </p:nvCxnSpPr>
        <p:spPr>
          <a:xfrm flipH="1" flipV="1">
            <a:off x="8988740" y="2066366"/>
            <a:ext cx="1" cy="1317214"/>
          </a:xfrm>
          <a:prstGeom prst="straightConnector1">
            <a:avLst/>
          </a:prstGeom>
          <a:ln>
            <a:solidFill>
              <a:schemeClr val="tx1"/>
            </a:solidFill>
            <a:tailEnd type="triangle" w="lg" len="lg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114" name="Rectangle 113">
            <a:extLst>
              <a:ext uri="{FF2B5EF4-FFF2-40B4-BE49-F238E27FC236}">
                <a16:creationId xmlns:a16="http://schemas.microsoft.com/office/drawing/2014/main" id="{8DCECB40-3D69-E461-93E2-1E21C0567275}"/>
              </a:ext>
            </a:extLst>
          </p:cNvPr>
          <p:cNvSpPr/>
          <p:nvPr/>
        </p:nvSpPr>
        <p:spPr>
          <a:xfrm>
            <a:off x="8378408" y="1372000"/>
            <a:ext cx="1220664" cy="694366"/>
          </a:xfrm>
          <a:prstGeom prst="rect">
            <a:avLst/>
          </a:prstGeom>
          <a:solidFill>
            <a:srgbClr val="330E39"/>
          </a:solidFill>
          <a:ln w="12700">
            <a:solidFill>
              <a:srgbClr val="5A6B86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36000" rIns="90000"/>
          <a:lstStyle/>
          <a:p>
            <a:pPr marL="7938" algn="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GB" sz="2800" baseline="-11000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🔆 </a:t>
            </a:r>
            <a:r>
              <a:rPr lang="en-US" sz="2000" i="1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door #2 copy</a:t>
            </a:r>
          </a:p>
        </p:txBody>
      </p:sp>
      <p:cxnSp>
        <p:nvCxnSpPr>
          <p:cNvPr id="118" name="Straight Arrow Connector 12">
            <a:extLst>
              <a:ext uri="{FF2B5EF4-FFF2-40B4-BE49-F238E27FC236}">
                <a16:creationId xmlns:a16="http://schemas.microsoft.com/office/drawing/2014/main" id="{76CFE0A0-FB4C-8011-3AFB-6AEF81483F8C}"/>
              </a:ext>
            </a:extLst>
          </p:cNvPr>
          <p:cNvCxnSpPr>
            <a:cxnSpLocks/>
            <a:stCxn id="105" idx="2"/>
            <a:endCxn id="83" idx="1"/>
          </p:cNvCxnSpPr>
          <p:nvPr/>
        </p:nvCxnSpPr>
        <p:spPr>
          <a:xfrm rot="16200000" flipH="1">
            <a:off x="8616922" y="4750543"/>
            <a:ext cx="1456536" cy="712898"/>
          </a:xfrm>
          <a:prstGeom prst="bentConnector2">
            <a:avLst/>
          </a:prstGeom>
          <a:ln>
            <a:solidFill>
              <a:schemeClr val="accent1"/>
            </a:solidFill>
            <a:prstDash val="dash"/>
            <a:tailEnd type="triangle" w="lg" len="lg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grpSp>
        <p:nvGrpSpPr>
          <p:cNvPr id="121" name="Group 120">
            <a:extLst>
              <a:ext uri="{FF2B5EF4-FFF2-40B4-BE49-F238E27FC236}">
                <a16:creationId xmlns:a16="http://schemas.microsoft.com/office/drawing/2014/main" id="{A918A25C-BB72-74BA-E9B1-8B93F779D234}"/>
              </a:ext>
            </a:extLst>
          </p:cNvPr>
          <p:cNvGrpSpPr/>
          <p:nvPr/>
        </p:nvGrpSpPr>
        <p:grpSpPr>
          <a:xfrm>
            <a:off x="8265852" y="2322800"/>
            <a:ext cx="785419" cy="749714"/>
            <a:chOff x="2118552" y="2223776"/>
            <a:chExt cx="785419" cy="749714"/>
          </a:xfrm>
        </p:grpSpPr>
        <p:sp>
          <p:nvSpPr>
            <p:cNvPr id="122" name="Rounded Rectangle 121">
              <a:extLst>
                <a:ext uri="{FF2B5EF4-FFF2-40B4-BE49-F238E27FC236}">
                  <a16:creationId xmlns:a16="http://schemas.microsoft.com/office/drawing/2014/main" id="{6B07F18A-BBF8-B87D-CB94-8C21223A8FC4}"/>
                </a:ext>
              </a:extLst>
            </p:cNvPr>
            <p:cNvSpPr/>
            <p:nvPr/>
          </p:nvSpPr>
          <p:spPr>
            <a:xfrm>
              <a:off x="2343832" y="2223776"/>
              <a:ext cx="360000" cy="360000"/>
            </a:xfrm>
            <a:prstGeom prst="round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lIns="45720" tIns="45720" rIns="45720" rtlCol="0" anchor="ctr"/>
            <a:lstStyle/>
            <a:p>
              <a:pPr algn="ctr"/>
              <a:r>
                <a:rPr lang="en-GB" b="1" dirty="0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123" name="Content Placeholder 2">
              <a:extLst>
                <a:ext uri="{FF2B5EF4-FFF2-40B4-BE49-F238E27FC236}">
                  <a16:creationId xmlns:a16="http://schemas.microsoft.com/office/drawing/2014/main" id="{B28D46E4-63BB-66D6-7F08-3431E935A553}"/>
                </a:ext>
              </a:extLst>
            </p:cNvPr>
            <p:cNvSpPr txBox="1">
              <a:spLocks/>
            </p:cNvSpPr>
            <p:nvPr/>
          </p:nvSpPr>
          <p:spPr>
            <a:xfrm>
              <a:off x="2118552" y="2573380"/>
              <a:ext cx="785419" cy="400110"/>
            </a:xfrm>
            <a:prstGeom prst="rect">
              <a:avLst/>
            </a:prstGeom>
          </p:spPr>
          <p:txBody>
            <a:bodyPr wrap="square">
              <a:spAutoFit/>
            </a:bodyPr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1200"/>
                </a:spcAft>
                <a:buSzPct val="90000"/>
                <a:buFont typeface="Amazon Ember" panose="020B0603020204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indent="-22860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1200"/>
                </a:spcAft>
                <a:buSzPct val="90000"/>
                <a:buFont typeface="Wingdings" panose="05000000000000000000" pitchFamily="2" charset="2"/>
                <a:buChar char="§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85800" indent="-22860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1200"/>
                </a:spcAft>
                <a:buSzPct val="90000"/>
                <a:buFont typeface="Amazon Ember" panose="020B0603020204020204" pitchFamily="34" charset="0"/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914400" indent="-22860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1200"/>
                </a:spcAft>
                <a:buFont typeface="Amazon Ember" panose="020B0603020204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143000" indent="-22860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1200"/>
                </a:spcAft>
                <a:buFont typeface="Amazon Ember" panose="020B0603020204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mazon Ember" panose="020B0603020204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mazon Ember" panose="020B0603020204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mazon Ember" panose="020B0603020204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mazon Ember" panose="020B0603020204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lnSpc>
                  <a:spcPct val="100000"/>
                </a:lnSpc>
                <a:spcAft>
                  <a:spcPts val="600"/>
                </a:spcAft>
                <a:buNone/>
              </a:pPr>
              <a:r>
                <a:rPr lang="en-US" sz="2000" i="1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tap</a:t>
              </a:r>
            </a:p>
          </p:txBody>
        </p:sp>
      </p:grpSp>
      <p:grpSp>
        <p:nvGrpSpPr>
          <p:cNvPr id="124" name="Group 123">
            <a:extLst>
              <a:ext uri="{FF2B5EF4-FFF2-40B4-BE49-F238E27FC236}">
                <a16:creationId xmlns:a16="http://schemas.microsoft.com/office/drawing/2014/main" id="{8B3925BF-8F1A-39E3-9285-604839FED0BC}"/>
              </a:ext>
            </a:extLst>
          </p:cNvPr>
          <p:cNvGrpSpPr/>
          <p:nvPr/>
        </p:nvGrpSpPr>
        <p:grpSpPr>
          <a:xfrm>
            <a:off x="8410836" y="5503064"/>
            <a:ext cx="1105404" cy="757417"/>
            <a:chOff x="2260353" y="3103953"/>
            <a:chExt cx="1105404" cy="757417"/>
          </a:xfrm>
        </p:grpSpPr>
        <p:sp>
          <p:nvSpPr>
            <p:cNvPr id="125" name="Rounded Rectangle 124">
              <a:extLst>
                <a:ext uri="{FF2B5EF4-FFF2-40B4-BE49-F238E27FC236}">
                  <a16:creationId xmlns:a16="http://schemas.microsoft.com/office/drawing/2014/main" id="{BF3DA227-7540-7EAF-B17E-7385ADCD0D4A}"/>
                </a:ext>
              </a:extLst>
            </p:cNvPr>
            <p:cNvSpPr/>
            <p:nvPr/>
          </p:nvSpPr>
          <p:spPr>
            <a:xfrm>
              <a:off x="2348024" y="3103953"/>
              <a:ext cx="360000" cy="360000"/>
            </a:xfrm>
            <a:prstGeom prst="round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lIns="45720" tIns="45720" rIns="45720" rtlCol="0" anchor="ctr"/>
            <a:lstStyle/>
            <a:p>
              <a:pPr algn="ctr"/>
              <a:r>
                <a:rPr lang="en-GB" b="1" dirty="0">
                  <a:solidFill>
                    <a:schemeClr val="tx1"/>
                  </a:solidFill>
                </a:rPr>
                <a:t>2</a:t>
              </a:r>
            </a:p>
          </p:txBody>
        </p:sp>
        <p:sp>
          <p:nvSpPr>
            <p:cNvPr id="126" name="Content Placeholder 2">
              <a:extLst>
                <a:ext uri="{FF2B5EF4-FFF2-40B4-BE49-F238E27FC236}">
                  <a16:creationId xmlns:a16="http://schemas.microsoft.com/office/drawing/2014/main" id="{DD072F36-AF42-29A0-FC6B-F143AB441917}"/>
                </a:ext>
              </a:extLst>
            </p:cNvPr>
            <p:cNvSpPr txBox="1">
              <a:spLocks/>
            </p:cNvSpPr>
            <p:nvPr/>
          </p:nvSpPr>
          <p:spPr>
            <a:xfrm>
              <a:off x="2260353" y="3461260"/>
              <a:ext cx="1105404" cy="400110"/>
            </a:xfrm>
            <a:prstGeom prst="rect">
              <a:avLst/>
            </a:prstGeom>
          </p:spPr>
          <p:txBody>
            <a:bodyPr wrap="square">
              <a:spAutoFit/>
            </a:bodyPr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1200"/>
                </a:spcAft>
                <a:buSzPct val="90000"/>
                <a:buFont typeface="Amazon Ember" panose="020B0603020204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indent="-22860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1200"/>
                </a:spcAft>
                <a:buSzPct val="90000"/>
                <a:buFont typeface="Wingdings" panose="05000000000000000000" pitchFamily="2" charset="2"/>
                <a:buChar char="§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85800" indent="-22860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1200"/>
                </a:spcAft>
                <a:buSzPct val="90000"/>
                <a:buFont typeface="Amazon Ember" panose="020B0603020204020204" pitchFamily="34" charset="0"/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914400" indent="-22860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1200"/>
                </a:spcAft>
                <a:buFont typeface="Amazon Ember" panose="020B0603020204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143000" indent="-22860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1200"/>
                </a:spcAft>
                <a:buFont typeface="Amazon Ember" panose="020B0603020204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mazon Ember" panose="020B0603020204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mazon Ember" panose="020B0603020204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mazon Ember" panose="020B0603020204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mazon Ember" panose="020B0603020204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lnSpc>
                  <a:spcPct val="100000"/>
                </a:lnSpc>
                <a:spcAft>
                  <a:spcPts val="600"/>
                </a:spcAft>
                <a:buNone/>
              </a:pPr>
              <a:r>
                <a:rPr lang="en-US" sz="2000" i="1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expired</a:t>
              </a:r>
            </a:p>
          </p:txBody>
        </p:sp>
      </p:grpSp>
      <p:sp>
        <p:nvSpPr>
          <p:cNvPr id="135" name="TextBox 134">
            <a:extLst>
              <a:ext uri="{FF2B5EF4-FFF2-40B4-BE49-F238E27FC236}">
                <a16:creationId xmlns:a16="http://schemas.microsoft.com/office/drawing/2014/main" id="{07BF56D3-84D2-287C-8972-1E2EF1EFDDFB}"/>
              </a:ext>
            </a:extLst>
          </p:cNvPr>
          <p:cNvSpPr txBox="1"/>
          <p:nvPr/>
        </p:nvSpPr>
        <p:spPr>
          <a:xfrm>
            <a:off x="8300267" y="990443"/>
            <a:ext cx="59266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2800" dirty="0"/>
              <a:t>🦹</a:t>
            </a:r>
          </a:p>
        </p:txBody>
      </p:sp>
      <p:sp>
        <p:nvSpPr>
          <p:cNvPr id="136" name="Rectangle 135">
            <a:extLst>
              <a:ext uri="{FF2B5EF4-FFF2-40B4-BE49-F238E27FC236}">
                <a16:creationId xmlns:a16="http://schemas.microsoft.com/office/drawing/2014/main" id="{40B1B9F7-F81E-7836-146F-2B305FAD45E3}"/>
              </a:ext>
            </a:extLst>
          </p:cNvPr>
          <p:cNvSpPr/>
          <p:nvPr/>
        </p:nvSpPr>
        <p:spPr>
          <a:xfrm>
            <a:off x="9694147" y="3748898"/>
            <a:ext cx="1498562" cy="375407"/>
          </a:xfrm>
          <a:prstGeom prst="rect">
            <a:avLst/>
          </a:prstGeom>
          <a:solidFill>
            <a:schemeClr val="bg1"/>
          </a:solidFill>
          <a:ln w="12700">
            <a:solidFill>
              <a:srgbClr val="5A6B86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36000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GB" sz="2800" baseline="-11000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🦋</a:t>
            </a:r>
            <a:r>
              <a:rPr lang="en-GB" sz="2000" i="1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 </a:t>
            </a:r>
            <a:r>
              <a:rPr lang="en-US" sz="2000" i="1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door #2</a:t>
            </a:r>
          </a:p>
        </p:txBody>
      </p:sp>
      <p:cxnSp>
        <p:nvCxnSpPr>
          <p:cNvPr id="137" name="Straight Arrow Connector 12">
            <a:extLst>
              <a:ext uri="{FF2B5EF4-FFF2-40B4-BE49-F238E27FC236}">
                <a16:creationId xmlns:a16="http://schemas.microsoft.com/office/drawing/2014/main" id="{C9E1DF69-8FDD-ACA4-8C72-C80B9BE12881}"/>
              </a:ext>
            </a:extLst>
          </p:cNvPr>
          <p:cNvCxnSpPr>
            <a:cxnSpLocks/>
            <a:stCxn id="83" idx="3"/>
            <a:endCxn id="136" idx="3"/>
          </p:cNvCxnSpPr>
          <p:nvPr/>
        </p:nvCxnSpPr>
        <p:spPr>
          <a:xfrm flipH="1" flipV="1">
            <a:off x="11192709" y="3936602"/>
            <a:ext cx="11053" cy="1898658"/>
          </a:xfrm>
          <a:prstGeom prst="bentConnector3">
            <a:avLst>
              <a:gd name="adj1" fmla="val -5208839"/>
            </a:avLst>
          </a:prstGeom>
          <a:ln>
            <a:solidFill>
              <a:schemeClr val="tx1"/>
            </a:solidFill>
            <a:tailEnd type="triangle" w="lg" len="lg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014262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AWS">
  <a:themeElements>
    <a:clrScheme name="Custom 1">
      <a:dk1>
        <a:srgbClr val="000000"/>
      </a:dk1>
      <a:lt1>
        <a:srgbClr val="FFFFFF"/>
      </a:lt1>
      <a:dk2>
        <a:srgbClr val="424242"/>
      </a:dk2>
      <a:lt2>
        <a:srgbClr val="E7E6E6"/>
      </a:lt2>
      <a:accent1>
        <a:srgbClr val="EE7674"/>
      </a:accent1>
      <a:accent2>
        <a:srgbClr val="EB975C"/>
      </a:accent2>
      <a:accent3>
        <a:srgbClr val="D8B83E"/>
      </a:accent3>
      <a:accent4>
        <a:srgbClr val="77AD41"/>
      </a:accent4>
      <a:accent5>
        <a:srgbClr val="4E68E3"/>
      </a:accent5>
      <a:accent6>
        <a:srgbClr val="AA87F0"/>
      </a:accent6>
      <a:hlink>
        <a:srgbClr val="5DADFD"/>
      </a:hlink>
      <a:folHlink>
        <a:srgbClr val="89BDEE"/>
      </a:folHlink>
    </a:clrScheme>
    <a:fontScheme name="Custom 1">
      <a:majorFont>
        <a:latin typeface="Amazon Ember Display"/>
        <a:ea typeface=""/>
        <a:cs typeface=""/>
      </a:majorFont>
      <a:minorFont>
        <a:latin typeface="Amazon Ember Display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1"/>
        </a:solidFill>
        <a:ln>
          <a:noFill/>
        </a:ln>
      </a:spPr>
      <a:bodyPr lIns="45720" tIns="45720" rIns="45720" rtlCol="0" anchor="ctr"/>
      <a:lstStyle>
        <a:defPPr algn="ctr">
          <a:defRPr dirty="0" smtClean="0">
            <a:solidFill>
              <a:schemeClr val="bg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9050" cap="rnd">
          <a:solidFill>
            <a:schemeClr val="tx1"/>
          </a:solidFill>
          <a:round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rIns="0" rtlCol="0">
        <a:spAutoFit/>
      </a:bodyPr>
      <a:lstStyle>
        <a:defPPr algn="l">
          <a:defRPr dirty="0" err="1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reInvent2022_Template_20220602_jk" id="{4D40DF26-0619-F045-92CA-85A149055DE4}" vid="{7DC3BE44-FE2F-D447-8D75-5EE52C00B4F1}"/>
    </a:ext>
  </a:extLst>
</a:theme>
</file>

<file path=ppt/theme/theme2.xml><?xml version="1.0" encoding="utf-8"?>
<a:theme xmlns:a="http://schemas.openxmlformats.org/drawingml/2006/main" name="Office Theme">
  <a:themeElements>
    <a:clrScheme name="re:Inforce 2022b">
      <a:dk1>
        <a:srgbClr val="000000"/>
      </a:dk1>
      <a:lt1>
        <a:sysClr val="window" lastClr="FFFFFF"/>
      </a:lt1>
      <a:dk2>
        <a:srgbClr val="0000A3"/>
      </a:dk2>
      <a:lt2>
        <a:srgbClr val="F2F4F4"/>
      </a:lt2>
      <a:accent1>
        <a:srgbClr val="1ED35D"/>
      </a:accent1>
      <a:accent2>
        <a:srgbClr val="41B1E8"/>
      </a:accent2>
      <a:accent3>
        <a:srgbClr val="34FF82"/>
      </a:accent3>
      <a:accent4>
        <a:srgbClr val="A548D8"/>
      </a:accent4>
      <a:accent5>
        <a:srgbClr val="E50086"/>
      </a:accent5>
      <a:accent6>
        <a:srgbClr val="4B28E3"/>
      </a:accent6>
      <a:hlink>
        <a:srgbClr val="34FF82"/>
      </a:hlink>
      <a:folHlink>
        <a:srgbClr val="34FF82"/>
      </a:folHlink>
    </a:clrScheme>
    <a:fontScheme name="Ember Heavy and Normal">
      <a:majorFont>
        <a:latin typeface="Amazon Ember Heavy"/>
        <a:ea typeface=""/>
        <a:cs typeface=""/>
      </a:majorFont>
      <a:minorFont>
        <a:latin typeface="Amazon Ember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re:Inforce 2022b">
      <a:dk1>
        <a:srgbClr val="000000"/>
      </a:dk1>
      <a:lt1>
        <a:sysClr val="window" lastClr="FFFFFF"/>
      </a:lt1>
      <a:dk2>
        <a:srgbClr val="0000A3"/>
      </a:dk2>
      <a:lt2>
        <a:srgbClr val="F2F4F4"/>
      </a:lt2>
      <a:accent1>
        <a:srgbClr val="1ED35D"/>
      </a:accent1>
      <a:accent2>
        <a:srgbClr val="41B1E8"/>
      </a:accent2>
      <a:accent3>
        <a:srgbClr val="34FF82"/>
      </a:accent3>
      <a:accent4>
        <a:srgbClr val="A548D8"/>
      </a:accent4>
      <a:accent5>
        <a:srgbClr val="E50086"/>
      </a:accent5>
      <a:accent6>
        <a:srgbClr val="4B28E3"/>
      </a:accent6>
      <a:hlink>
        <a:srgbClr val="34FF82"/>
      </a:hlink>
      <a:folHlink>
        <a:srgbClr val="34FF82"/>
      </a:folHlink>
    </a:clrScheme>
    <a:fontScheme name="Ember Heavy and Normal">
      <a:majorFont>
        <a:latin typeface="Amazon Ember Heavy"/>
        <a:ea typeface=""/>
        <a:cs typeface=""/>
      </a:majorFont>
      <a:minorFont>
        <a:latin typeface="Amazon Ember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AWS</Template>
  <TotalTime>49365</TotalTime>
  <Words>255</Words>
  <Application>Microsoft Macintosh PowerPoint</Application>
  <PresentationFormat>Widescreen</PresentationFormat>
  <Paragraphs>135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10" baseType="lpstr">
      <vt:lpstr>Arial</vt:lpstr>
      <vt:lpstr>Amazon Ember Display</vt:lpstr>
      <vt:lpstr>Menlo</vt:lpstr>
      <vt:lpstr>Amazon Ember</vt:lpstr>
      <vt:lpstr>Wingdings</vt:lpstr>
      <vt:lpstr>AWS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SriHari Thotapalli</dc:creator>
  <cp:lastModifiedBy>Jorge Fonseca</cp:lastModifiedBy>
  <cp:revision>156</cp:revision>
  <dcterms:created xsi:type="dcterms:W3CDTF">2022-10-07T16:14:37Z</dcterms:created>
  <dcterms:modified xsi:type="dcterms:W3CDTF">2025-09-06T03:25:17Z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929eed6f-34eb-4453-9f97-09510b9b219f_Enabled">
    <vt:lpwstr>true</vt:lpwstr>
  </property>
  <property fmtid="{D5CDD505-2E9C-101B-9397-08002B2CF9AE}" pid="3" name="MSIP_Label_929eed6f-34eb-4453-9f97-09510b9b219f_SetDate">
    <vt:lpwstr>2025-04-22T20:19:41Z</vt:lpwstr>
  </property>
  <property fmtid="{D5CDD505-2E9C-101B-9397-08002B2CF9AE}" pid="4" name="MSIP_Label_929eed6f-34eb-4453-9f97-09510b9b219f_Method">
    <vt:lpwstr>Standard</vt:lpwstr>
  </property>
  <property fmtid="{D5CDD505-2E9C-101B-9397-08002B2CF9AE}" pid="5" name="MSIP_Label_929eed6f-34eb-4453-9f97-09510b9b219f_Name">
    <vt:lpwstr>Amazon Pending_Classification</vt:lpwstr>
  </property>
  <property fmtid="{D5CDD505-2E9C-101B-9397-08002B2CF9AE}" pid="6" name="MSIP_Label_929eed6f-34eb-4453-9f97-09510b9b219f_SiteId">
    <vt:lpwstr>5280104a-472d-4538-9ccf-1e1d0efe8b1b</vt:lpwstr>
  </property>
  <property fmtid="{D5CDD505-2E9C-101B-9397-08002B2CF9AE}" pid="7" name="MSIP_Label_929eed6f-34eb-4453-9f97-09510b9b219f_ActionId">
    <vt:lpwstr>0d0947de-31c9-4091-9872-c7b63b0f277e</vt:lpwstr>
  </property>
  <property fmtid="{D5CDD505-2E9C-101B-9397-08002B2CF9AE}" pid="8" name="MSIP_Label_929eed6f-34eb-4453-9f97-09510b9b219f_ContentBits">
    <vt:lpwstr>0</vt:lpwstr>
  </property>
  <property fmtid="{D5CDD505-2E9C-101B-9397-08002B2CF9AE}" pid="9" name="MSIP_Label_929eed6f-34eb-4453-9f97-09510b9b219f_Tag">
    <vt:lpwstr>50, 3, 0, 1</vt:lpwstr>
  </property>
</Properties>
</file>