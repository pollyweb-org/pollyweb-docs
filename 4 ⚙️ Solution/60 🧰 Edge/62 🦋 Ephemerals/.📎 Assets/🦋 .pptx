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837" r:id="rId2"/>
    <p:sldId id="1798" r:id="rId3"/>
    <p:sldId id="1838" r:id="rId4"/>
  </p:sldIdLst>
  <p:sldSz cx="12192000" cy="6858000"/>
  <p:notesSz cx="6858000" cy="9144000"/>
  <p:embeddedFontLst>
    <p:embeddedFont>
      <p:font typeface="Amazon Ember" panose="020B0603020204020204" pitchFamily="34" charset="0"/>
      <p:regular r:id="rId7"/>
      <p:bold r:id="rId8"/>
      <p:italic r:id="rId9"/>
      <p:boldItalic r:id="rId10"/>
    </p:embeddedFont>
    <p:embeddedFont>
      <p:font typeface="Amazon Ember Display" panose="020B0603020204020204" pitchFamily="3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🧰 Edge Toolbox" id="{0B1E7102-EF1C-AE4B-8A0F-2D06169A63CE}">
          <p14:sldIdLst>
            <p14:sldId id="1837"/>
            <p14:sldId id="1798"/>
            <p14:sldId id="183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02" autoAdjust="0"/>
    <p:restoredTop sz="96966" autoAdjust="0"/>
  </p:normalViewPr>
  <p:slideViewPr>
    <p:cSldViewPr snapToGrid="0">
      <p:cViewPr varScale="1">
        <p:scale>
          <a:sx n="123" d="100"/>
          <a:sy n="123" d="100"/>
        </p:scale>
        <p:origin x="79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font" Target="fonts/font5.fntdata"/><Relationship Id="rId5" Type="http://schemas.openxmlformats.org/officeDocument/2006/relationships/notesMaster" Target="notesMasters/notesMaster1.xml"/><Relationship Id="rId15" Type="http://schemas.openxmlformats.org/officeDocument/2006/relationships/commentAuthors" Target="commentAuthors.xml"/><Relationship Id="rId10" Type="http://schemas.openxmlformats.org/officeDocument/2006/relationships/font" Target="fonts/font4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8224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206C1-F2D7-4256-BCD7-3DAB701EE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83F305-C76D-5B5C-66C2-7439A74B5E0C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🦋 Edge Toolbox</a:t>
            </a:r>
          </a:p>
        </p:txBody>
      </p:sp>
    </p:spTree>
    <p:extLst>
      <p:ext uri="{BB962C8B-B14F-4D97-AF65-F5344CB8AC3E}">
        <p14:creationId xmlns:p14="http://schemas.microsoft.com/office/powerpoint/2010/main" val="3736658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4838-E594-96A3-CF84-41B818FE7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E4BC5E36-D17E-919E-2B67-7466FD74508A}"/>
              </a:ext>
            </a:extLst>
          </p:cNvPr>
          <p:cNvSpPr/>
          <p:nvPr/>
        </p:nvSpPr>
        <p:spPr>
          <a:xfrm>
            <a:off x="4462271" y="256029"/>
            <a:ext cx="3739897" cy="555785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EA5598D-1127-F068-2F0E-048021379F68}"/>
              </a:ext>
            </a:extLst>
          </p:cNvPr>
          <p:cNvGrpSpPr/>
          <p:nvPr/>
        </p:nvGrpSpPr>
        <p:grpSpPr>
          <a:xfrm>
            <a:off x="8401174" y="1018695"/>
            <a:ext cx="1922405" cy="1038741"/>
            <a:chOff x="7507403" y="1006813"/>
            <a:chExt cx="830078" cy="1038741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87A0EE4-9ACA-2FB5-7A14-E8CE8A3D8C17}"/>
                </a:ext>
              </a:extLst>
            </p:cNvPr>
            <p:cNvSpPr/>
            <p:nvPr/>
          </p:nvSpPr>
          <p:spPr>
            <a:xfrm>
              <a:off x="7507403" y="1006813"/>
              <a:ext cx="830078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C4B6CC-8445-DC11-0ECD-BE80EA0FFB1D}"/>
                </a:ext>
              </a:extLst>
            </p:cNvPr>
            <p:cNvSpPr/>
            <p:nvPr/>
          </p:nvSpPr>
          <p:spPr>
            <a:xfrm>
              <a:off x="7538137" y="1403791"/>
              <a:ext cx="7638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🏧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ATM co.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5706EB2-D4F7-52C4-15DC-7AEF2AED4B7E}"/>
              </a:ext>
            </a:extLst>
          </p:cNvPr>
          <p:cNvGrpSpPr/>
          <p:nvPr/>
        </p:nvGrpSpPr>
        <p:grpSpPr>
          <a:xfrm>
            <a:off x="6670993" y="2903089"/>
            <a:ext cx="540635" cy="1033460"/>
            <a:chOff x="5971132" y="3645743"/>
            <a:chExt cx="1438957" cy="1375538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16D2D6F-8635-42C1-4EDD-376A055F3164}"/>
                </a:ext>
              </a:extLst>
            </p:cNvPr>
            <p:cNvSpPr/>
            <p:nvPr/>
          </p:nvSpPr>
          <p:spPr>
            <a:xfrm>
              <a:off x="5971132" y="3860148"/>
              <a:ext cx="1438957" cy="116113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A6B8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anchor="b"/>
            <a:lstStyle/>
            <a:p>
              <a:pPr marL="15875"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  <a:p>
              <a:pPr marL="15875"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#2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25BEF9-5E44-3F2A-6D70-7BE42A5D2C48}"/>
                </a:ext>
              </a:extLst>
            </p:cNvPr>
            <p:cNvSpPr txBox="1"/>
            <p:nvPr/>
          </p:nvSpPr>
          <p:spPr>
            <a:xfrm>
              <a:off x="6123794" y="3645743"/>
              <a:ext cx="1133631" cy="830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4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endParaRPr lang="en-US" sz="4800" dirty="0"/>
            </a:p>
          </p:txBody>
        </p: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4AD25C1B-7250-4FAB-CA9C-1CEEE795AC0C}"/>
              </a:ext>
            </a:extLst>
          </p:cNvPr>
          <p:cNvSpPr txBox="1"/>
          <p:nvPr/>
        </p:nvSpPr>
        <p:spPr>
          <a:xfrm>
            <a:off x="4695326" y="2560062"/>
            <a:ext cx="1741137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🦋</a:t>
            </a:r>
            <a:r>
              <a:rPr lang="en-GB" i="0" dirty="0"/>
              <a:t> ephemeral</a:t>
            </a:r>
            <a:endParaRPr lang="en-US" i="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32B12EF-6813-BAFA-B5C8-AFCCA2817B69}"/>
              </a:ext>
            </a:extLst>
          </p:cNvPr>
          <p:cNvSpPr txBox="1"/>
          <p:nvPr/>
        </p:nvSpPr>
        <p:spPr>
          <a:xfrm>
            <a:off x="6670596" y="2562007"/>
            <a:ext cx="540635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🦋</a:t>
            </a:r>
            <a:r>
              <a:rPr lang="en-GB" i="0" dirty="0"/>
              <a:t>  </a:t>
            </a:r>
            <a:endParaRPr lang="en-US" i="0" dirty="0"/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A2D47132-1894-A8D7-D9CE-4ECF17416811}"/>
              </a:ext>
            </a:extLst>
          </p:cNvPr>
          <p:cNvCxnSpPr>
            <a:cxnSpLocks/>
            <a:stCxn id="100" idx="0"/>
            <a:endCxn id="88" idx="1"/>
          </p:cNvCxnSpPr>
          <p:nvPr/>
        </p:nvCxnSpPr>
        <p:spPr>
          <a:xfrm rot="5400000" flipH="1" flipV="1">
            <a:off x="3031700" y="-729734"/>
            <a:ext cx="266339" cy="2977965"/>
          </a:xfrm>
          <a:prstGeom prst="bentConnector2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A5988B19-E7ED-5FB7-2A36-903DB901E145}"/>
              </a:ext>
            </a:extLst>
          </p:cNvPr>
          <p:cNvSpPr txBox="1"/>
          <p:nvPr/>
        </p:nvSpPr>
        <p:spPr>
          <a:xfrm>
            <a:off x="7445364" y="2560062"/>
            <a:ext cx="540635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🦋</a:t>
            </a:r>
            <a:r>
              <a:rPr lang="en-GB" i="0" dirty="0"/>
              <a:t>  </a:t>
            </a:r>
            <a:endParaRPr lang="en-US" i="0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6EC93D2-4351-2A19-A16C-01F0E39AE213}"/>
              </a:ext>
            </a:extLst>
          </p:cNvPr>
          <p:cNvGrpSpPr/>
          <p:nvPr/>
        </p:nvGrpSpPr>
        <p:grpSpPr>
          <a:xfrm>
            <a:off x="7446156" y="2903089"/>
            <a:ext cx="540635" cy="1033460"/>
            <a:chOff x="5971132" y="3645743"/>
            <a:chExt cx="1438957" cy="1375538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0C1EB78-D3A3-A299-8DD3-2C983C437E42}"/>
                </a:ext>
              </a:extLst>
            </p:cNvPr>
            <p:cNvSpPr/>
            <p:nvPr/>
          </p:nvSpPr>
          <p:spPr>
            <a:xfrm>
              <a:off x="5971132" y="3860148"/>
              <a:ext cx="1438957" cy="116113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A6B8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Ins="0" anchor="b"/>
            <a:lstStyle/>
            <a:p>
              <a:pPr marL="15875"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  <a:p>
              <a:pPr marL="15875"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#N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1A145FE-E9F0-D30E-147F-F9E2F98DB9E3}"/>
                </a:ext>
              </a:extLst>
            </p:cNvPr>
            <p:cNvSpPr txBox="1"/>
            <p:nvPr/>
          </p:nvSpPr>
          <p:spPr>
            <a:xfrm>
              <a:off x="6123794" y="3645743"/>
              <a:ext cx="1133631" cy="830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4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💵</a:t>
              </a:r>
              <a:endParaRPr lang="en-US" sz="4800" dirty="0"/>
            </a:p>
          </p:txBody>
        </p:sp>
      </p:grpSp>
      <p:sp>
        <p:nvSpPr>
          <p:cNvPr id="88" name="Rectangle 87">
            <a:extLst>
              <a:ext uri="{FF2B5EF4-FFF2-40B4-BE49-F238E27FC236}">
                <a16:creationId xmlns:a16="http://schemas.microsoft.com/office/drawing/2014/main" id="{D48FDAC8-F518-73A5-B6BA-5D15C5A42732}"/>
              </a:ext>
            </a:extLst>
          </p:cNvPr>
          <p:cNvSpPr/>
          <p:nvPr/>
        </p:nvSpPr>
        <p:spPr>
          <a:xfrm>
            <a:off x="4653852" y="431949"/>
            <a:ext cx="1955590" cy="388257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rIns="0"/>
          <a:lstStyle/>
          <a:p>
            <a:pPr marL="312738" indent="-304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ATM locator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38AA20A-9C39-880E-EBBC-65EA459F1AB5}"/>
              </a:ext>
            </a:extLst>
          </p:cNvPr>
          <p:cNvGrpSpPr/>
          <p:nvPr/>
        </p:nvGrpSpPr>
        <p:grpSpPr>
          <a:xfrm>
            <a:off x="222816" y="884912"/>
            <a:ext cx="2906142" cy="1446550"/>
            <a:chOff x="882399" y="719544"/>
            <a:chExt cx="2906142" cy="144655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9E895708-F08B-854D-6294-A633CEE4762C}"/>
                </a:ext>
              </a:extLst>
            </p:cNvPr>
            <p:cNvGrpSpPr/>
            <p:nvPr/>
          </p:nvGrpSpPr>
          <p:grpSpPr>
            <a:xfrm>
              <a:off x="882399" y="727049"/>
              <a:ext cx="2906142" cy="1376872"/>
              <a:chOff x="5578804" y="162390"/>
              <a:chExt cx="2906142" cy="1376872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23D7B6D3-435E-90C8-0DAF-91D7C182AC87}"/>
                  </a:ext>
                </a:extLst>
              </p:cNvPr>
              <p:cNvSpPr/>
              <p:nvPr/>
            </p:nvSpPr>
            <p:spPr>
              <a:xfrm>
                <a:off x="5578804" y="162390"/>
                <a:ext cx="2906142" cy="1316816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23126335-B132-0B70-7D45-839A37B9E3D4}"/>
                  </a:ext>
                </a:extLst>
              </p:cNvPr>
              <p:cNvSpPr/>
              <p:nvPr/>
            </p:nvSpPr>
            <p:spPr>
              <a:xfrm>
                <a:off x="6593268" y="25368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Wallet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24B8C9F-7327-F913-9C0B-605239B7E830}"/>
                  </a:ext>
                </a:extLst>
              </p:cNvPr>
              <p:cNvSpPr/>
              <p:nvPr/>
            </p:nvSpPr>
            <p:spPr>
              <a:xfrm>
                <a:off x="7229651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FF212FD-EA8A-854C-1D01-1E3B4E72A8D7}"/>
                  </a:ext>
                </a:extLst>
              </p:cNvPr>
              <p:cNvSpPr/>
              <p:nvPr/>
            </p:nvSpPr>
            <p:spPr>
              <a:xfrm>
                <a:off x="7861924" y="89899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736F1347-18CF-CC67-DFB8-6AA60B975386}"/>
                  </a:ext>
                </a:extLst>
              </p:cNvPr>
              <p:cNvSpPr/>
              <p:nvPr/>
            </p:nvSpPr>
            <p:spPr>
              <a:xfrm>
                <a:off x="6589696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CF2D119C-CD73-1BFF-8D64-2069D787F1E5}"/>
                  </a:ext>
                </a:extLst>
              </p:cNvPr>
              <p:cNvSpPr txBox="1"/>
              <p:nvPr/>
            </p:nvSpPr>
            <p:spPr>
              <a:xfrm>
                <a:off x="6576210" y="769821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97EFCBD-3575-1D77-4CD3-1034FA45A01E}"/>
                  </a:ext>
                </a:extLst>
              </p:cNvPr>
              <p:cNvSpPr txBox="1"/>
              <p:nvPr/>
            </p:nvSpPr>
            <p:spPr>
              <a:xfrm>
                <a:off x="6606493" y="192605"/>
                <a:ext cx="57438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6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US" sz="3600" dirty="0"/>
              </a:p>
            </p:txBody>
          </p: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078D485-B6DB-9930-C318-761D54418BEF}"/>
                </a:ext>
              </a:extLst>
            </p:cNvPr>
            <p:cNvSpPr txBox="1"/>
            <p:nvPr/>
          </p:nvSpPr>
          <p:spPr>
            <a:xfrm>
              <a:off x="883786" y="719544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99" name="Content Placeholder 2">
              <a:extLst>
                <a:ext uri="{FF2B5EF4-FFF2-40B4-BE49-F238E27FC236}">
                  <a16:creationId xmlns:a16="http://schemas.microsoft.com/office/drawing/2014/main" id="{CFF1096F-10E8-3CC0-3F9B-F20BFED17F60}"/>
                </a:ext>
              </a:extLst>
            </p:cNvPr>
            <p:cNvSpPr txBox="1">
              <a:spLocks/>
            </p:cNvSpPr>
            <p:nvPr/>
          </p:nvSpPr>
          <p:spPr>
            <a:xfrm>
              <a:off x="905366" y="753629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cxnSp>
        <p:nvCxnSpPr>
          <p:cNvPr id="110" name="Straight Arrow Connector 12">
            <a:extLst>
              <a:ext uri="{FF2B5EF4-FFF2-40B4-BE49-F238E27FC236}">
                <a16:creationId xmlns:a16="http://schemas.microsoft.com/office/drawing/2014/main" id="{6F043632-584A-37EA-CCFD-625D4742F975}"/>
              </a:ext>
            </a:extLst>
          </p:cNvPr>
          <p:cNvCxnSpPr>
            <a:cxnSpLocks/>
            <a:stCxn id="100" idx="3"/>
            <a:endCxn id="17" idx="1"/>
          </p:cNvCxnSpPr>
          <p:nvPr/>
        </p:nvCxnSpPr>
        <p:spPr>
          <a:xfrm flipV="1">
            <a:off x="3128958" y="1538066"/>
            <a:ext cx="5272216" cy="12759"/>
          </a:xfrm>
          <a:prstGeom prst="straightConnector1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362CF22F-03DF-34E5-A560-76C4553FD258}"/>
              </a:ext>
            </a:extLst>
          </p:cNvPr>
          <p:cNvSpPr/>
          <p:nvPr/>
        </p:nvSpPr>
        <p:spPr>
          <a:xfrm>
            <a:off x="1171404" y="303811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4" name="Content Placeholder 2">
            <a:extLst>
              <a:ext uri="{FF2B5EF4-FFF2-40B4-BE49-F238E27FC236}">
                <a16:creationId xmlns:a16="http://schemas.microsoft.com/office/drawing/2014/main" id="{F2A4FB19-6309-4EB8-92E2-4937C2DC6A73}"/>
              </a:ext>
            </a:extLst>
          </p:cNvPr>
          <p:cNvSpPr txBox="1">
            <a:spLocks/>
          </p:cNvSpPr>
          <p:nvPr/>
        </p:nvSpPr>
        <p:spPr>
          <a:xfrm>
            <a:off x="1551159" y="209259"/>
            <a:ext cx="254395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static </a:t>
            </a: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23AA2A44-5743-69FA-09FF-7F0D48B90C1D}"/>
              </a:ext>
            </a:extLst>
          </p:cNvPr>
          <p:cNvSpPr/>
          <p:nvPr/>
        </p:nvSpPr>
        <p:spPr>
          <a:xfrm>
            <a:off x="3237717" y="1078409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7" name="Content Placeholder 2">
            <a:extLst>
              <a:ext uri="{FF2B5EF4-FFF2-40B4-BE49-F238E27FC236}">
                <a16:creationId xmlns:a16="http://schemas.microsoft.com/office/drawing/2014/main" id="{4511F88A-2342-F581-F1DA-AF26EDD0B50C}"/>
              </a:ext>
            </a:extLst>
          </p:cNvPr>
          <p:cNvSpPr txBox="1">
            <a:spLocks/>
          </p:cNvSpPr>
          <p:nvPr/>
        </p:nvSpPr>
        <p:spPr>
          <a:xfrm>
            <a:off x="3158530" y="1532686"/>
            <a:ext cx="1451118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withdraw cash</a:t>
            </a:r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7DFB061D-A89A-E777-19F1-08C192BB97EC}"/>
              </a:ext>
            </a:extLst>
          </p:cNvPr>
          <p:cNvSpPr/>
          <p:nvPr/>
        </p:nvSpPr>
        <p:spPr>
          <a:xfrm>
            <a:off x="1207790" y="2728248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07BE5BAD-C91A-9B7F-678C-344B1495E115}"/>
              </a:ext>
            </a:extLst>
          </p:cNvPr>
          <p:cNvSpPr txBox="1">
            <a:spLocks/>
          </p:cNvSpPr>
          <p:nvPr/>
        </p:nvSpPr>
        <p:spPr>
          <a:xfrm>
            <a:off x="1583014" y="2763398"/>
            <a:ext cx="254395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dynamic </a:t>
            </a:r>
            <a:r>
              <a:rPr lang="en-US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 </a:t>
            </a:r>
          </a:p>
        </p:txBody>
      </p:sp>
      <p:sp>
        <p:nvSpPr>
          <p:cNvPr id="155" name="Rounded Rectangle 154">
            <a:extLst>
              <a:ext uri="{FF2B5EF4-FFF2-40B4-BE49-F238E27FC236}">
                <a16:creationId xmlns:a16="http://schemas.microsoft.com/office/drawing/2014/main" id="{85289086-418A-5295-3288-194A76A7B027}"/>
              </a:ext>
            </a:extLst>
          </p:cNvPr>
          <p:cNvSpPr/>
          <p:nvPr/>
        </p:nvSpPr>
        <p:spPr>
          <a:xfrm>
            <a:off x="8327096" y="2860808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6" name="Content Placeholder 2">
            <a:extLst>
              <a:ext uri="{FF2B5EF4-FFF2-40B4-BE49-F238E27FC236}">
                <a16:creationId xmlns:a16="http://schemas.microsoft.com/office/drawing/2014/main" id="{08DE31D6-43BC-9C6C-ED8E-3D8B207F7B32}"/>
              </a:ext>
            </a:extLst>
          </p:cNvPr>
          <p:cNvSpPr txBox="1">
            <a:spLocks/>
          </p:cNvSpPr>
          <p:nvPr/>
        </p:nvSpPr>
        <p:spPr>
          <a:xfrm>
            <a:off x="8687097" y="2837241"/>
            <a:ext cx="1504998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activate</a:t>
            </a:r>
          </a:p>
        </p:txBody>
      </p:sp>
      <p:sp>
        <p:nvSpPr>
          <p:cNvPr id="161" name="Rounded Rectangle 160">
            <a:extLst>
              <a:ext uri="{FF2B5EF4-FFF2-40B4-BE49-F238E27FC236}">
                <a16:creationId xmlns:a16="http://schemas.microsoft.com/office/drawing/2014/main" id="{92C93C48-69B5-2700-0BEC-694B40FB5177}"/>
              </a:ext>
            </a:extLst>
          </p:cNvPr>
          <p:cNvSpPr/>
          <p:nvPr/>
        </p:nvSpPr>
        <p:spPr>
          <a:xfrm>
            <a:off x="235609" y="3441728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2" name="Content Placeholder 2">
            <a:extLst>
              <a:ext uri="{FF2B5EF4-FFF2-40B4-BE49-F238E27FC236}">
                <a16:creationId xmlns:a16="http://schemas.microsoft.com/office/drawing/2014/main" id="{E9F8B198-931B-1B84-FE74-000B8563F851}"/>
              </a:ext>
            </a:extLst>
          </p:cNvPr>
          <p:cNvSpPr txBox="1">
            <a:spLocks/>
          </p:cNvSpPr>
          <p:nvPr/>
        </p:nvSpPr>
        <p:spPr>
          <a:xfrm>
            <a:off x="615522" y="3507868"/>
            <a:ext cx="236200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collect cash</a:t>
            </a:r>
          </a:p>
        </p:txBody>
      </p: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B05720A6-32B2-A264-2EEC-3043A3BD0FDC}"/>
              </a:ext>
            </a:extLst>
          </p:cNvPr>
          <p:cNvSpPr/>
          <p:nvPr/>
        </p:nvSpPr>
        <p:spPr>
          <a:xfrm>
            <a:off x="8327096" y="3612085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6" name="Content Placeholder 2">
            <a:extLst>
              <a:ext uri="{FF2B5EF4-FFF2-40B4-BE49-F238E27FC236}">
                <a16:creationId xmlns:a16="http://schemas.microsoft.com/office/drawing/2014/main" id="{C150C8A8-2BA0-8C32-5E68-F01877CBDEEB}"/>
              </a:ext>
            </a:extLst>
          </p:cNvPr>
          <p:cNvSpPr txBox="1">
            <a:spLocks/>
          </p:cNvSpPr>
          <p:nvPr/>
        </p:nvSpPr>
        <p:spPr>
          <a:xfrm>
            <a:off x="8687097" y="3583385"/>
            <a:ext cx="175224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dispense cash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13D76A4-AEAA-EC70-057C-EF47D6E1DDE7}"/>
              </a:ext>
            </a:extLst>
          </p:cNvPr>
          <p:cNvGrpSpPr/>
          <p:nvPr/>
        </p:nvGrpSpPr>
        <p:grpSpPr>
          <a:xfrm>
            <a:off x="10183309" y="2268195"/>
            <a:ext cx="1816191" cy="1038741"/>
            <a:chOff x="10283893" y="2277339"/>
            <a:chExt cx="1816191" cy="1038741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7B7DA5F-F6A4-A70D-915F-314A646C0C4B}"/>
                </a:ext>
              </a:extLst>
            </p:cNvPr>
            <p:cNvSpPr/>
            <p:nvPr/>
          </p:nvSpPr>
          <p:spPr>
            <a:xfrm>
              <a:off x="10283893" y="2277339"/>
              <a:ext cx="1816191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70EEB046-674B-4FFB-135A-A681F097E571}"/>
                </a:ext>
              </a:extLst>
            </p:cNvPr>
            <p:cNvSpPr/>
            <p:nvPr/>
          </p:nvSpPr>
          <p:spPr>
            <a:xfrm>
              <a:off x="10370885" y="2679899"/>
              <a:ext cx="1663896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cxnSp>
        <p:nvCxnSpPr>
          <p:cNvPr id="183" name="Straight Arrow Connector 12">
            <a:extLst>
              <a:ext uri="{FF2B5EF4-FFF2-40B4-BE49-F238E27FC236}">
                <a16:creationId xmlns:a16="http://schemas.microsoft.com/office/drawing/2014/main" id="{3CCEE49D-E2B1-09EE-9031-419A31F3F890}"/>
              </a:ext>
            </a:extLst>
          </p:cNvPr>
          <p:cNvCxnSpPr>
            <a:cxnSpLocks/>
            <a:stCxn id="17" idx="3"/>
            <a:endCxn id="181" idx="0"/>
          </p:cNvCxnSpPr>
          <p:nvPr/>
        </p:nvCxnSpPr>
        <p:spPr>
          <a:xfrm>
            <a:off x="10323579" y="1538066"/>
            <a:ext cx="767826" cy="730129"/>
          </a:xfrm>
          <a:prstGeom prst="bentConnector2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73B054D-E7EF-74EB-948A-44961B9A92DD}"/>
              </a:ext>
            </a:extLst>
          </p:cNvPr>
          <p:cNvSpPr txBox="1"/>
          <p:nvPr/>
        </p:nvSpPr>
        <p:spPr>
          <a:xfrm>
            <a:off x="10204704" y="3054930"/>
            <a:ext cx="591825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6A71662D-7935-7223-72DB-C3F7FFD12F6C}"/>
              </a:ext>
            </a:extLst>
          </p:cNvPr>
          <p:cNvSpPr txBox="1"/>
          <p:nvPr/>
        </p:nvSpPr>
        <p:spPr>
          <a:xfrm>
            <a:off x="10194588" y="2568192"/>
            <a:ext cx="1804912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E03E6C2-15EB-628A-C669-F3AAA8E25A5A}"/>
              </a:ext>
            </a:extLst>
          </p:cNvPr>
          <p:cNvSpPr txBox="1"/>
          <p:nvPr/>
        </p:nvSpPr>
        <p:spPr>
          <a:xfrm>
            <a:off x="603306" y="1847406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B783B22D-CCF3-E138-9D9D-0081302FB15D}"/>
              </a:ext>
            </a:extLst>
          </p:cNvPr>
          <p:cNvSpPr txBox="1"/>
          <p:nvPr/>
        </p:nvSpPr>
        <p:spPr>
          <a:xfrm>
            <a:off x="218143" y="6278524"/>
            <a:ext cx="173925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EFEMERAL</a:t>
            </a:r>
          </a:p>
        </p:txBody>
      </p: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B52DD927-05DE-CC26-B8B4-8CD8B6C689EE}"/>
              </a:ext>
            </a:extLst>
          </p:cNvPr>
          <p:cNvGrpSpPr/>
          <p:nvPr/>
        </p:nvGrpSpPr>
        <p:grpSpPr>
          <a:xfrm>
            <a:off x="4695327" y="2903089"/>
            <a:ext cx="1741137" cy="1033460"/>
            <a:chOff x="4622175" y="2738497"/>
            <a:chExt cx="1741137" cy="10334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1EE324A-E919-1931-EA62-F3759BFE7670}"/>
                </a:ext>
              </a:extLst>
            </p:cNvPr>
            <p:cNvGrpSpPr/>
            <p:nvPr/>
          </p:nvGrpSpPr>
          <p:grpSpPr>
            <a:xfrm>
              <a:off x="4622175" y="2738497"/>
              <a:ext cx="1741137" cy="1033460"/>
              <a:chOff x="5971132" y="3645743"/>
              <a:chExt cx="1438957" cy="1375538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BEACF41-78DA-DE05-03C6-7C620AABD0FF}"/>
                  </a:ext>
                </a:extLst>
              </p:cNvPr>
              <p:cNvSpPr/>
              <p:nvPr/>
            </p:nvSpPr>
            <p:spPr>
              <a:xfrm>
                <a:off x="5971132" y="3860148"/>
                <a:ext cx="1438957" cy="116113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A6B86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36000" rIns="0" anchor="b"/>
              <a:lstStyle/>
              <a:p>
                <a:pPr marL="15875"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  <a:p>
                <a:pPr marL="15875"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dispenser #1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97566F8-B48E-9706-0305-5C2118CB4953}"/>
                  </a:ext>
                </a:extLst>
              </p:cNvPr>
              <p:cNvSpPr txBox="1"/>
              <p:nvPr/>
            </p:nvSpPr>
            <p:spPr>
              <a:xfrm>
                <a:off x="6267377" y="3645743"/>
                <a:ext cx="1133631" cy="830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4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💵</a:t>
                </a:r>
                <a:endParaRPr lang="en-US" sz="4800" dirty="0"/>
              </a:p>
            </p:txBody>
          </p:sp>
        </p:grp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DD29227-6FF9-5241-BE66-3EAD45B82690}"/>
                </a:ext>
              </a:extLst>
            </p:cNvPr>
            <p:cNvSpPr txBox="1"/>
            <p:nvPr/>
          </p:nvSpPr>
          <p:spPr>
            <a:xfrm>
              <a:off x="5073090" y="3056716"/>
              <a:ext cx="4475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dirty="0">
                  <a:solidFill>
                    <a:srgbClr val="CE9178"/>
                  </a:solidFill>
                  <a:effectLst/>
                  <a:latin typeface="Menlo" panose="020B0609030804020204" pitchFamily="49" charset="0"/>
                </a:rPr>
                <a:t>🔌</a:t>
              </a:r>
              <a:endParaRPr lang="en-GB" b="0" dirty="0">
                <a:solidFill>
                  <a:srgbClr val="D4D4D4"/>
                </a:solidFill>
                <a:effectLst/>
                <a:latin typeface="Menlo" panose="020B0609030804020204" pitchFamily="49" charset="0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2CF7B799-CE4C-920B-8ECB-E47000FDA239}"/>
              </a:ext>
            </a:extLst>
          </p:cNvPr>
          <p:cNvSpPr txBox="1"/>
          <p:nvPr/>
        </p:nvSpPr>
        <p:spPr>
          <a:xfrm>
            <a:off x="4694534" y="4048990"/>
            <a:ext cx="1741137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🎬</a:t>
            </a:r>
            <a:r>
              <a:rPr lang="en-GB" i="0" dirty="0"/>
              <a:t> relay #1</a:t>
            </a:r>
            <a:endParaRPr lang="en-US" i="0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E829FD5-E7A4-3357-83D2-2C7ABFE1BF3E}"/>
              </a:ext>
            </a:extLst>
          </p:cNvPr>
          <p:cNvSpPr txBox="1"/>
          <p:nvPr/>
        </p:nvSpPr>
        <p:spPr>
          <a:xfrm>
            <a:off x="6670596" y="4048990"/>
            <a:ext cx="540635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🎬</a:t>
            </a:r>
            <a:r>
              <a:rPr lang="en-GB" sz="2400" i="0" dirty="0"/>
              <a:t> </a:t>
            </a:r>
            <a:endParaRPr lang="en-US" sz="2400" i="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46EFCE1-3985-A134-88E2-827B281B3C1B}"/>
              </a:ext>
            </a:extLst>
          </p:cNvPr>
          <p:cNvSpPr txBox="1"/>
          <p:nvPr/>
        </p:nvSpPr>
        <p:spPr>
          <a:xfrm>
            <a:off x="7445363" y="4048990"/>
            <a:ext cx="540635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🎬</a:t>
            </a:r>
            <a:endParaRPr lang="en-US" sz="2800" i="0" baseline="-9000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EF3CF3-AF17-9E89-CDBC-39D769067D68}"/>
              </a:ext>
            </a:extLst>
          </p:cNvPr>
          <p:cNvSpPr/>
          <p:nvPr/>
        </p:nvSpPr>
        <p:spPr>
          <a:xfrm>
            <a:off x="4619850" y="2486231"/>
            <a:ext cx="1872390" cy="2012617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B56902E7-B9D0-D294-67E4-7A1801BF3FA0}"/>
              </a:ext>
            </a:extLst>
          </p:cNvPr>
          <p:cNvSpPr/>
          <p:nvPr/>
        </p:nvSpPr>
        <p:spPr>
          <a:xfrm>
            <a:off x="6609442" y="2484562"/>
            <a:ext cx="660038" cy="2012617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640A937E-04D7-6A3F-4988-7D8BFF4CFE31}"/>
              </a:ext>
            </a:extLst>
          </p:cNvPr>
          <p:cNvSpPr/>
          <p:nvPr/>
        </p:nvSpPr>
        <p:spPr>
          <a:xfrm>
            <a:off x="7374761" y="2484562"/>
            <a:ext cx="660038" cy="2012617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3F41551E-0C4A-29A9-97B8-36B50C3163CE}"/>
              </a:ext>
            </a:extLst>
          </p:cNvPr>
          <p:cNvCxnSpPr>
            <a:cxnSpLocks/>
            <a:stCxn id="190" idx="1"/>
            <a:endCxn id="77" idx="3"/>
          </p:cNvCxnSpPr>
          <p:nvPr/>
        </p:nvCxnSpPr>
        <p:spPr>
          <a:xfrm flipH="1">
            <a:off x="7985999" y="2752858"/>
            <a:ext cx="2208589" cy="0"/>
          </a:xfrm>
          <a:prstGeom prst="straightConnector1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3" name="Straight Arrow Connector 12">
            <a:extLst>
              <a:ext uri="{FF2B5EF4-FFF2-40B4-BE49-F238E27FC236}">
                <a16:creationId xmlns:a16="http://schemas.microsoft.com/office/drawing/2014/main" id="{B052B7E4-0D11-0A6D-3406-59783A2BC357}"/>
              </a:ext>
            </a:extLst>
          </p:cNvPr>
          <p:cNvCxnSpPr>
            <a:cxnSpLocks/>
            <a:stCxn id="100" idx="2"/>
            <a:endCxn id="70" idx="1"/>
          </p:cNvCxnSpPr>
          <p:nvPr/>
        </p:nvCxnSpPr>
        <p:spPr>
          <a:xfrm rot="16200000" flipH="1">
            <a:off x="2913794" y="971325"/>
            <a:ext cx="543625" cy="3019439"/>
          </a:xfrm>
          <a:prstGeom prst="bentConnector2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7" name="Straight Arrow Connector 12">
            <a:extLst>
              <a:ext uri="{FF2B5EF4-FFF2-40B4-BE49-F238E27FC236}">
                <a16:creationId xmlns:a16="http://schemas.microsoft.com/office/drawing/2014/main" id="{65191836-45AD-EE72-1243-2C4B12A8D1A3}"/>
              </a:ext>
            </a:extLst>
          </p:cNvPr>
          <p:cNvCxnSpPr>
            <a:cxnSpLocks/>
            <a:stCxn id="193" idx="2"/>
            <a:endCxn id="30" idx="1"/>
          </p:cNvCxnSpPr>
          <p:nvPr/>
        </p:nvCxnSpPr>
        <p:spPr>
          <a:xfrm rot="16200000" flipH="1">
            <a:off x="2068418" y="873453"/>
            <a:ext cx="1283624" cy="3970193"/>
          </a:xfrm>
          <a:prstGeom prst="bentConnector2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7" name="Straight Arrow Connector 12">
            <a:extLst>
              <a:ext uri="{FF2B5EF4-FFF2-40B4-BE49-F238E27FC236}">
                <a16:creationId xmlns:a16="http://schemas.microsoft.com/office/drawing/2014/main" id="{DD40E8BD-E0B4-7E76-F27D-87C1F67649AC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556045" y="4498848"/>
            <a:ext cx="0" cy="283408"/>
          </a:xfrm>
          <a:prstGeom prst="straightConnector1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0" name="Straight Arrow Connector 12">
            <a:extLst>
              <a:ext uri="{FF2B5EF4-FFF2-40B4-BE49-F238E27FC236}">
                <a16:creationId xmlns:a16="http://schemas.microsoft.com/office/drawing/2014/main" id="{57B35CB4-CBAD-C1EF-EF36-3A368B95CDA1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6939461" y="4497179"/>
            <a:ext cx="0" cy="285077"/>
          </a:xfrm>
          <a:prstGeom prst="straightConnector1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3" name="Straight Arrow Connector 12">
            <a:extLst>
              <a:ext uri="{FF2B5EF4-FFF2-40B4-BE49-F238E27FC236}">
                <a16:creationId xmlns:a16="http://schemas.microsoft.com/office/drawing/2014/main" id="{40C03DD1-B982-6C5C-1E5E-1F55F9F593CA}"/>
              </a:ext>
            </a:extLst>
          </p:cNvPr>
          <p:cNvCxnSpPr>
            <a:cxnSpLocks/>
            <a:endCxn id="211" idx="2"/>
          </p:cNvCxnSpPr>
          <p:nvPr/>
        </p:nvCxnSpPr>
        <p:spPr>
          <a:xfrm flipV="1">
            <a:off x="7704780" y="4497179"/>
            <a:ext cx="0" cy="285077"/>
          </a:xfrm>
          <a:prstGeom prst="straightConnector1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6C5F89D8-F6E6-EEE2-4DFA-F4E86EB90955}"/>
              </a:ext>
            </a:extLst>
          </p:cNvPr>
          <p:cNvSpPr txBox="1"/>
          <p:nvPr/>
        </p:nvSpPr>
        <p:spPr>
          <a:xfrm>
            <a:off x="4864646" y="4782256"/>
            <a:ext cx="3170189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📡</a:t>
            </a:r>
            <a:r>
              <a:rPr lang="en-GB" i="0" dirty="0"/>
              <a:t> antenna</a:t>
            </a:r>
            <a:endParaRPr lang="en-US" i="0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0D928079-28DB-40BB-8B76-F9187D53C336}"/>
              </a:ext>
            </a:extLst>
          </p:cNvPr>
          <p:cNvSpPr txBox="1"/>
          <p:nvPr/>
        </p:nvSpPr>
        <p:spPr>
          <a:xfrm>
            <a:off x="4864609" y="5254890"/>
            <a:ext cx="3170190" cy="385592"/>
          </a:xfrm>
          <a:prstGeom prst="rect">
            <a:avLst/>
          </a:prstGeom>
          <a:solidFill>
            <a:schemeClr val="bg1"/>
          </a:solidFill>
          <a:ln w="19050">
            <a:solidFill>
              <a:srgbClr val="5A6B8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anchor="b"/>
          <a:lstStyle>
            <a:defPPr>
              <a:defRPr lang="en-US"/>
            </a:defPPr>
            <a:lvl1pPr marL="15875" algn="ctr" fontAlgn="auto">
              <a:spcBef>
                <a:spcPts val="0"/>
              </a:spcBef>
              <a:spcAft>
                <a:spcPts val="0"/>
              </a:spcAft>
              <a:defRPr sz="20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2800" i="0" baseline="-9000" dirty="0"/>
              <a:t>🛜</a:t>
            </a:r>
            <a:r>
              <a:rPr lang="en-GB" i="0" dirty="0"/>
              <a:t> wi-fier</a:t>
            </a:r>
            <a:endParaRPr lang="en-US" i="0" dirty="0"/>
          </a:p>
        </p:txBody>
      </p:sp>
      <p:cxnSp>
        <p:nvCxnSpPr>
          <p:cNvPr id="235" name="Straight Arrow Connector 12">
            <a:extLst>
              <a:ext uri="{FF2B5EF4-FFF2-40B4-BE49-F238E27FC236}">
                <a16:creationId xmlns:a16="http://schemas.microsoft.com/office/drawing/2014/main" id="{EBCB3C63-FC2E-5FDB-8445-C6EA1232D79C}"/>
              </a:ext>
            </a:extLst>
          </p:cNvPr>
          <p:cNvCxnSpPr>
            <a:cxnSpLocks/>
            <a:stCxn id="181" idx="2"/>
            <a:endCxn id="234" idx="3"/>
          </p:cNvCxnSpPr>
          <p:nvPr/>
        </p:nvCxnSpPr>
        <p:spPr>
          <a:xfrm rot="5400000">
            <a:off x="8492727" y="2849008"/>
            <a:ext cx="2140750" cy="3056606"/>
          </a:xfrm>
          <a:prstGeom prst="bentConnector2">
            <a:avLst/>
          </a:prstGeom>
          <a:ln>
            <a:solidFill>
              <a:schemeClr val="bg1">
                <a:lumMod val="50000"/>
                <a:lumOff val="50000"/>
              </a:schemeClr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2">
            <a:extLst>
              <a:ext uri="{FF2B5EF4-FFF2-40B4-BE49-F238E27FC236}">
                <a16:creationId xmlns:a16="http://schemas.microsoft.com/office/drawing/2014/main" id="{FC25BEE3-E2BD-CBB9-F36A-1DC994F37407}"/>
              </a:ext>
            </a:extLst>
          </p:cNvPr>
          <p:cNvCxnSpPr>
            <a:cxnSpLocks/>
            <a:stCxn id="181" idx="2"/>
            <a:endCxn id="80" idx="3"/>
          </p:cNvCxnSpPr>
          <p:nvPr/>
        </p:nvCxnSpPr>
        <p:spPr>
          <a:xfrm rot="5400000">
            <a:off x="9442385" y="1851342"/>
            <a:ext cx="193426" cy="3104614"/>
          </a:xfrm>
          <a:prstGeom prst="bentConnector2">
            <a:avLst/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8" name="Straight Arrow Connector 12">
            <a:extLst>
              <a:ext uri="{FF2B5EF4-FFF2-40B4-BE49-F238E27FC236}">
                <a16:creationId xmlns:a16="http://schemas.microsoft.com/office/drawing/2014/main" id="{51158067-F681-643E-87A5-1B3BCDCE100C}"/>
              </a:ext>
            </a:extLst>
          </p:cNvPr>
          <p:cNvCxnSpPr>
            <a:cxnSpLocks/>
            <a:stCxn id="234" idx="1"/>
            <a:endCxn id="164" idx="1"/>
          </p:cNvCxnSpPr>
          <p:nvPr/>
        </p:nvCxnSpPr>
        <p:spPr>
          <a:xfrm rot="10800000" flipH="1">
            <a:off x="4864608" y="4975052"/>
            <a:ext cx="37" cy="472634"/>
          </a:xfrm>
          <a:prstGeom prst="bentConnector3">
            <a:avLst>
              <a:gd name="adj1" fmla="val -617837838"/>
            </a:avLst>
          </a:prstGeom>
          <a:ln>
            <a:solidFill>
              <a:schemeClr val="tx1">
                <a:lumMod val="85000"/>
              </a:schemeClr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6" name="Content Placeholder 2">
            <a:extLst>
              <a:ext uri="{FF2B5EF4-FFF2-40B4-BE49-F238E27FC236}">
                <a16:creationId xmlns:a16="http://schemas.microsoft.com/office/drawing/2014/main" id="{3046E088-04E3-DFC9-2A7D-81EF07F78474}"/>
              </a:ext>
            </a:extLst>
          </p:cNvPr>
          <p:cNvSpPr txBox="1">
            <a:spLocks/>
          </p:cNvSpPr>
          <p:nvPr/>
        </p:nvSpPr>
        <p:spPr>
          <a:xfrm>
            <a:off x="8217438" y="5038746"/>
            <a:ext cx="2023844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secured internet</a:t>
            </a:r>
          </a:p>
        </p:txBody>
      </p:sp>
    </p:spTree>
    <p:extLst>
      <p:ext uri="{BB962C8B-B14F-4D97-AF65-F5344CB8AC3E}">
        <p14:creationId xmlns:p14="http://schemas.microsoft.com/office/powerpoint/2010/main" val="2962977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B0C4-8223-B74F-A380-D79AC6CE2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40">
            <a:extLst>
              <a:ext uri="{FF2B5EF4-FFF2-40B4-BE49-F238E27FC236}">
                <a16:creationId xmlns:a16="http://schemas.microsoft.com/office/drawing/2014/main" id="{9E4FC551-E1F6-4F2A-F751-2BC453D8D337}"/>
              </a:ext>
            </a:extLst>
          </p:cNvPr>
          <p:cNvSpPr/>
          <p:nvPr/>
        </p:nvSpPr>
        <p:spPr>
          <a:xfrm>
            <a:off x="8178800" y="1156750"/>
            <a:ext cx="3819986" cy="53841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t"/>
          <a:lstStyle/>
          <a:p>
            <a:endParaRPr lang="en-GB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B6B0EB3-E56A-275C-DD4B-3582120AA31C}"/>
              </a:ext>
            </a:extLst>
          </p:cNvPr>
          <p:cNvGrpSpPr/>
          <p:nvPr/>
        </p:nvGrpSpPr>
        <p:grpSpPr>
          <a:xfrm>
            <a:off x="4139429" y="3463170"/>
            <a:ext cx="1502123" cy="1038741"/>
            <a:chOff x="7507403" y="1006813"/>
            <a:chExt cx="648604" cy="1038741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BC66D1C-292B-FCEF-B7C7-87C14A8F16DF}"/>
                </a:ext>
              </a:extLst>
            </p:cNvPr>
            <p:cNvSpPr/>
            <p:nvPr/>
          </p:nvSpPr>
          <p:spPr>
            <a:xfrm>
              <a:off x="7538137" y="1403791"/>
              <a:ext cx="58377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59EB91C-4535-1A45-201F-EE72629C3410}"/>
                </a:ext>
              </a:extLst>
            </p:cNvPr>
            <p:cNvSpPr/>
            <p:nvPr/>
          </p:nvSpPr>
          <p:spPr>
            <a:xfrm>
              <a:off x="7507403" y="1006813"/>
              <a:ext cx="648604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C6744-5E0D-A96E-EA61-B8F1C9E63400}"/>
              </a:ext>
            </a:extLst>
          </p:cNvPr>
          <p:cNvGrpSpPr/>
          <p:nvPr/>
        </p:nvGrpSpPr>
        <p:grpSpPr>
          <a:xfrm>
            <a:off x="320478" y="5068368"/>
            <a:ext cx="905933" cy="1269736"/>
            <a:chOff x="7442200" y="1946224"/>
            <a:chExt cx="905933" cy="126973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824B6C-7779-22F4-ADFA-970A5810D452}"/>
                </a:ext>
              </a:extLst>
            </p:cNvPr>
            <p:cNvSpPr/>
            <p:nvPr/>
          </p:nvSpPr>
          <p:spPr>
            <a:xfrm>
              <a:off x="7442200" y="1946224"/>
              <a:ext cx="905933" cy="126973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37546A6-1EF3-F916-40D9-F78246B22339}"/>
                </a:ext>
              </a:extLst>
            </p:cNvPr>
            <p:cNvSpPr txBox="1"/>
            <p:nvPr/>
          </p:nvSpPr>
          <p:spPr>
            <a:xfrm>
              <a:off x="7471719" y="2389201"/>
              <a:ext cx="823575" cy="826759"/>
            </a:xfrm>
            <a:prstGeom prst="rect">
              <a:avLst/>
            </a:prstGeom>
            <a:noFill/>
          </p:spPr>
          <p:txBody>
            <a:bodyPr wrap="square" bIns="0">
              <a:noAutofit/>
            </a:bodyPr>
            <a:lstStyle/>
            <a:p>
              <a:pPr algn="ctr"/>
              <a:r>
                <a:rPr lang="en-GB" sz="6600" dirty="0"/>
                <a:t>🦹</a:t>
              </a:r>
            </a:p>
          </p:txBody>
        </p:sp>
        <p:sp>
          <p:nvSpPr>
            <p:cNvPr id="27" name="Content Placeholder 2">
              <a:extLst>
                <a:ext uri="{FF2B5EF4-FFF2-40B4-BE49-F238E27FC236}">
                  <a16:creationId xmlns:a16="http://schemas.microsoft.com/office/drawing/2014/main" id="{4F995885-0722-958B-2194-7C48263BB4C3}"/>
                </a:ext>
              </a:extLst>
            </p:cNvPr>
            <p:cNvSpPr txBox="1">
              <a:spLocks/>
            </p:cNvSpPr>
            <p:nvPr/>
          </p:nvSpPr>
          <p:spPr>
            <a:xfrm>
              <a:off x="7442200" y="1946224"/>
              <a:ext cx="905933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villain</a:t>
              </a:r>
            </a:p>
          </p:txBody>
        </p:sp>
      </p:grpSp>
      <p:cxnSp>
        <p:nvCxnSpPr>
          <p:cNvPr id="44" name="Straight Arrow Connector 12">
            <a:extLst>
              <a:ext uri="{FF2B5EF4-FFF2-40B4-BE49-F238E27FC236}">
                <a16:creationId xmlns:a16="http://schemas.microsoft.com/office/drawing/2014/main" id="{3E200B52-C80D-75DB-2C9A-70FBB57C2CEE}"/>
              </a:ext>
            </a:extLst>
          </p:cNvPr>
          <p:cNvCxnSpPr>
            <a:cxnSpLocks/>
            <a:stCxn id="25" idx="3"/>
            <a:endCxn id="87" idx="1"/>
          </p:cNvCxnSpPr>
          <p:nvPr/>
        </p:nvCxnSpPr>
        <p:spPr>
          <a:xfrm flipV="1">
            <a:off x="1226411" y="5701168"/>
            <a:ext cx="2957234" cy="2068"/>
          </a:xfrm>
          <a:prstGeom prst="straightConnector1">
            <a:avLst/>
          </a:prstGeom>
          <a:ln>
            <a:solidFill>
              <a:schemeClr val="accent4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B859E7C-FF16-D753-291E-6EEC4D1C8E93}"/>
              </a:ext>
            </a:extLst>
          </p:cNvPr>
          <p:cNvGrpSpPr/>
          <p:nvPr/>
        </p:nvGrpSpPr>
        <p:grpSpPr>
          <a:xfrm>
            <a:off x="298640" y="1785039"/>
            <a:ext cx="962007" cy="1324674"/>
            <a:chOff x="6051047" y="1344275"/>
            <a:chExt cx="962007" cy="1324674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817211-30BF-2FD9-0B45-90A63A2888A6}"/>
                </a:ext>
              </a:extLst>
            </p:cNvPr>
            <p:cNvSpPr/>
            <p:nvPr/>
          </p:nvSpPr>
          <p:spPr>
            <a:xfrm>
              <a:off x="6072624" y="1378360"/>
              <a:ext cx="905933" cy="1290589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28DFC32-0F9E-A95A-4040-31E43BEEDCF6}"/>
                </a:ext>
              </a:extLst>
            </p:cNvPr>
            <p:cNvGrpSpPr/>
            <p:nvPr/>
          </p:nvGrpSpPr>
          <p:grpSpPr>
            <a:xfrm>
              <a:off x="6051047" y="1344275"/>
              <a:ext cx="962007" cy="1324674"/>
              <a:chOff x="3221660" y="385707"/>
              <a:chExt cx="962007" cy="132467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40C0139-ECE3-A607-E3BD-C0BCABC69C55}"/>
                  </a:ext>
                </a:extLst>
              </p:cNvPr>
              <p:cNvSpPr txBox="1"/>
              <p:nvPr/>
            </p:nvSpPr>
            <p:spPr>
              <a:xfrm>
                <a:off x="3243238" y="385707"/>
                <a:ext cx="905933" cy="1324674"/>
              </a:xfrm>
              <a:prstGeom prst="rect">
                <a:avLst/>
              </a:prstGeom>
              <a:noFill/>
            </p:spPr>
            <p:txBody>
              <a:bodyPr wrap="square" lIns="0" rIns="0">
                <a:noAutofit/>
              </a:bodyPr>
              <a:lstStyle/>
              <a:p>
                <a:pPr algn="ctr"/>
                <a:r>
                  <a:rPr lang="en-GB" sz="88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GB" sz="880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9783CF-734E-A7F2-FADB-6E64CA84417C}"/>
                  </a:ext>
                </a:extLst>
              </p:cNvPr>
              <p:cNvSpPr txBox="1"/>
              <p:nvPr/>
            </p:nvSpPr>
            <p:spPr>
              <a:xfrm flipH="1">
                <a:off x="3566678" y="1311563"/>
                <a:ext cx="271970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 algn="l"/>
                <a:r>
                  <a:rPr lang="en-GB" dirty="0"/>
                  <a:t>     </a:t>
                </a:r>
              </a:p>
            </p:txBody>
          </p:sp>
          <p:sp>
            <p:nvSpPr>
              <p:cNvPr id="54" name="Content Placeholder 2">
                <a:extLst>
                  <a:ext uri="{FF2B5EF4-FFF2-40B4-BE49-F238E27FC236}">
                    <a16:creationId xmlns:a16="http://schemas.microsoft.com/office/drawing/2014/main" id="{789FF5E0-6A53-D5C7-EA49-7C19BBAAD2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21660" y="419792"/>
                <a:ext cx="96200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user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31745CB-B64B-326E-41F8-5D8A96A0D3FC}"/>
              </a:ext>
            </a:extLst>
          </p:cNvPr>
          <p:cNvGrpSpPr/>
          <p:nvPr/>
        </p:nvGrpSpPr>
        <p:grpSpPr>
          <a:xfrm>
            <a:off x="4142978" y="1801584"/>
            <a:ext cx="1502122" cy="1292026"/>
            <a:chOff x="3567259" y="2334978"/>
            <a:chExt cx="1502122" cy="1292026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D80DB84-9A46-EA09-F2AC-8FDC1D324FBD}"/>
                </a:ext>
              </a:extLst>
            </p:cNvPr>
            <p:cNvSpPr/>
            <p:nvPr/>
          </p:nvSpPr>
          <p:spPr>
            <a:xfrm>
              <a:off x="3567259" y="2334978"/>
              <a:ext cx="1502122" cy="129202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door #1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1C9785F-9F50-5BDD-AD24-CAE2825BCBC5}"/>
                </a:ext>
              </a:extLst>
            </p:cNvPr>
            <p:cNvSpPr txBox="1"/>
            <p:nvPr/>
          </p:nvSpPr>
          <p:spPr>
            <a:xfrm>
              <a:off x="3585799" y="2576554"/>
              <a:ext cx="1480029" cy="889408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en-GB" sz="96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🚪</a:t>
              </a:r>
              <a:endParaRPr lang="en-US" sz="9600" dirty="0"/>
            </a:p>
          </p:txBody>
        </p:sp>
      </p:grpSp>
      <p:cxnSp>
        <p:nvCxnSpPr>
          <p:cNvPr id="66" name="Straight Arrow Connector 12">
            <a:extLst>
              <a:ext uri="{FF2B5EF4-FFF2-40B4-BE49-F238E27FC236}">
                <a16:creationId xmlns:a16="http://schemas.microsoft.com/office/drawing/2014/main" id="{AC210BF9-02AB-42F3-CC76-B663BA6D309E}"/>
              </a:ext>
            </a:extLst>
          </p:cNvPr>
          <p:cNvCxnSpPr>
            <a:cxnSpLocks/>
            <a:stCxn id="12" idx="3"/>
            <a:endCxn id="87" idx="3"/>
          </p:cNvCxnSpPr>
          <p:nvPr/>
        </p:nvCxnSpPr>
        <p:spPr>
          <a:xfrm>
            <a:off x="5641552" y="3982541"/>
            <a:ext cx="22122" cy="1718627"/>
          </a:xfrm>
          <a:prstGeom prst="bentConnector3">
            <a:avLst>
              <a:gd name="adj1" fmla="val 113336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B843BB8D-1792-4C22-E33F-E9A56878C0EE}"/>
              </a:ext>
            </a:extLst>
          </p:cNvPr>
          <p:cNvCxnSpPr>
            <a:cxnSpLocks/>
            <a:stCxn id="54" idx="0"/>
          </p:cNvCxnSpPr>
          <p:nvPr/>
        </p:nvCxnSpPr>
        <p:spPr>
          <a:xfrm rot="5400000" flipH="1" flipV="1">
            <a:off x="1524849" y="785349"/>
            <a:ext cx="288570" cy="1778981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12">
            <a:extLst>
              <a:ext uri="{FF2B5EF4-FFF2-40B4-BE49-F238E27FC236}">
                <a16:creationId xmlns:a16="http://schemas.microsoft.com/office/drawing/2014/main" id="{892B88D7-BDBE-34CF-8CFD-4A800937F299}"/>
              </a:ext>
            </a:extLst>
          </p:cNvPr>
          <p:cNvCxnSpPr>
            <a:cxnSpLocks/>
            <a:stCxn id="51" idx="2"/>
            <a:endCxn id="12" idx="1"/>
          </p:cNvCxnSpPr>
          <p:nvPr/>
        </p:nvCxnSpPr>
        <p:spPr>
          <a:xfrm rot="16200000" flipH="1">
            <a:off x="2019893" y="1863005"/>
            <a:ext cx="872828" cy="3366244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4318DCED-A17B-364C-A887-E172996D37B0}"/>
              </a:ext>
            </a:extLst>
          </p:cNvPr>
          <p:cNvSpPr/>
          <p:nvPr/>
        </p:nvSpPr>
        <p:spPr>
          <a:xfrm>
            <a:off x="4165105" y="5014888"/>
            <a:ext cx="1502122" cy="129202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51EBA69-BD0C-6B71-5DE4-D70AA51F3D8E}"/>
              </a:ext>
            </a:extLst>
          </p:cNvPr>
          <p:cNvSpPr txBox="1"/>
          <p:nvPr/>
        </p:nvSpPr>
        <p:spPr>
          <a:xfrm>
            <a:off x="4183645" y="5256464"/>
            <a:ext cx="1480029" cy="8894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lang="en-GB" sz="96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</a:rPr>
              <a:t>🚪</a:t>
            </a:r>
            <a:endParaRPr lang="en-US" sz="9600" dirty="0"/>
          </a:p>
        </p:txBody>
      </p:sp>
      <p:cxnSp>
        <p:nvCxnSpPr>
          <p:cNvPr id="93" name="Straight Arrow Connector 12">
            <a:extLst>
              <a:ext uri="{FF2B5EF4-FFF2-40B4-BE49-F238E27FC236}">
                <a16:creationId xmlns:a16="http://schemas.microsoft.com/office/drawing/2014/main" id="{F88CD123-D3DF-A157-B780-573C3A110E58}"/>
              </a:ext>
            </a:extLst>
          </p:cNvPr>
          <p:cNvCxnSpPr>
            <a:cxnSpLocks/>
            <a:stCxn id="51" idx="3"/>
            <a:endCxn id="62" idx="1"/>
          </p:cNvCxnSpPr>
          <p:nvPr/>
        </p:nvCxnSpPr>
        <p:spPr>
          <a:xfrm>
            <a:off x="1226151" y="2447376"/>
            <a:ext cx="2916827" cy="221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BD53FC-7B25-AF4A-C8CA-401461DEBE14}"/>
              </a:ext>
            </a:extLst>
          </p:cNvPr>
          <p:cNvSpPr/>
          <p:nvPr/>
        </p:nvSpPr>
        <p:spPr>
          <a:xfrm>
            <a:off x="4139425" y="1328859"/>
            <a:ext cx="1492384" cy="388257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rIns="0"/>
          <a:lstStyle/>
          <a:p>
            <a:pPr marL="312738" indent="-304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#1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328E5C-B2A5-ADCA-09EC-409D164613C6}"/>
              </a:ext>
            </a:extLst>
          </p:cNvPr>
          <p:cNvGrpSpPr/>
          <p:nvPr/>
        </p:nvGrpSpPr>
        <p:grpSpPr>
          <a:xfrm>
            <a:off x="761784" y="1042071"/>
            <a:ext cx="1694628" cy="400110"/>
            <a:chOff x="2343832" y="2201084"/>
            <a:chExt cx="1694628" cy="40011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C738A0E-4BC7-D2FA-B40D-0BAB7EAFF733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E61E9C62-4D4C-FEBF-ED12-7B0458E104C6}"/>
                </a:ext>
              </a:extLst>
            </p:cNvPr>
            <p:cNvSpPr txBox="1">
              <a:spLocks/>
            </p:cNvSpPr>
            <p:nvPr/>
          </p:nvSpPr>
          <p:spPr>
            <a:xfrm>
              <a:off x="2713890" y="2201084"/>
              <a:ext cx="132457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fake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2D8DED8-3B9B-F8C9-48CE-75661E6EB5C2}"/>
              </a:ext>
            </a:extLst>
          </p:cNvPr>
          <p:cNvGrpSpPr/>
          <p:nvPr/>
        </p:nvGrpSpPr>
        <p:grpSpPr>
          <a:xfrm>
            <a:off x="744236" y="4050898"/>
            <a:ext cx="2730041" cy="400110"/>
            <a:chOff x="1907115" y="2498371"/>
            <a:chExt cx="2730041" cy="40011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5F7F33B8-41E9-C49F-1033-58267788EDFF}"/>
                </a:ext>
              </a:extLst>
            </p:cNvPr>
            <p:cNvSpPr/>
            <p:nvPr/>
          </p:nvSpPr>
          <p:spPr>
            <a:xfrm>
              <a:off x="1907115" y="253536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97CC3045-7C39-F1F0-E76E-CA41EBF6B205}"/>
                </a:ext>
              </a:extLst>
            </p:cNvPr>
            <p:cNvSpPr txBox="1">
              <a:spLocks/>
            </p:cNvSpPr>
            <p:nvPr/>
          </p:nvSpPr>
          <p:spPr>
            <a:xfrm>
              <a:off x="2270668" y="2498371"/>
              <a:ext cx="236648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tapped  door #2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43D690-C1A1-35DF-228C-91AC8E4126D6}"/>
              </a:ext>
            </a:extLst>
          </p:cNvPr>
          <p:cNvGrpSpPr/>
          <p:nvPr/>
        </p:nvGrpSpPr>
        <p:grpSpPr>
          <a:xfrm>
            <a:off x="5935140" y="3982540"/>
            <a:ext cx="1204950" cy="1031658"/>
            <a:chOff x="2713890" y="1877312"/>
            <a:chExt cx="1204950" cy="1031658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B95C322-50DF-1293-AEE8-7BF57182075B}"/>
                </a:ext>
              </a:extLst>
            </p:cNvPr>
            <p:cNvSpPr/>
            <p:nvPr/>
          </p:nvSpPr>
          <p:spPr>
            <a:xfrm>
              <a:off x="2803647" y="187731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0CA51089-16FC-65CB-F541-C259850CF6FB}"/>
                </a:ext>
              </a:extLst>
            </p:cNvPr>
            <p:cNvSpPr txBox="1">
              <a:spLocks/>
            </p:cNvSpPr>
            <p:nvPr/>
          </p:nvSpPr>
          <p:spPr>
            <a:xfrm>
              <a:off x="2713890" y="2201084"/>
              <a:ext cx="120495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open door #2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BA48C9D-58EA-49D7-F30E-67D84CCE1000}"/>
              </a:ext>
            </a:extLst>
          </p:cNvPr>
          <p:cNvGrpSpPr/>
          <p:nvPr/>
        </p:nvGrpSpPr>
        <p:grpSpPr>
          <a:xfrm>
            <a:off x="5687084" y="1812550"/>
            <a:ext cx="1204950" cy="1383718"/>
            <a:chOff x="2280617" y="2232243"/>
            <a:chExt cx="1204950" cy="1383718"/>
          </a:xfrm>
        </p:grpSpPr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8044F64B-B6FF-5328-BEDB-BA25A238F229}"/>
                </a:ext>
              </a:extLst>
            </p:cNvPr>
            <p:cNvSpPr/>
            <p:nvPr/>
          </p:nvSpPr>
          <p:spPr>
            <a:xfrm>
              <a:off x="2377700" y="2232243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52A64C17-7110-8B55-4E51-25088BE8645B}"/>
                </a:ext>
              </a:extLst>
            </p:cNvPr>
            <p:cNvSpPr txBox="1">
              <a:spLocks/>
            </p:cNvSpPr>
            <p:nvPr/>
          </p:nvSpPr>
          <p:spPr>
            <a:xfrm>
              <a:off x="2280617" y="2600298"/>
              <a:ext cx="1204950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villain forged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door #1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399E7B-EA4B-2DE7-21CA-E6197384CBB8}"/>
              </a:ext>
            </a:extLst>
          </p:cNvPr>
          <p:cNvGrpSpPr/>
          <p:nvPr/>
        </p:nvGrpSpPr>
        <p:grpSpPr>
          <a:xfrm>
            <a:off x="1349867" y="5792235"/>
            <a:ext cx="2169698" cy="400110"/>
            <a:chOff x="2343832" y="2192133"/>
            <a:chExt cx="2169698" cy="400110"/>
          </a:xfrm>
        </p:grpSpPr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31760557-8BEF-9A6F-DE36-D5CF74B0E45F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A6F795A9-CF69-A3CA-7A28-8ADA3C33AA3E}"/>
                </a:ext>
              </a:extLst>
            </p:cNvPr>
            <p:cNvSpPr txBox="1">
              <a:spLocks/>
            </p:cNvSpPr>
            <p:nvPr/>
          </p:nvSpPr>
          <p:spPr>
            <a:xfrm>
              <a:off x="2703832" y="2192133"/>
              <a:ext cx="180969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enter door #2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EF85D2F-AF35-E3E6-EB73-E2262D393E95}"/>
              </a:ext>
            </a:extLst>
          </p:cNvPr>
          <p:cNvGrpSpPr/>
          <p:nvPr/>
        </p:nvGrpSpPr>
        <p:grpSpPr>
          <a:xfrm>
            <a:off x="1349867" y="2564976"/>
            <a:ext cx="2444233" cy="400110"/>
            <a:chOff x="2348024" y="3083812"/>
            <a:chExt cx="2444233" cy="400110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8FDDFD12-AFEA-2230-145C-6A49497C9365}"/>
                </a:ext>
              </a:extLst>
            </p:cNvPr>
            <p:cNvSpPr/>
            <p:nvPr/>
          </p:nvSpPr>
          <p:spPr>
            <a:xfrm>
              <a:off x="2348024" y="3103953"/>
              <a:ext cx="360000" cy="360000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2" name="Content Placeholder 2">
              <a:extLst>
                <a:ext uri="{FF2B5EF4-FFF2-40B4-BE49-F238E27FC236}">
                  <a16:creationId xmlns:a16="http://schemas.microsoft.com/office/drawing/2014/main" id="{26BC88BE-4420-B168-436B-D2F51F12318A}"/>
                </a:ext>
              </a:extLst>
            </p:cNvPr>
            <p:cNvSpPr txBox="1">
              <a:spLocks/>
            </p:cNvSpPr>
            <p:nvPr/>
          </p:nvSpPr>
          <p:spPr>
            <a:xfrm>
              <a:off x="2750008" y="3083812"/>
              <a:ext cx="204224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door #1 locked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19C0050A-4AC9-72BC-E71D-07A4DA77B6C4}"/>
              </a:ext>
            </a:extLst>
          </p:cNvPr>
          <p:cNvSpPr/>
          <p:nvPr/>
        </p:nvSpPr>
        <p:spPr>
          <a:xfrm>
            <a:off x="2551486" y="1328860"/>
            <a:ext cx="1493739" cy="694366"/>
          </a:xfrm>
          <a:prstGeom prst="rect">
            <a:avLst/>
          </a:prstGeom>
          <a:solidFill>
            <a:schemeClr val="accent6">
              <a:lumMod val="75000"/>
              <a:alpha val="31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108000"/>
          <a:lstStyle/>
          <a:p>
            <a:pPr marL="7938"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#2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copied NFC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293FE7-F79F-84C1-8EDD-95C88DB5F454}"/>
              </a:ext>
            </a:extLst>
          </p:cNvPr>
          <p:cNvSpPr txBox="1"/>
          <p:nvPr/>
        </p:nvSpPr>
        <p:spPr>
          <a:xfrm>
            <a:off x="3449291" y="939396"/>
            <a:ext cx="592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/>
              <a:t>🦹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9BE28D-977E-678A-26E2-522E05DFA780}"/>
              </a:ext>
            </a:extLst>
          </p:cNvPr>
          <p:cNvSpPr txBox="1"/>
          <p:nvPr/>
        </p:nvSpPr>
        <p:spPr>
          <a:xfrm>
            <a:off x="247838" y="214173"/>
            <a:ext cx="69134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i="1" dirty="0">
                <a:solidFill>
                  <a:schemeClr val="accent2"/>
                </a:solidFill>
                <a:latin typeface="+mj-lt"/>
                <a:cs typeface="Arial" panose="020B0604020202020204" pitchFamily="34" charset="0"/>
              </a:rPr>
              <a:t>Problem statement with static locators </a:t>
            </a:r>
            <a:r>
              <a:rPr lang="en-GB" sz="3600" baseline="-11000" dirty="0">
                <a:solidFill>
                  <a:srgbClr val="31C8FF"/>
                </a:solidFill>
                <a:effectLst>
                  <a:glow>
                    <a:schemeClr val="bg1"/>
                  </a:glow>
                </a:effectLst>
              </a:rPr>
              <a:t>🔆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2022A7-2040-B5B6-3D74-CD73330778FE}"/>
              </a:ext>
            </a:extLst>
          </p:cNvPr>
          <p:cNvSpPr txBox="1"/>
          <p:nvPr/>
        </p:nvSpPr>
        <p:spPr>
          <a:xfrm>
            <a:off x="7806069" y="163370"/>
            <a:ext cx="42673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i="1" dirty="0">
                <a:solidFill>
                  <a:srgbClr val="31C8FF"/>
                </a:solidFill>
                <a:latin typeface="+mj-lt"/>
                <a:cs typeface="Arial" panose="020B0604020202020204" pitchFamily="34" charset="0"/>
              </a:rPr>
              <a:t>Solution with </a:t>
            </a:r>
            <a:br>
              <a:rPr lang="en-GB" sz="2400" i="1" dirty="0">
                <a:solidFill>
                  <a:srgbClr val="31C8FF"/>
                </a:solidFill>
                <a:latin typeface="+mj-lt"/>
                <a:cs typeface="Arial" panose="020B0604020202020204" pitchFamily="34" charset="0"/>
              </a:rPr>
            </a:br>
            <a:r>
              <a:rPr lang="en-GB" sz="2400" i="1" dirty="0">
                <a:solidFill>
                  <a:srgbClr val="31C8FF"/>
                </a:solidFill>
                <a:latin typeface="+mj-lt"/>
                <a:cs typeface="Arial" panose="020B0604020202020204" pitchFamily="34" charset="0"/>
              </a:rPr>
              <a:t>ephemerals </a:t>
            </a:r>
            <a:r>
              <a:rPr lang="en-GB" sz="3600" baseline="-11000" dirty="0">
                <a:solidFill>
                  <a:srgbClr val="31C8FF"/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endParaRPr lang="en-GB" sz="2800" baseline="-11000" dirty="0">
              <a:solidFill>
                <a:srgbClr val="31C8FF"/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EEC919B-43B9-C2C6-A00C-D899C79B1528}"/>
              </a:ext>
            </a:extLst>
          </p:cNvPr>
          <p:cNvGrpSpPr/>
          <p:nvPr/>
        </p:nvGrpSpPr>
        <p:grpSpPr>
          <a:xfrm>
            <a:off x="9694147" y="1828180"/>
            <a:ext cx="1502122" cy="1292026"/>
            <a:chOff x="3567259" y="2334978"/>
            <a:chExt cx="1502122" cy="1292026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791A34B-D33A-6DE0-A157-61B7259234EF}"/>
                </a:ext>
              </a:extLst>
            </p:cNvPr>
            <p:cNvSpPr/>
            <p:nvPr/>
          </p:nvSpPr>
          <p:spPr>
            <a:xfrm>
              <a:off x="3567259" y="2334978"/>
              <a:ext cx="1502122" cy="129202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door #1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805E206-B464-961F-DF4D-2FD531D14BC6}"/>
                </a:ext>
              </a:extLst>
            </p:cNvPr>
            <p:cNvSpPr txBox="1"/>
            <p:nvPr/>
          </p:nvSpPr>
          <p:spPr>
            <a:xfrm>
              <a:off x="3585799" y="2576554"/>
              <a:ext cx="1480029" cy="889408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lang="en-GB" sz="9600" baseline="-90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</a:rPr>
                <a:t>🚪</a:t>
              </a:r>
              <a:endParaRPr lang="en-US" sz="9600" dirty="0"/>
            </a:p>
          </p:txBody>
        </p:sp>
      </p:grpSp>
      <p:sp>
        <p:nvSpPr>
          <p:cNvPr id="74" name="Rectangle 73">
            <a:extLst>
              <a:ext uri="{FF2B5EF4-FFF2-40B4-BE49-F238E27FC236}">
                <a16:creationId xmlns:a16="http://schemas.microsoft.com/office/drawing/2014/main" id="{E4A5D6C8-E8FE-7E5D-2FB9-2807DC2AEE62}"/>
              </a:ext>
            </a:extLst>
          </p:cNvPr>
          <p:cNvSpPr/>
          <p:nvPr/>
        </p:nvSpPr>
        <p:spPr>
          <a:xfrm>
            <a:off x="9694147" y="1372000"/>
            <a:ext cx="1498562" cy="375407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#1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F9EE271-E2F8-8DCA-5DC1-5AF5BCEBF993}"/>
              </a:ext>
            </a:extLst>
          </p:cNvPr>
          <p:cNvGrpSpPr/>
          <p:nvPr/>
        </p:nvGrpSpPr>
        <p:grpSpPr>
          <a:xfrm>
            <a:off x="9701639" y="5315889"/>
            <a:ext cx="1502123" cy="1038741"/>
            <a:chOff x="7507403" y="1006813"/>
            <a:chExt cx="648604" cy="1038741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918184C-AC35-D4E2-1B06-F696F69CFCD3}"/>
                </a:ext>
              </a:extLst>
            </p:cNvPr>
            <p:cNvSpPr/>
            <p:nvPr/>
          </p:nvSpPr>
          <p:spPr>
            <a:xfrm>
              <a:off x="7507403" y="1006813"/>
              <a:ext cx="648604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A36AFC7-220E-0EE7-5954-81524D83110E}"/>
                </a:ext>
              </a:extLst>
            </p:cNvPr>
            <p:cNvSpPr/>
            <p:nvPr/>
          </p:nvSpPr>
          <p:spPr>
            <a:xfrm>
              <a:off x="7538137" y="1403791"/>
              <a:ext cx="583774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Host</a:t>
              </a:r>
            </a:p>
          </p:txBody>
        </p:sp>
      </p:grpSp>
      <p:cxnSp>
        <p:nvCxnSpPr>
          <p:cNvPr id="89" name="Straight Arrow Connector 12">
            <a:extLst>
              <a:ext uri="{FF2B5EF4-FFF2-40B4-BE49-F238E27FC236}">
                <a16:creationId xmlns:a16="http://schemas.microsoft.com/office/drawing/2014/main" id="{2E7BA5C2-BEC8-8414-9A97-B5F73F253274}"/>
              </a:ext>
            </a:extLst>
          </p:cNvPr>
          <p:cNvCxnSpPr>
            <a:cxnSpLocks/>
            <a:stCxn id="83" idx="3"/>
            <a:endCxn id="74" idx="3"/>
          </p:cNvCxnSpPr>
          <p:nvPr/>
        </p:nvCxnSpPr>
        <p:spPr>
          <a:xfrm flipH="1" flipV="1">
            <a:off x="11192709" y="1559704"/>
            <a:ext cx="11053" cy="4275556"/>
          </a:xfrm>
          <a:prstGeom prst="bentConnector3">
            <a:avLst>
              <a:gd name="adj1" fmla="val -5208839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69F19CC4-F2E6-7193-A55C-75EA90DE4C85}"/>
              </a:ext>
            </a:extLst>
          </p:cNvPr>
          <p:cNvGrpSpPr/>
          <p:nvPr/>
        </p:nvGrpSpPr>
        <p:grpSpPr>
          <a:xfrm>
            <a:off x="10358747" y="4188645"/>
            <a:ext cx="1404401" cy="1015663"/>
            <a:chOff x="10254197" y="3252224"/>
            <a:chExt cx="1404401" cy="1015663"/>
          </a:xfrm>
        </p:grpSpPr>
        <p:sp>
          <p:nvSpPr>
            <p:cNvPr id="92" name="Content Placeholder 2">
              <a:extLst>
                <a:ext uri="{FF2B5EF4-FFF2-40B4-BE49-F238E27FC236}">
                  <a16:creationId xmlns:a16="http://schemas.microsoft.com/office/drawing/2014/main" id="{369DE6C2-8C65-6880-6715-4C6216F49C7A}"/>
                </a:ext>
              </a:extLst>
            </p:cNvPr>
            <p:cNvSpPr txBox="1">
              <a:spLocks/>
            </p:cNvSpPr>
            <p:nvPr/>
          </p:nvSpPr>
          <p:spPr>
            <a:xfrm>
              <a:off x="10254197" y="3252224"/>
              <a:ext cx="1404401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ephemeral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locators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every 60’’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A0D8778-E534-9C6C-19A4-AA4CC1BA2954}"/>
                </a:ext>
              </a:extLst>
            </p:cNvPr>
            <p:cNvSpPr txBox="1"/>
            <p:nvPr/>
          </p:nvSpPr>
          <p:spPr>
            <a:xfrm>
              <a:off x="11208397" y="3592341"/>
              <a:ext cx="450201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🦋</a:t>
              </a:r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AFEF7769-003D-8840-2CF8-06EE1B3E71CC}"/>
              </a:ext>
            </a:extLst>
          </p:cNvPr>
          <p:cNvSpPr txBox="1"/>
          <p:nvPr/>
        </p:nvSpPr>
        <p:spPr>
          <a:xfrm>
            <a:off x="8574288" y="3383580"/>
            <a:ext cx="828905" cy="9951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lang="en-GB" sz="88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🧑‍🦰</a:t>
            </a:r>
          </a:p>
        </p:txBody>
      </p:sp>
      <p:cxnSp>
        <p:nvCxnSpPr>
          <p:cNvPr id="106" name="Straight Arrow Connector 12">
            <a:extLst>
              <a:ext uri="{FF2B5EF4-FFF2-40B4-BE49-F238E27FC236}">
                <a16:creationId xmlns:a16="http://schemas.microsoft.com/office/drawing/2014/main" id="{758233F1-824C-30AF-B97A-8172C01BBCA1}"/>
              </a:ext>
            </a:extLst>
          </p:cNvPr>
          <p:cNvCxnSpPr>
            <a:cxnSpLocks/>
            <a:stCxn id="105" idx="0"/>
            <a:endCxn id="114" idx="2"/>
          </p:cNvCxnSpPr>
          <p:nvPr/>
        </p:nvCxnSpPr>
        <p:spPr>
          <a:xfrm flipH="1" flipV="1">
            <a:off x="8988740" y="2066366"/>
            <a:ext cx="1" cy="131721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8DCECB40-3D69-E461-93E2-1E21C0567275}"/>
              </a:ext>
            </a:extLst>
          </p:cNvPr>
          <p:cNvSpPr/>
          <p:nvPr/>
        </p:nvSpPr>
        <p:spPr>
          <a:xfrm>
            <a:off x="8378408" y="1372000"/>
            <a:ext cx="1220664" cy="694366"/>
          </a:xfrm>
          <a:prstGeom prst="rect">
            <a:avLst/>
          </a:prstGeom>
          <a:solidFill>
            <a:srgbClr val="330E39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 rIns="90000"/>
          <a:lstStyle/>
          <a:p>
            <a:pPr marL="7938"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#2 copy</a:t>
            </a:r>
          </a:p>
        </p:txBody>
      </p:sp>
      <p:cxnSp>
        <p:nvCxnSpPr>
          <p:cNvPr id="118" name="Straight Arrow Connector 12">
            <a:extLst>
              <a:ext uri="{FF2B5EF4-FFF2-40B4-BE49-F238E27FC236}">
                <a16:creationId xmlns:a16="http://schemas.microsoft.com/office/drawing/2014/main" id="{76CFE0A0-FB4C-8011-3AFB-6AEF81483F8C}"/>
              </a:ext>
            </a:extLst>
          </p:cNvPr>
          <p:cNvCxnSpPr>
            <a:cxnSpLocks/>
            <a:stCxn id="105" idx="2"/>
            <a:endCxn id="83" idx="1"/>
          </p:cNvCxnSpPr>
          <p:nvPr/>
        </p:nvCxnSpPr>
        <p:spPr>
          <a:xfrm rot="16200000" flipH="1">
            <a:off x="8616922" y="4750543"/>
            <a:ext cx="1456536" cy="712898"/>
          </a:xfrm>
          <a:prstGeom prst="bentConnector2">
            <a:avLst/>
          </a:prstGeom>
          <a:ln>
            <a:solidFill>
              <a:schemeClr val="accent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918A25C-BB72-74BA-E9B1-8B93F779D234}"/>
              </a:ext>
            </a:extLst>
          </p:cNvPr>
          <p:cNvGrpSpPr/>
          <p:nvPr/>
        </p:nvGrpSpPr>
        <p:grpSpPr>
          <a:xfrm>
            <a:off x="8265852" y="2322800"/>
            <a:ext cx="785419" cy="749714"/>
            <a:chOff x="2118552" y="2223776"/>
            <a:chExt cx="785419" cy="749714"/>
          </a:xfrm>
        </p:grpSpPr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6B07F18A-BBF8-B87D-CB94-8C21223A8FC4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3" name="Content Placeholder 2">
              <a:extLst>
                <a:ext uri="{FF2B5EF4-FFF2-40B4-BE49-F238E27FC236}">
                  <a16:creationId xmlns:a16="http://schemas.microsoft.com/office/drawing/2014/main" id="{B28D46E4-63BB-66D6-7F08-3431E935A553}"/>
                </a:ext>
              </a:extLst>
            </p:cNvPr>
            <p:cNvSpPr txBox="1">
              <a:spLocks/>
            </p:cNvSpPr>
            <p:nvPr/>
          </p:nvSpPr>
          <p:spPr>
            <a:xfrm>
              <a:off x="2118552" y="2573380"/>
              <a:ext cx="78541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B3925BF-8F1A-39E3-9285-604839FED0BC}"/>
              </a:ext>
            </a:extLst>
          </p:cNvPr>
          <p:cNvGrpSpPr/>
          <p:nvPr/>
        </p:nvGrpSpPr>
        <p:grpSpPr>
          <a:xfrm>
            <a:off x="8410836" y="5503064"/>
            <a:ext cx="1105404" cy="757417"/>
            <a:chOff x="2260353" y="3103953"/>
            <a:chExt cx="1105404" cy="757417"/>
          </a:xfrm>
        </p:grpSpPr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BF3DA227-7540-7EAF-B17E-7385ADCD0D4A}"/>
                </a:ext>
              </a:extLst>
            </p:cNvPr>
            <p:cNvSpPr/>
            <p:nvPr/>
          </p:nvSpPr>
          <p:spPr>
            <a:xfrm>
              <a:off x="2348024" y="3103953"/>
              <a:ext cx="360000" cy="360000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26" name="Content Placeholder 2">
              <a:extLst>
                <a:ext uri="{FF2B5EF4-FFF2-40B4-BE49-F238E27FC236}">
                  <a16:creationId xmlns:a16="http://schemas.microsoft.com/office/drawing/2014/main" id="{DD072F36-AF42-29A0-FC6B-F143AB441917}"/>
                </a:ext>
              </a:extLst>
            </p:cNvPr>
            <p:cNvSpPr txBox="1">
              <a:spLocks/>
            </p:cNvSpPr>
            <p:nvPr/>
          </p:nvSpPr>
          <p:spPr>
            <a:xfrm>
              <a:off x="2260353" y="3461260"/>
              <a:ext cx="110540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expired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07BF56D3-84D2-287C-8972-1E2EF1EFDDFB}"/>
              </a:ext>
            </a:extLst>
          </p:cNvPr>
          <p:cNvSpPr txBox="1"/>
          <p:nvPr/>
        </p:nvSpPr>
        <p:spPr>
          <a:xfrm>
            <a:off x="8300267" y="990443"/>
            <a:ext cx="592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/>
              <a:t>🦹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0B1B9F7-F81E-7836-146F-2B305FAD45E3}"/>
              </a:ext>
            </a:extLst>
          </p:cNvPr>
          <p:cNvSpPr/>
          <p:nvPr/>
        </p:nvSpPr>
        <p:spPr>
          <a:xfrm>
            <a:off x="9694147" y="3748898"/>
            <a:ext cx="1498562" cy="375407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door #2</a:t>
            </a:r>
          </a:p>
        </p:txBody>
      </p:sp>
      <p:cxnSp>
        <p:nvCxnSpPr>
          <p:cNvPr id="137" name="Straight Arrow Connector 12">
            <a:extLst>
              <a:ext uri="{FF2B5EF4-FFF2-40B4-BE49-F238E27FC236}">
                <a16:creationId xmlns:a16="http://schemas.microsoft.com/office/drawing/2014/main" id="{C9E1DF69-8FDD-ACA4-8C72-C80B9BE12881}"/>
              </a:ext>
            </a:extLst>
          </p:cNvPr>
          <p:cNvCxnSpPr>
            <a:cxnSpLocks/>
            <a:stCxn id="83" idx="3"/>
            <a:endCxn id="136" idx="3"/>
          </p:cNvCxnSpPr>
          <p:nvPr/>
        </p:nvCxnSpPr>
        <p:spPr>
          <a:xfrm flipH="1" flipV="1">
            <a:off x="11192709" y="3936602"/>
            <a:ext cx="11053" cy="1898658"/>
          </a:xfrm>
          <a:prstGeom prst="bentConnector3">
            <a:avLst>
              <a:gd name="adj1" fmla="val -5208839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426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47785</TotalTime>
  <Words>186</Words>
  <Application>Microsoft Macintosh PowerPoint</Application>
  <PresentationFormat>Widescreen</PresentationFormat>
  <Paragraphs>92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Menlo</vt:lpstr>
      <vt:lpstr>Amazon Ember</vt:lpstr>
      <vt:lpstr>Amazon Ember Display</vt:lpstr>
      <vt:lpstr>Wingdings</vt:lpstr>
      <vt:lpstr>AWS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Fonseca, Jorge</cp:lastModifiedBy>
  <cp:revision>155</cp:revision>
  <dcterms:created xsi:type="dcterms:W3CDTF">2022-10-07T16:14:37Z</dcterms:created>
  <dcterms:modified xsi:type="dcterms:W3CDTF">2025-04-22T20:19:43Z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2025-04-22T20:19:41Z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0d0947de-31c9-4091-9872-c7b63b0f277e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