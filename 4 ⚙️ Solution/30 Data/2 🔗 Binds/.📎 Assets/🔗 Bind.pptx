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6" r:id="rId2"/>
    <p:sldId id="1702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702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5EFD-785F-F69D-1AE3-FCFB17B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9D90F-451E-E698-9D6D-17878CEAF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B8448-30DF-6B43-04DF-B3B4B91C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6A7214-D7BF-0194-4569-DBD163C4A1B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6B86-09EE-E544-AF44-EE78CE32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EF3390-2323-871D-0451-54CB9CCA2BA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7:55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6D7D4-A847-9CCF-B060-C52997B3A8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Vaults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9F33-1D84-5CFE-6F49-4D5E320B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92C055F6-F17A-0B6E-C5AA-E41824889AC7}"/>
              </a:ext>
            </a:extLst>
          </p:cNvPr>
          <p:cNvCxnSpPr>
            <a:cxnSpLocks/>
          </p:cNvCxnSpPr>
          <p:nvPr/>
        </p:nvCxnSpPr>
        <p:spPr>
          <a:xfrm flipV="1">
            <a:off x="5337217" y="14298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3708C6E1-8614-B0B0-8899-6C04A38240F3}"/>
              </a:ext>
            </a:extLst>
          </p:cNvPr>
          <p:cNvSpPr txBox="1">
            <a:spLocks/>
          </p:cNvSpPr>
          <p:nvPr/>
        </p:nvSpPr>
        <p:spPr>
          <a:xfrm>
            <a:off x="4280743" y="17325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BC2444D2-B0E8-9A89-A871-AAF115C3B319}"/>
              </a:ext>
            </a:extLst>
          </p:cNvPr>
          <p:cNvSpPr/>
          <p:nvPr/>
        </p:nvSpPr>
        <p:spPr>
          <a:xfrm>
            <a:off x="5157040" y="177211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DD20FE4-A6EB-AEBA-1C48-42685D0D02DB}"/>
              </a:ext>
            </a:extLst>
          </p:cNvPr>
          <p:cNvGrpSpPr/>
          <p:nvPr/>
        </p:nvGrpSpPr>
        <p:grpSpPr>
          <a:xfrm>
            <a:off x="2812142" y="401186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44F346-EF68-C032-3A8C-C6E4760EEFBB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0B7C6D2-AA6B-EC99-C6CC-05E592CDF82E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692BC4-000A-2290-0DF9-85FD64FE26C4}"/>
              </a:ext>
            </a:extLst>
          </p:cNvPr>
          <p:cNvGrpSpPr/>
          <p:nvPr/>
        </p:nvGrpSpPr>
        <p:grpSpPr>
          <a:xfrm>
            <a:off x="2809366" y="2818792"/>
            <a:ext cx="3418797" cy="1490223"/>
            <a:chOff x="6096000" y="4418672"/>
            <a:chExt cx="2505685" cy="1490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41BC8-2669-38A1-631C-73711C96B3AC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0FA10A-419E-1B8E-F246-AC1DA104B8C3}"/>
                </a:ext>
              </a:extLst>
            </p:cNvPr>
            <p:cNvSpPr/>
            <p:nvPr/>
          </p:nvSpPr>
          <p:spPr>
            <a:xfrm>
              <a:off x="6214847" y="5213618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Wallet: App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A5472C-3C1D-1122-7773-997A93F6BC85}"/>
                </a:ext>
              </a:extLst>
            </p:cNvPr>
            <p:cNvSpPr/>
            <p:nvPr/>
          </p:nvSpPr>
          <p:spPr>
            <a:xfrm>
              <a:off x="7930386" y="4546027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2D7877-3A0C-A69C-434A-AC466BAAE780}"/>
                </a:ext>
              </a:extLst>
            </p:cNvPr>
            <p:cNvSpPr/>
            <p:nvPr/>
          </p:nvSpPr>
          <p:spPr>
            <a:xfrm>
              <a:off x="6214847" y="4546027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F932E1AA-EF41-F4CF-2415-FAEBC0C40BB8}"/>
              </a:ext>
            </a:extLst>
          </p:cNvPr>
          <p:cNvCxnSpPr>
            <a:cxnSpLocks/>
          </p:cNvCxnSpPr>
          <p:nvPr/>
        </p:nvCxnSpPr>
        <p:spPr>
          <a:xfrm flipV="1">
            <a:off x="3735070" y="1415915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9E36EC0-2D2C-C3A7-AAA4-9E3B6EBDEA46}"/>
              </a:ext>
            </a:extLst>
          </p:cNvPr>
          <p:cNvSpPr txBox="1">
            <a:spLocks/>
          </p:cNvSpPr>
          <p:nvPr/>
        </p:nvSpPr>
        <p:spPr>
          <a:xfrm>
            <a:off x="2678596" y="2209683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88B286-512A-C60D-65FA-967060AED3FE}"/>
              </a:ext>
            </a:extLst>
          </p:cNvPr>
          <p:cNvSpPr/>
          <p:nvPr/>
        </p:nvSpPr>
        <p:spPr>
          <a:xfrm>
            <a:off x="3554893" y="22492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513CE3-E2EB-8EEB-95F1-A24CD2133E46}"/>
              </a:ext>
            </a:extLst>
          </p:cNvPr>
          <p:cNvSpPr txBox="1">
            <a:spLocks/>
          </p:cNvSpPr>
          <p:nvPr/>
        </p:nvSpPr>
        <p:spPr>
          <a:xfrm>
            <a:off x="7302808" y="640826"/>
            <a:ext cx="2891059" cy="30178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🧢 Persona</a:t>
            </a:r>
            <a:br>
              <a:rPr lang="en-US" sz="2000" dirty="0"/>
            </a:br>
            <a:r>
              <a:rPr lang="en-US" sz="2000" dirty="0"/>
              <a:t>🆔 Identity</a:t>
            </a:r>
            <a:br>
              <a:rPr lang="en-US" sz="2000" dirty="0"/>
            </a:br>
            <a:r>
              <a:rPr lang="en-US" sz="2000" dirty="0"/>
              <a:t>💳 Payer</a:t>
            </a:r>
            <a:br>
              <a:rPr lang="en-US" sz="2000" dirty="0"/>
            </a:br>
            <a:r>
              <a:rPr lang="en-US" sz="2000" dirty="0"/>
              <a:t>📦 Storage</a:t>
            </a:r>
            <a:br>
              <a:rPr lang="en-US" sz="2000" dirty="0"/>
            </a:br>
            <a:r>
              <a:rPr lang="en-US" sz="2000" dirty="0"/>
              <a:t>🏦 Financial agents</a:t>
            </a:r>
            <a:br>
              <a:rPr lang="en-US" sz="2000" dirty="0"/>
            </a:br>
            <a:r>
              <a:rPr lang="en-US" sz="2000" dirty="0"/>
              <a:t>🧑‍⚕️ Health agents</a:t>
            </a:r>
            <a:br>
              <a:rPr lang="en-US" sz="2000" dirty="0"/>
            </a:br>
            <a:r>
              <a:rPr lang="en-US" sz="2000" dirty="0"/>
              <a:t>others…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E381EB0-557F-A8A8-102F-5120E0864073}"/>
              </a:ext>
            </a:extLst>
          </p:cNvPr>
          <p:cNvSpPr/>
          <p:nvPr/>
        </p:nvSpPr>
        <p:spPr>
          <a:xfrm>
            <a:off x="6550118" y="553673"/>
            <a:ext cx="1163895" cy="3105030"/>
          </a:xfrm>
          <a:prstGeom prst="leftBrace">
            <a:avLst>
              <a:gd name="adj1" fmla="val 8333"/>
              <a:gd name="adj2" fmla="val 1634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57A85-6E7D-1D5A-920F-5E1BFE2CE83E}"/>
              </a:ext>
            </a:extLst>
          </p:cNvPr>
          <p:cNvSpPr txBox="1"/>
          <p:nvPr/>
        </p:nvSpPr>
        <p:spPr>
          <a:xfrm>
            <a:off x="147264" y="6233934"/>
            <a:ext cx="10579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VAULT</a:t>
            </a:r>
          </a:p>
        </p:txBody>
      </p:sp>
    </p:spTree>
    <p:extLst>
      <p:ext uri="{BB962C8B-B14F-4D97-AF65-F5344CB8AC3E}">
        <p14:creationId xmlns:p14="http://schemas.microsoft.com/office/powerpoint/2010/main" val="82583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47471</TotalTime>
  <Words>45</Words>
  <Application>Microsoft Macintosh PowerPoint</Application>
  <PresentationFormat>Widescreen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160</cp:revision>
  <dcterms:created xsi:type="dcterms:W3CDTF">2022-10-07T16:14:37Z</dcterms:created>
  <dcterms:modified xsi:type="dcterms:W3CDTF">2025-10-15T18:55:28Z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