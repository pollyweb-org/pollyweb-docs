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835" r:id="rId2"/>
    <p:sldId id="1694" r:id="rId3"/>
  </p:sldIdLst>
  <p:sldSz cx="12192000" cy="6858000"/>
  <p:notesSz cx="6858000" cy="9144000"/>
  <p:embeddedFontLst>
    <p:embeddedFont>
      <p:font typeface="Amazon Ember" panose="020B0603020204020204" pitchFamily="34" charset="0"/>
      <p:regular r:id="rId6"/>
      <p:bold r:id="rId7"/>
      <p:italic r:id="rId8"/>
      <p:boldItalic r:id="rId9"/>
    </p:embeddedFont>
    <p:embeddedFont>
      <p:font typeface="Amazon Ember Display" panose="020F0603020204020204" pitchFamily="34" charset="0"/>
      <p:regular r:id="rId10"/>
      <p:bold r:id="rId11"/>
      <p:italic r:id="rId12"/>
      <p:boldItalic r:id="rId13"/>
    </p:embeddedFont>
    <p:embeddedFont>
      <p:font typeface="Segoe UI" panose="020B0502040204020203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📜 Domain Manifest" id="{F06F95BB-D49F-7447-97EC-5C05B9195A06}">
          <p14:sldIdLst>
            <p14:sldId id="1835"/>
            <p14:sldId id="169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62" autoAdjust="0"/>
    <p:restoredTop sz="96966" autoAdjust="0"/>
  </p:normalViewPr>
  <p:slideViewPr>
    <p:cSldViewPr snapToGrid="0">
      <p:cViewPr varScale="1">
        <p:scale>
          <a:sx n="128" d="100"/>
          <a:sy n="128" d="100"/>
        </p:scale>
        <p:origin x="464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handoutMaster" Target="handoutMasters/handoutMaster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19354-65AE-3646-59B8-02A63FF67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A719DD-705C-23AB-AC92-85BD76BC63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15579F-68C2-2FD0-1408-7B8B02D0E2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1B1BBE7-3CB5-620D-4FC5-B42981F68D5A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F2E34-D627-FA32-958E-AB94B918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F46100-1863-D5D4-8E52-BE5D2352CBF8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10/15/25 3:45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2B13FC-6F84-7879-EE90-CEEED07347B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00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9745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2DD51-350F-6313-E126-26614FD61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37E806-8663-67AD-2556-02ED185D401B}"/>
              </a:ext>
            </a:extLst>
          </p:cNvPr>
          <p:cNvSpPr txBox="1"/>
          <p:nvPr/>
        </p:nvSpPr>
        <p:spPr>
          <a:xfrm>
            <a:off x="1521508" y="1613118"/>
            <a:ext cx="9148983" cy="186204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📜 Graphs</a:t>
            </a:r>
          </a:p>
        </p:txBody>
      </p:sp>
    </p:spTree>
    <p:extLst>
      <p:ext uri="{BB962C8B-B14F-4D97-AF65-F5344CB8AC3E}">
        <p14:creationId xmlns:p14="http://schemas.microsoft.com/office/powerpoint/2010/main" val="3244206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F0111-DE78-29F5-8538-19174A024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" name="Straight Arrow Connector 12">
            <a:extLst>
              <a:ext uri="{FF2B5EF4-FFF2-40B4-BE49-F238E27FC236}">
                <a16:creationId xmlns:a16="http://schemas.microsoft.com/office/drawing/2014/main" id="{241DB7F7-946B-FFB1-1317-352F94525A5C}"/>
              </a:ext>
            </a:extLst>
          </p:cNvPr>
          <p:cNvCxnSpPr>
            <a:cxnSpLocks/>
            <a:endCxn id="122" idx="3"/>
          </p:cNvCxnSpPr>
          <p:nvPr/>
        </p:nvCxnSpPr>
        <p:spPr>
          <a:xfrm rot="10800000" flipV="1">
            <a:off x="7443914" y="3591828"/>
            <a:ext cx="2199616" cy="1218463"/>
          </a:xfrm>
          <a:prstGeom prst="curvedConnector3">
            <a:avLst>
              <a:gd name="adj1" fmla="val -39"/>
            </a:avLst>
          </a:prstGeom>
          <a:ln w="19050" cap="rnd">
            <a:solidFill>
              <a:schemeClr val="accent2"/>
            </a:solidFill>
            <a:prstDash val="sys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A46EF235-25EA-5D25-3EAD-677FB3DAC622}"/>
              </a:ext>
            </a:extLst>
          </p:cNvPr>
          <p:cNvGrpSpPr/>
          <p:nvPr/>
        </p:nvGrpSpPr>
        <p:grpSpPr>
          <a:xfrm>
            <a:off x="9370229" y="2621364"/>
            <a:ext cx="2202055" cy="970465"/>
            <a:chOff x="6139540" y="1012716"/>
            <a:chExt cx="3592946" cy="970465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7BC64CCD-FE6B-3C43-8991-E6A4E4EB6C78}"/>
                </a:ext>
              </a:extLst>
            </p:cNvPr>
            <p:cNvSpPr/>
            <p:nvPr/>
          </p:nvSpPr>
          <p:spPr>
            <a:xfrm>
              <a:off x="6236556" y="1375596"/>
              <a:ext cx="3418797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💼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Consumer</a:t>
              </a: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F45D78D1-CE3A-FE91-27D7-D15D4BB4B56A}"/>
                </a:ext>
              </a:extLst>
            </p:cNvPr>
            <p:cNvSpPr/>
            <p:nvPr/>
          </p:nvSpPr>
          <p:spPr>
            <a:xfrm>
              <a:off x="6139540" y="1012716"/>
              <a:ext cx="3592946" cy="970465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D34CFCF0-7091-1231-6FAA-96E642173A77}"/>
              </a:ext>
            </a:extLst>
          </p:cNvPr>
          <p:cNvSpPr/>
          <p:nvPr/>
        </p:nvSpPr>
        <p:spPr>
          <a:xfrm>
            <a:off x="4524864" y="2977094"/>
            <a:ext cx="201719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👂</a:t>
            </a:r>
            <a:r>
              <a:rPr lang="en-GB"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Listeners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1F12C9-9988-A5A3-5C2E-D456F870E152}"/>
              </a:ext>
            </a:extLst>
          </p:cNvPr>
          <p:cNvSpPr/>
          <p:nvPr/>
        </p:nvSpPr>
        <p:spPr>
          <a:xfrm>
            <a:off x="6685397" y="2977093"/>
            <a:ext cx="28135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40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99F26B-B6AF-B074-9290-BE541738F029}"/>
              </a:ext>
            </a:extLst>
          </p:cNvPr>
          <p:cNvSpPr/>
          <p:nvPr/>
        </p:nvSpPr>
        <p:spPr>
          <a:xfrm>
            <a:off x="7110090" y="2977093"/>
            <a:ext cx="28135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40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17" name="Straight Arrow Connector 12">
            <a:extLst>
              <a:ext uri="{FF2B5EF4-FFF2-40B4-BE49-F238E27FC236}">
                <a16:creationId xmlns:a16="http://schemas.microsoft.com/office/drawing/2014/main" id="{13EAA0C1-780C-52F5-2388-3A689F49192B}"/>
              </a:ext>
            </a:extLst>
          </p:cNvPr>
          <p:cNvCxnSpPr>
            <a:cxnSpLocks/>
            <a:endCxn id="135" idx="0"/>
          </p:cNvCxnSpPr>
          <p:nvPr/>
        </p:nvCxnSpPr>
        <p:spPr>
          <a:xfrm rot="10800000" flipV="1">
            <a:off x="1677087" y="1618664"/>
            <a:ext cx="1543377" cy="1002700"/>
          </a:xfrm>
          <a:prstGeom prst="curvedConnector2">
            <a:avLst/>
          </a:prstGeom>
          <a:ln w="19050" cap="rnd">
            <a:solidFill>
              <a:schemeClr val="accent4"/>
            </a:solidFill>
            <a:prstDash val="sys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2">
            <a:extLst>
              <a:ext uri="{FF2B5EF4-FFF2-40B4-BE49-F238E27FC236}">
                <a16:creationId xmlns:a16="http://schemas.microsoft.com/office/drawing/2014/main" id="{0E190EED-2508-94F6-30ED-56021A094E5D}"/>
              </a:ext>
            </a:extLst>
          </p:cNvPr>
          <p:cNvCxnSpPr>
            <a:cxnSpLocks/>
            <a:endCxn id="144" idx="0"/>
          </p:cNvCxnSpPr>
          <p:nvPr/>
        </p:nvCxnSpPr>
        <p:spPr>
          <a:xfrm>
            <a:off x="8521477" y="1621554"/>
            <a:ext cx="1949780" cy="999810"/>
          </a:xfrm>
          <a:prstGeom prst="curvedConnector2">
            <a:avLst/>
          </a:prstGeom>
          <a:ln w="19050" cap="rnd">
            <a:solidFill>
              <a:schemeClr val="accent4"/>
            </a:solidFill>
            <a:prstDash val="sys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12">
            <a:extLst>
              <a:ext uri="{FF2B5EF4-FFF2-40B4-BE49-F238E27FC236}">
                <a16:creationId xmlns:a16="http://schemas.microsoft.com/office/drawing/2014/main" id="{0D933808-F9F7-C471-F320-EE09EC92964D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03391" y="-227714"/>
            <a:ext cx="2890" cy="2290081"/>
          </a:xfrm>
          <a:prstGeom prst="curvedConnector3">
            <a:avLst>
              <a:gd name="adj1" fmla="val -15717405"/>
            </a:avLst>
          </a:prstGeom>
          <a:ln w="19050" cap="rnd">
            <a:solidFill>
              <a:schemeClr val="accent4"/>
            </a:solidFill>
            <a:prstDash val="sysDash"/>
            <a:round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12">
            <a:extLst>
              <a:ext uri="{FF2B5EF4-FFF2-40B4-BE49-F238E27FC236}">
                <a16:creationId xmlns:a16="http://schemas.microsoft.com/office/drawing/2014/main" id="{7FCC8460-DB5D-6DC6-AD1A-828C7539AFDE}"/>
              </a:ext>
            </a:extLst>
          </p:cNvPr>
          <p:cNvCxnSpPr>
            <a:cxnSpLocks/>
          </p:cNvCxnSpPr>
          <p:nvPr/>
        </p:nvCxnSpPr>
        <p:spPr>
          <a:xfrm>
            <a:off x="5330348" y="1920619"/>
            <a:ext cx="0" cy="990967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12">
            <a:extLst>
              <a:ext uri="{FF2B5EF4-FFF2-40B4-BE49-F238E27FC236}">
                <a16:creationId xmlns:a16="http://schemas.microsoft.com/office/drawing/2014/main" id="{3DC4383D-7AD0-E382-37FB-FEE80E47BAFF}"/>
              </a:ext>
            </a:extLst>
          </p:cNvPr>
          <p:cNvCxnSpPr>
            <a:cxnSpLocks/>
          </p:cNvCxnSpPr>
          <p:nvPr/>
        </p:nvCxnSpPr>
        <p:spPr>
          <a:xfrm>
            <a:off x="6445882" y="1899755"/>
            <a:ext cx="0" cy="1011831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12">
            <a:extLst>
              <a:ext uri="{FF2B5EF4-FFF2-40B4-BE49-F238E27FC236}">
                <a16:creationId xmlns:a16="http://schemas.microsoft.com/office/drawing/2014/main" id="{DC323DC1-60CC-2D5C-8897-394ECFEC8404}"/>
              </a:ext>
            </a:extLst>
          </p:cNvPr>
          <p:cNvCxnSpPr>
            <a:cxnSpLocks/>
            <a:endCxn id="121" idx="1"/>
          </p:cNvCxnSpPr>
          <p:nvPr/>
        </p:nvCxnSpPr>
        <p:spPr>
          <a:xfrm>
            <a:off x="2743975" y="3253364"/>
            <a:ext cx="1711783" cy="0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E59415F0-D9E4-A639-F54F-D608B55C57C9}"/>
              </a:ext>
            </a:extLst>
          </p:cNvPr>
          <p:cNvSpPr txBox="1">
            <a:spLocks/>
          </p:cNvSpPr>
          <p:nvPr/>
        </p:nvSpPr>
        <p:spPr>
          <a:xfrm>
            <a:off x="5174311" y="57946"/>
            <a:ext cx="146105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aseline="-9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😌 </a:t>
            </a:r>
            <a:r>
              <a:rPr lang="en-US" sz="1200" baseline="-9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trusts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54F60E9A-B3FF-12E3-FA70-B9139A3AC2E0}"/>
              </a:ext>
            </a:extLst>
          </p:cNvPr>
          <p:cNvSpPr txBox="1">
            <a:spLocks/>
          </p:cNvSpPr>
          <p:nvPr/>
        </p:nvSpPr>
        <p:spPr>
          <a:xfrm>
            <a:off x="377240" y="2147824"/>
            <a:ext cx="146105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aseline="-9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😌 </a:t>
            </a:r>
            <a:r>
              <a:rPr lang="en-US" sz="2000" i="1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trusts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7C7BA872-3E94-374B-E442-F54B4966D55A}"/>
              </a:ext>
            </a:extLst>
          </p:cNvPr>
          <p:cNvSpPr txBox="1">
            <a:spLocks/>
          </p:cNvSpPr>
          <p:nvPr/>
        </p:nvSpPr>
        <p:spPr>
          <a:xfrm>
            <a:off x="10276448" y="2147824"/>
            <a:ext cx="146105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aseline="-9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😌 </a:t>
            </a:r>
            <a:r>
              <a:rPr lang="en-US" sz="2000" i="1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trusts</a:t>
            </a:r>
          </a:p>
        </p:txBody>
      </p:sp>
      <p:cxnSp>
        <p:nvCxnSpPr>
          <p:cNvPr id="37" name="Straight Arrow Connector 12">
            <a:extLst>
              <a:ext uri="{FF2B5EF4-FFF2-40B4-BE49-F238E27FC236}">
                <a16:creationId xmlns:a16="http://schemas.microsoft.com/office/drawing/2014/main" id="{E8AC6A27-FBD6-EEB6-C199-D4EF889CAF71}"/>
              </a:ext>
            </a:extLst>
          </p:cNvPr>
          <p:cNvCxnSpPr>
            <a:cxnSpLocks/>
            <a:endCxn id="121" idx="3"/>
          </p:cNvCxnSpPr>
          <p:nvPr/>
        </p:nvCxnSpPr>
        <p:spPr>
          <a:xfrm flipH="1">
            <a:off x="7445389" y="3253364"/>
            <a:ext cx="1924840" cy="0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12">
            <a:extLst>
              <a:ext uri="{FF2B5EF4-FFF2-40B4-BE49-F238E27FC236}">
                <a16:creationId xmlns:a16="http://schemas.microsoft.com/office/drawing/2014/main" id="{78692D88-F4E8-213D-AEEB-3869F90AAF80}"/>
              </a:ext>
            </a:extLst>
          </p:cNvPr>
          <p:cNvCxnSpPr>
            <a:cxnSpLocks/>
          </p:cNvCxnSpPr>
          <p:nvPr/>
        </p:nvCxnSpPr>
        <p:spPr>
          <a:xfrm>
            <a:off x="5529888" y="3631946"/>
            <a:ext cx="0" cy="836568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7EFABCE1-038E-95E2-D347-9B1AD61CA0D7}"/>
              </a:ext>
            </a:extLst>
          </p:cNvPr>
          <p:cNvSpPr txBox="1"/>
          <p:nvPr/>
        </p:nvSpPr>
        <p:spPr>
          <a:xfrm>
            <a:off x="3840624" y="3114166"/>
            <a:ext cx="401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/>
              <a:t>📜</a:t>
            </a:r>
            <a:endParaRPr lang="en-GB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F93F26F-544A-2459-FC7E-2FF96C525897}"/>
              </a:ext>
            </a:extLst>
          </p:cNvPr>
          <p:cNvSpPr txBox="1"/>
          <p:nvPr/>
        </p:nvSpPr>
        <p:spPr>
          <a:xfrm>
            <a:off x="5130979" y="2096384"/>
            <a:ext cx="650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/>
              <a:t>📜</a:t>
            </a:r>
            <a:endParaRPr lang="en-GB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64B9807-7A4B-0B4B-C9D8-316D35720A56}"/>
              </a:ext>
            </a:extLst>
          </p:cNvPr>
          <p:cNvSpPr txBox="1"/>
          <p:nvPr/>
        </p:nvSpPr>
        <p:spPr>
          <a:xfrm>
            <a:off x="7679328" y="3078711"/>
            <a:ext cx="650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/>
              <a:t>📜</a:t>
            </a:r>
            <a:endParaRPr lang="en-GB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6F4F570-64F4-F1DA-7BEE-4573A78866D5}"/>
              </a:ext>
            </a:extLst>
          </p:cNvPr>
          <p:cNvSpPr txBox="1"/>
          <p:nvPr/>
        </p:nvSpPr>
        <p:spPr>
          <a:xfrm>
            <a:off x="5456327" y="3660649"/>
            <a:ext cx="2106008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36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r>
              <a:rPr lang="en-GB" sz="1800"/>
              <a:t> </a:t>
            </a:r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fan-out</a:t>
            </a:r>
          </a:p>
        </p:txBody>
      </p:sp>
      <p:cxnSp>
        <p:nvCxnSpPr>
          <p:cNvPr id="54" name="Straight Arrow Connector 12">
            <a:extLst>
              <a:ext uri="{FF2B5EF4-FFF2-40B4-BE49-F238E27FC236}">
                <a16:creationId xmlns:a16="http://schemas.microsoft.com/office/drawing/2014/main" id="{8757FFC6-D62B-057E-C65C-440CB088D9DE}"/>
              </a:ext>
            </a:extLst>
          </p:cNvPr>
          <p:cNvCxnSpPr>
            <a:cxnSpLocks/>
            <a:endCxn id="92" idx="1"/>
          </p:cNvCxnSpPr>
          <p:nvPr/>
        </p:nvCxnSpPr>
        <p:spPr>
          <a:xfrm>
            <a:off x="965200" y="3591829"/>
            <a:ext cx="4365148" cy="2414549"/>
          </a:xfrm>
          <a:prstGeom prst="bentConnector3">
            <a:avLst>
              <a:gd name="adj1" fmla="val -42"/>
            </a:avLst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12">
            <a:extLst>
              <a:ext uri="{FF2B5EF4-FFF2-40B4-BE49-F238E27FC236}">
                <a16:creationId xmlns:a16="http://schemas.microsoft.com/office/drawing/2014/main" id="{5974F03D-B72A-EAB9-4C57-62A7D4D432B3}"/>
              </a:ext>
            </a:extLst>
          </p:cNvPr>
          <p:cNvCxnSpPr>
            <a:cxnSpLocks/>
            <a:endCxn id="122" idx="1"/>
          </p:cNvCxnSpPr>
          <p:nvPr/>
        </p:nvCxnSpPr>
        <p:spPr>
          <a:xfrm>
            <a:off x="2548470" y="3631948"/>
            <a:ext cx="1905813" cy="1178344"/>
          </a:xfrm>
          <a:prstGeom prst="curvedConnector3">
            <a:avLst>
              <a:gd name="adj1" fmla="val 244"/>
            </a:avLst>
          </a:prstGeom>
          <a:ln w="19050" cap="rnd">
            <a:solidFill>
              <a:schemeClr val="accent2"/>
            </a:solidFill>
            <a:prstDash val="sys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Content Placeholder 2">
            <a:extLst>
              <a:ext uri="{FF2B5EF4-FFF2-40B4-BE49-F238E27FC236}">
                <a16:creationId xmlns:a16="http://schemas.microsoft.com/office/drawing/2014/main" id="{C6A56C07-32E6-718E-86C1-D52B643FE714}"/>
              </a:ext>
            </a:extLst>
          </p:cNvPr>
          <p:cNvSpPr txBox="1">
            <a:spLocks/>
          </p:cNvSpPr>
          <p:nvPr/>
        </p:nvSpPr>
        <p:spPr>
          <a:xfrm>
            <a:off x="1553227" y="4031458"/>
            <a:ext cx="1747586" cy="132343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trust </a:t>
            </a:r>
            <a:b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receiver </a:t>
            </a:r>
            <a:b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with this type of info? </a:t>
            </a:r>
            <a:r>
              <a:rPr lang="en-GB" sz="2000"/>
              <a:t>🤔</a:t>
            </a:r>
            <a:endParaRPr lang="en-GB" sz="1400"/>
          </a:p>
        </p:txBody>
      </p:sp>
      <p:sp>
        <p:nvSpPr>
          <p:cNvPr id="89" name="Content Placeholder 2">
            <a:extLst>
              <a:ext uri="{FF2B5EF4-FFF2-40B4-BE49-F238E27FC236}">
                <a16:creationId xmlns:a16="http://schemas.microsoft.com/office/drawing/2014/main" id="{A282A6FC-050C-5672-1F39-8B72E65FB4BD}"/>
              </a:ext>
            </a:extLst>
          </p:cNvPr>
          <p:cNvSpPr txBox="1">
            <a:spLocks/>
          </p:cNvSpPr>
          <p:nvPr/>
        </p:nvSpPr>
        <p:spPr>
          <a:xfrm>
            <a:off x="8722044" y="4031458"/>
            <a:ext cx="2031750" cy="132343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trust </a:t>
            </a:r>
            <a:b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this type </a:t>
            </a:r>
            <a:b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of info from </a:t>
            </a:r>
            <a:b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this sender?</a:t>
            </a:r>
            <a:r>
              <a:rPr lang="en-GB" sz="2000"/>
              <a:t> 🤔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3F8E4CF-B37B-C589-E047-C5E079E7DFD9}"/>
              </a:ext>
            </a:extLst>
          </p:cNvPr>
          <p:cNvSpPr txBox="1"/>
          <p:nvPr/>
        </p:nvSpPr>
        <p:spPr>
          <a:xfrm>
            <a:off x="5330348" y="5806323"/>
            <a:ext cx="161481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8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ℹ️</a:t>
            </a:r>
            <a:r>
              <a:rPr lang="en-GB" sz="1800"/>
              <a:t> </a:t>
            </a:r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user info</a:t>
            </a:r>
          </a:p>
        </p:txBody>
      </p:sp>
      <p:cxnSp>
        <p:nvCxnSpPr>
          <p:cNvPr id="96" name="Straight Arrow Connector 12">
            <a:extLst>
              <a:ext uri="{FF2B5EF4-FFF2-40B4-BE49-F238E27FC236}">
                <a16:creationId xmlns:a16="http://schemas.microsoft.com/office/drawing/2014/main" id="{C684FB2E-52EB-C41E-4AA2-CF1331D4501C}"/>
              </a:ext>
            </a:extLst>
          </p:cNvPr>
          <p:cNvCxnSpPr>
            <a:cxnSpLocks/>
            <a:stCxn id="92" idx="3"/>
          </p:cNvCxnSpPr>
          <p:nvPr/>
        </p:nvCxnSpPr>
        <p:spPr>
          <a:xfrm flipV="1">
            <a:off x="6945158" y="3611934"/>
            <a:ext cx="4365148" cy="2394444"/>
          </a:xfrm>
          <a:prstGeom prst="bentConnector3">
            <a:avLst>
              <a:gd name="adj1" fmla="val 99848"/>
            </a:avLst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ectangle 120">
            <a:extLst>
              <a:ext uri="{FF2B5EF4-FFF2-40B4-BE49-F238E27FC236}">
                <a16:creationId xmlns:a16="http://schemas.microsoft.com/office/drawing/2014/main" id="{341FBB3B-490C-D31F-2A8B-9BB74BBFE6E9}"/>
              </a:ext>
            </a:extLst>
          </p:cNvPr>
          <p:cNvSpPr/>
          <p:nvPr/>
        </p:nvSpPr>
        <p:spPr>
          <a:xfrm>
            <a:off x="4455758" y="2911586"/>
            <a:ext cx="2989631" cy="683556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9904ABF-4BB6-F289-FF4D-43CC3404087F}"/>
              </a:ext>
            </a:extLst>
          </p:cNvPr>
          <p:cNvGrpSpPr/>
          <p:nvPr/>
        </p:nvGrpSpPr>
        <p:grpSpPr>
          <a:xfrm>
            <a:off x="4454283" y="4468514"/>
            <a:ext cx="2989631" cy="683556"/>
            <a:chOff x="4454283" y="4536250"/>
            <a:chExt cx="2989631" cy="68355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BC19C4C-4B2D-690B-5702-7A9D268A329C}"/>
                </a:ext>
              </a:extLst>
            </p:cNvPr>
            <p:cNvSpPr/>
            <p:nvPr/>
          </p:nvSpPr>
          <p:spPr>
            <a:xfrm>
              <a:off x="4524864" y="4596937"/>
              <a:ext cx="2017195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🕸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Graphs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165CC8D-B9B7-820D-ACB0-1BE10124CF88}"/>
                </a:ext>
              </a:extLst>
            </p:cNvPr>
            <p:cNvSpPr/>
            <p:nvPr/>
          </p:nvSpPr>
          <p:spPr>
            <a:xfrm>
              <a:off x="6685397" y="4596937"/>
              <a:ext cx="281355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t"/>
            <a:lstStyle/>
            <a:p>
              <a:endParaRPr lang="en-GB"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BB4BD32-578D-E1E7-D470-BEFFB44188B0}"/>
                </a:ext>
              </a:extLst>
            </p:cNvPr>
            <p:cNvSpPr/>
            <p:nvPr/>
          </p:nvSpPr>
          <p:spPr>
            <a:xfrm>
              <a:off x="7110090" y="4596937"/>
              <a:ext cx="281355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t"/>
            <a:lstStyle/>
            <a:p>
              <a:endParaRPr lang="en-GB"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4E2829EE-8825-8937-C5A8-8D59C31A701C}"/>
                </a:ext>
              </a:extLst>
            </p:cNvPr>
            <p:cNvSpPr/>
            <p:nvPr/>
          </p:nvSpPr>
          <p:spPr>
            <a:xfrm>
              <a:off x="4454283" y="4536250"/>
              <a:ext cx="2989631" cy="683556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47973E04-FAE8-8A25-359D-42CB7B037732}"/>
              </a:ext>
            </a:extLst>
          </p:cNvPr>
          <p:cNvSpPr txBox="1"/>
          <p:nvPr/>
        </p:nvSpPr>
        <p:spPr>
          <a:xfrm>
            <a:off x="6244409" y="2070603"/>
            <a:ext cx="210600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/>
              <a:t>📜</a:t>
            </a:r>
            <a:r>
              <a:rPr lang="en-GB" sz="1800"/>
              <a:t> </a:t>
            </a:r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manifest</a:t>
            </a: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F35FEC24-2832-CDAF-EC46-81B0B54B46B3}"/>
              </a:ext>
            </a:extLst>
          </p:cNvPr>
          <p:cNvGrpSpPr/>
          <p:nvPr/>
        </p:nvGrpSpPr>
        <p:grpSpPr>
          <a:xfrm>
            <a:off x="629425" y="2621364"/>
            <a:ext cx="2095322" cy="972578"/>
            <a:chOff x="6139542" y="1010603"/>
            <a:chExt cx="3418797" cy="972578"/>
          </a:xfrm>
        </p:grpSpPr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A73F09FC-8191-EA5E-590A-76A4008E3745}"/>
                </a:ext>
              </a:extLst>
            </p:cNvPr>
            <p:cNvSpPr/>
            <p:nvPr/>
          </p:nvSpPr>
          <p:spPr>
            <a:xfrm>
              <a:off x="6236556" y="1375596"/>
              <a:ext cx="325615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🗄️</a:t>
              </a:r>
              <a:r>
                <a:rPr lang="en-GB" sz="240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Vault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655C4204-210C-D4E8-2A92-BC94AD4D758D}"/>
                </a:ext>
              </a:extLst>
            </p:cNvPr>
            <p:cNvSpPr/>
            <p:nvPr/>
          </p:nvSpPr>
          <p:spPr>
            <a:xfrm>
              <a:off x="6139542" y="1010603"/>
              <a:ext cx="3418797" cy="972578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24351AC-5C62-920C-D8E5-A0D2E18471C8}"/>
              </a:ext>
            </a:extLst>
          </p:cNvPr>
          <p:cNvGrpSpPr/>
          <p:nvPr/>
        </p:nvGrpSpPr>
        <p:grpSpPr>
          <a:xfrm>
            <a:off x="3339523" y="921494"/>
            <a:ext cx="2390860" cy="972578"/>
            <a:chOff x="6139542" y="1010603"/>
            <a:chExt cx="3901006" cy="97257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A7D2C26-87E5-9430-C6B6-8EEB81783160}"/>
                </a:ext>
              </a:extLst>
            </p:cNvPr>
            <p:cNvSpPr/>
            <p:nvPr/>
          </p:nvSpPr>
          <p:spPr>
            <a:xfrm>
              <a:off x="6236554" y="1375596"/>
              <a:ext cx="3736575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40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🏛️ Authority A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47D41C8-DE65-A9B6-D1A2-A6458AFB6DA0}"/>
                </a:ext>
              </a:extLst>
            </p:cNvPr>
            <p:cNvSpPr/>
            <p:nvPr/>
          </p:nvSpPr>
          <p:spPr>
            <a:xfrm>
              <a:off x="6139542" y="1010603"/>
              <a:ext cx="3901006" cy="972578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198E1C9-62BC-5615-1E91-7A2C517D7AFC}"/>
              </a:ext>
            </a:extLst>
          </p:cNvPr>
          <p:cNvGrpSpPr/>
          <p:nvPr/>
        </p:nvGrpSpPr>
        <p:grpSpPr>
          <a:xfrm>
            <a:off x="6219465" y="921494"/>
            <a:ext cx="2390860" cy="972578"/>
            <a:chOff x="6139542" y="1010603"/>
            <a:chExt cx="3901006" cy="972578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6D907B1-BF26-6AF1-508A-0240A39A1172}"/>
                </a:ext>
              </a:extLst>
            </p:cNvPr>
            <p:cNvSpPr/>
            <p:nvPr/>
          </p:nvSpPr>
          <p:spPr>
            <a:xfrm>
              <a:off x="6236554" y="1375596"/>
              <a:ext cx="3736575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40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🏛️ Authority A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615A5A3-96F4-BE0A-3547-85718540583C}"/>
                </a:ext>
              </a:extLst>
            </p:cNvPr>
            <p:cNvSpPr/>
            <p:nvPr/>
          </p:nvSpPr>
          <p:spPr>
            <a:xfrm>
              <a:off x="6139542" y="1010603"/>
              <a:ext cx="3901006" cy="972578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CED0907-1584-8525-EABF-0A169819E5AF}"/>
              </a:ext>
            </a:extLst>
          </p:cNvPr>
          <p:cNvSpPr txBox="1"/>
          <p:nvPr/>
        </p:nvSpPr>
        <p:spPr>
          <a:xfrm>
            <a:off x="206409" y="6409189"/>
            <a:ext cx="75501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GRAPH</a:t>
            </a:r>
          </a:p>
        </p:txBody>
      </p:sp>
    </p:spTree>
    <p:extLst>
      <p:ext uri="{BB962C8B-B14F-4D97-AF65-F5344CB8AC3E}">
        <p14:creationId xmlns:p14="http://schemas.microsoft.com/office/powerpoint/2010/main" val="287887917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47361</TotalTime>
  <Words>67</Words>
  <Application>Microsoft Macintosh PowerPoint</Application>
  <PresentationFormat>Widescreen</PresentationFormat>
  <Paragraphs>25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Amazon Ember Display</vt:lpstr>
      <vt:lpstr>Arial</vt:lpstr>
      <vt:lpstr>Amazon Ember</vt:lpstr>
      <vt:lpstr>Segoe UI</vt:lpstr>
      <vt:lpstr>Wingdings</vt:lpstr>
      <vt:lpstr>AWS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159</cp:revision>
  <dcterms:created xsi:type="dcterms:W3CDTF">2022-10-07T16:14:37Z</dcterms:created>
  <dcterms:modified xsi:type="dcterms:W3CDTF">2025-10-15T14:45:33Z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2025-04-22T20:24:11Z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0273951c-fd53-413d-88cd-89e7cfbec521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