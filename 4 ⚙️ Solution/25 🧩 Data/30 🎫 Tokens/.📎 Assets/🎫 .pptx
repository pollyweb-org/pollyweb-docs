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28" r:id="rId2"/>
    <p:sldId id="1781" r:id="rId3"/>
    <p:sldId id="1700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F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🎫 User Tokens" id="{5BB8783E-791A-B349-BE77-880923C0C2DD}">
          <p14:sldIdLst>
            <p14:sldId id="1828"/>
            <p14:sldId id="1781"/>
            <p14:sldId id="1700"/>
          </p14:sldIdLst>
        </p14:section>
        <p14:section name="Default Section" id="{64A3375F-F569-8B4D-A5EC-3A8E18D41F0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0" autoAdjust="0"/>
    <p:restoredTop sz="96966" autoAdjust="0"/>
  </p:normalViewPr>
  <p:slideViewPr>
    <p:cSldViewPr snapToGrid="0">
      <p:cViewPr varScale="1">
        <p:scale>
          <a:sx n="157" d="100"/>
          <a:sy n="157" d="100"/>
        </p:scale>
        <p:origin x="41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57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439A1-F20A-EF71-F405-D2B7ECFD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435B9-C92B-198F-D4AC-E353ED28F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880C8-3076-B862-9B2D-855CBDAC1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2FF831B-97E8-4791-DC30-2EE17E165FF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6A0F3-8F73-65E7-4665-5637DF71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FA422-0E5F-B62A-ABE8-C9D3BD5493D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9/15/25 11:15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1C135-C363-894F-70CB-215D108C8D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028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69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8168-3D4B-57B5-ADE8-374B396E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871F0-E310-DFD8-F365-366F8B609C6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🎫 User Tokens</a:t>
            </a:r>
          </a:p>
        </p:txBody>
      </p:sp>
    </p:spTree>
    <p:extLst>
      <p:ext uri="{BB962C8B-B14F-4D97-AF65-F5344CB8AC3E}">
        <p14:creationId xmlns:p14="http://schemas.microsoft.com/office/powerpoint/2010/main" val="89280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8560CE37-73FF-DE3B-A20A-1E3A2E25A007}"/>
              </a:ext>
            </a:extLst>
          </p:cNvPr>
          <p:cNvSpPr/>
          <p:nvPr/>
        </p:nvSpPr>
        <p:spPr>
          <a:xfrm>
            <a:off x="2957047" y="322732"/>
            <a:ext cx="4905080" cy="4935070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1469C1-7186-FC98-DBD3-044C54191B0A}"/>
              </a:ext>
            </a:extLst>
          </p:cNvPr>
          <p:cNvGrpSpPr/>
          <p:nvPr/>
        </p:nvGrpSpPr>
        <p:grpSpPr>
          <a:xfrm>
            <a:off x="3749376" y="415011"/>
            <a:ext cx="1005166" cy="1454736"/>
            <a:chOff x="5578542" y="1422549"/>
            <a:chExt cx="1005166" cy="145473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A10C47-82D6-0635-E06B-D0BB662ACF8C}"/>
                </a:ext>
              </a:extLst>
            </p:cNvPr>
            <p:cNvSpPr txBox="1"/>
            <p:nvPr/>
          </p:nvSpPr>
          <p:spPr>
            <a:xfrm>
              <a:off x="5578542" y="1430735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9E015699-7526-FB75-C600-8C48E4A0CF46}"/>
                </a:ext>
              </a:extLst>
            </p:cNvPr>
            <p:cNvSpPr txBox="1">
              <a:spLocks/>
            </p:cNvSpPr>
            <p:nvPr/>
          </p:nvSpPr>
          <p:spPr>
            <a:xfrm>
              <a:off x="5588607" y="142254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BEFEB-A8C2-EFE6-5C8C-373360219552}"/>
              </a:ext>
            </a:extLst>
          </p:cNvPr>
          <p:cNvSpPr/>
          <p:nvPr/>
        </p:nvSpPr>
        <p:spPr>
          <a:xfrm>
            <a:off x="5547411" y="2710722"/>
            <a:ext cx="2008326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D080DC-996A-7E02-043B-893615DF6EF6}"/>
              </a:ext>
            </a:extLst>
          </p:cNvPr>
          <p:cNvGrpSpPr/>
          <p:nvPr/>
        </p:nvGrpSpPr>
        <p:grpSpPr>
          <a:xfrm>
            <a:off x="3255994" y="1871870"/>
            <a:ext cx="1973953" cy="2092288"/>
            <a:chOff x="4959152" y="4727414"/>
            <a:chExt cx="1973953" cy="209228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95B79B-81CC-5276-27AC-9D2CC5B0C961}"/>
                </a:ext>
              </a:extLst>
            </p:cNvPr>
            <p:cNvGrpSpPr/>
            <p:nvPr/>
          </p:nvGrpSpPr>
          <p:grpSpPr>
            <a:xfrm>
              <a:off x="4959152" y="4727414"/>
              <a:ext cx="1973953" cy="2092288"/>
              <a:chOff x="4768207" y="3215212"/>
              <a:chExt cx="1973953" cy="2092288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8D66292-F8A7-9DE8-C797-5F08D1538C8E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73953" cy="2092288"/>
                <a:chOff x="6139542" y="58284"/>
                <a:chExt cx="1973953" cy="209228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4052FAB-0350-3B09-E7E2-AB45C7DE8715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73953" cy="209228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5808028A-21D8-A84E-1EA9-7861EEEFF80A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</p:grp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0831D4-4C5F-5F1C-2AF0-703C3A04109D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E81ED1F-BDC3-2368-7C36-E15BAAE64A12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AB731CD-6AA5-AE88-E0E8-B6C0138FD443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E725B5-5999-5467-28BC-632D1FFBCBE8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3EB8AF-2FF8-911B-1E5E-7D5F04F246C2}"/>
              </a:ext>
            </a:extLst>
          </p:cNvPr>
          <p:cNvGrpSpPr/>
          <p:nvPr/>
        </p:nvGrpSpPr>
        <p:grpSpPr>
          <a:xfrm>
            <a:off x="415177" y="1613649"/>
            <a:ext cx="1831354" cy="1014729"/>
            <a:chOff x="6043692" y="968452"/>
            <a:chExt cx="3568787" cy="101472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F8B9F0B-19DD-C1C2-0B09-761541E8B2B9}"/>
                </a:ext>
              </a:extLst>
            </p:cNvPr>
            <p:cNvSpPr/>
            <p:nvPr/>
          </p:nvSpPr>
          <p:spPr>
            <a:xfrm>
              <a:off x="6220209" y="1343457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🎴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Issuers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9F4670-66E3-DACF-6ED1-9D6BCAFC7933}"/>
                </a:ext>
              </a:extLst>
            </p:cNvPr>
            <p:cNvSpPr/>
            <p:nvPr/>
          </p:nvSpPr>
          <p:spPr>
            <a:xfrm>
              <a:off x="6043692" y="968452"/>
              <a:ext cx="356878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domains</a:t>
              </a:r>
            </a:p>
          </p:txBody>
        </p:sp>
      </p:grp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3443ADDE-B502-0255-A003-FCF4EBB6DCA3}"/>
              </a:ext>
            </a:extLst>
          </p:cNvPr>
          <p:cNvCxnSpPr>
            <a:cxnSpLocks/>
            <a:stCxn id="26" idx="2"/>
            <a:endCxn id="14" idx="2"/>
          </p:cNvCxnSpPr>
          <p:nvPr/>
        </p:nvCxnSpPr>
        <p:spPr>
          <a:xfrm rot="16200000" flipH="1">
            <a:off x="2116315" y="1842917"/>
            <a:ext cx="880249" cy="24511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63F4E51-0235-A425-EF81-90355510C5F0}"/>
              </a:ext>
            </a:extLst>
          </p:cNvPr>
          <p:cNvGrpSpPr/>
          <p:nvPr/>
        </p:nvGrpSpPr>
        <p:grpSpPr>
          <a:xfrm>
            <a:off x="1317211" y="3627070"/>
            <a:ext cx="1425448" cy="707886"/>
            <a:chOff x="8926562" y="3216153"/>
            <a:chExt cx="1425448" cy="70788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B79C30-6514-C546-246B-7ADDA269E25B}"/>
                </a:ext>
              </a:extLst>
            </p:cNvPr>
            <p:cNvSpPr txBox="1"/>
            <p:nvPr/>
          </p:nvSpPr>
          <p:spPr>
            <a:xfrm>
              <a:off x="9286562" y="3216153"/>
              <a:ext cx="106544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issue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A7C296B-37BF-6A4F-3110-8CA8A9B4ABD1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cxnSp>
        <p:nvCxnSpPr>
          <p:cNvPr id="33" name="Straight Arrow Connector 12">
            <a:extLst>
              <a:ext uri="{FF2B5EF4-FFF2-40B4-BE49-F238E27FC236}">
                <a16:creationId xmlns:a16="http://schemas.microsoft.com/office/drawing/2014/main" id="{266FDC36-8C30-EBE7-5187-D9E62C658BEC}"/>
              </a:ext>
            </a:extLst>
          </p:cNvPr>
          <p:cNvCxnSpPr>
            <a:cxnSpLocks/>
            <a:stCxn id="14" idx="3"/>
            <a:endCxn id="63" idx="1"/>
          </p:cNvCxnSpPr>
          <p:nvPr/>
        </p:nvCxnSpPr>
        <p:spPr>
          <a:xfrm rot="16200000" flipH="1">
            <a:off x="5034018" y="3030737"/>
            <a:ext cx="987648" cy="255866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92CD189-E923-7365-9FAF-B20009CB8C1E}"/>
              </a:ext>
            </a:extLst>
          </p:cNvPr>
          <p:cNvGrpSpPr/>
          <p:nvPr/>
        </p:nvGrpSpPr>
        <p:grpSpPr>
          <a:xfrm>
            <a:off x="6701006" y="3361315"/>
            <a:ext cx="2617574" cy="707886"/>
            <a:chOff x="8926562" y="3216153"/>
            <a:chExt cx="2617574" cy="70788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A5FCC79-1A5C-CA6D-D086-C5D0C224E971}"/>
                </a:ext>
              </a:extLst>
            </p:cNvPr>
            <p:cNvSpPr txBox="1"/>
            <p:nvPr/>
          </p:nvSpPr>
          <p:spPr>
            <a:xfrm>
              <a:off x="9286562" y="3216153"/>
              <a:ext cx="225757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select public tokens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3E0D6DA-144C-703A-E65C-864020982309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4" name="Can 13">
            <a:extLst>
              <a:ext uri="{FF2B5EF4-FFF2-40B4-BE49-F238E27FC236}">
                <a16:creationId xmlns:a16="http://schemas.microsoft.com/office/drawing/2014/main" id="{9AF27124-F763-D7E8-BB13-8F84F79D8D65}"/>
              </a:ext>
            </a:extLst>
          </p:cNvPr>
          <p:cNvSpPr/>
          <p:nvPr/>
        </p:nvSpPr>
        <p:spPr>
          <a:xfrm>
            <a:off x="3782024" y="3201011"/>
            <a:ext cx="932976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tokens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B564EF6-D851-BAB6-7650-6327C86ABCA3}"/>
              </a:ext>
            </a:extLst>
          </p:cNvPr>
          <p:cNvGrpSpPr/>
          <p:nvPr/>
        </p:nvGrpSpPr>
        <p:grpSpPr>
          <a:xfrm>
            <a:off x="9571045" y="1613649"/>
            <a:ext cx="2257574" cy="1757271"/>
            <a:chOff x="808356" y="2278872"/>
            <a:chExt cx="2257574" cy="1757271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286FCA8-8B39-5D85-5FF2-5C2291AD7A92}"/>
                </a:ext>
              </a:extLst>
            </p:cNvPr>
            <p:cNvGrpSpPr/>
            <p:nvPr/>
          </p:nvGrpSpPr>
          <p:grpSpPr>
            <a:xfrm>
              <a:off x="808356" y="2278872"/>
              <a:ext cx="2257574" cy="1757271"/>
              <a:chOff x="7125195" y="1395349"/>
              <a:chExt cx="2257574" cy="1757271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C622585-DD57-6B1E-F49C-8F1432AA4440}"/>
                  </a:ext>
                </a:extLst>
              </p:cNvPr>
              <p:cNvSpPr/>
              <p:nvPr/>
            </p:nvSpPr>
            <p:spPr>
              <a:xfrm>
                <a:off x="7229612" y="1758649"/>
                <a:ext cx="2067961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💼 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Consumer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598A67E-3A0F-7E3C-CAE2-E89FF03D57E5}"/>
                  </a:ext>
                </a:extLst>
              </p:cNvPr>
              <p:cNvSpPr/>
              <p:nvPr/>
            </p:nvSpPr>
            <p:spPr>
              <a:xfrm>
                <a:off x="7125195" y="1395349"/>
                <a:ext cx="2257574" cy="175727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👥 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domains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38AA6A5-E249-443A-1C78-302345F373A4}"/>
                </a:ext>
              </a:extLst>
            </p:cNvPr>
            <p:cNvSpPr/>
            <p:nvPr/>
          </p:nvSpPr>
          <p:spPr>
            <a:xfrm>
              <a:off x="912773" y="3352895"/>
              <a:ext cx="2067961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Scanner</a:t>
              </a:r>
            </a:p>
          </p:txBody>
        </p:sp>
      </p:grp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7588D624-3492-9864-7467-479876D9C964}"/>
              </a:ext>
            </a:extLst>
          </p:cNvPr>
          <p:cNvCxnSpPr>
            <a:cxnSpLocks/>
            <a:stCxn id="22" idx="3"/>
            <a:endCxn id="54" idx="1"/>
          </p:cNvCxnSpPr>
          <p:nvPr/>
        </p:nvCxnSpPr>
        <p:spPr>
          <a:xfrm>
            <a:off x="5144017" y="2244258"/>
            <a:ext cx="4531445" cy="1378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D6BFBDF1-5D7E-1840-B5E6-5B6B9000AE64}"/>
              </a:ext>
            </a:extLst>
          </p:cNvPr>
          <p:cNvCxnSpPr>
            <a:cxnSpLocks/>
            <a:stCxn id="13" idx="3"/>
            <a:endCxn id="53" idx="1"/>
          </p:cNvCxnSpPr>
          <p:nvPr/>
        </p:nvCxnSpPr>
        <p:spPr>
          <a:xfrm flipV="1">
            <a:off x="7555737" y="2968764"/>
            <a:ext cx="2119725" cy="175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27655D7-10BD-10F9-8EE0-AE38E80DE157}"/>
              </a:ext>
            </a:extLst>
          </p:cNvPr>
          <p:cNvGrpSpPr/>
          <p:nvPr/>
        </p:nvGrpSpPr>
        <p:grpSpPr>
          <a:xfrm>
            <a:off x="6759185" y="4263876"/>
            <a:ext cx="1102942" cy="740070"/>
            <a:chOff x="6853314" y="4438687"/>
            <a:chExt cx="1102942" cy="740070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924035B-1718-7F63-2154-AD438D106308}"/>
                </a:ext>
              </a:extLst>
            </p:cNvPr>
            <p:cNvSpPr txBox="1"/>
            <p:nvPr/>
          </p:nvSpPr>
          <p:spPr>
            <a:xfrm>
              <a:off x="6853314" y="4438687"/>
              <a:ext cx="1102942" cy="65730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GB" sz="9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🎫</a:t>
              </a:r>
              <a:endParaRPr lang="en-US" sz="9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1FFCF48-EA36-8E8E-3468-75F0B29CECA5}"/>
                </a:ext>
              </a:extLst>
            </p:cNvPr>
            <p:cNvSpPr txBox="1"/>
            <p:nvPr/>
          </p:nvSpPr>
          <p:spPr>
            <a:xfrm>
              <a:off x="6901301" y="4778647"/>
              <a:ext cx="856379" cy="40011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endParaRPr lang="en-US" sz="9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66" name="Straight Arrow Connector 12">
            <a:extLst>
              <a:ext uri="{FF2B5EF4-FFF2-40B4-BE49-F238E27FC236}">
                <a16:creationId xmlns:a16="http://schemas.microsoft.com/office/drawing/2014/main" id="{9DE712F8-9A2A-2461-434E-9DA2A0DF25B6}"/>
              </a:ext>
            </a:extLst>
          </p:cNvPr>
          <p:cNvCxnSpPr>
            <a:cxnSpLocks/>
            <a:stCxn id="14" idx="4"/>
            <a:endCxn id="13" idx="2"/>
          </p:cNvCxnSpPr>
          <p:nvPr/>
        </p:nvCxnSpPr>
        <p:spPr>
          <a:xfrm flipV="1">
            <a:off x="4715000" y="3230318"/>
            <a:ext cx="1836574" cy="27830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8421652-4BB2-7EB2-0114-1DE3C8067E79}"/>
              </a:ext>
            </a:extLst>
          </p:cNvPr>
          <p:cNvGrpSpPr/>
          <p:nvPr/>
        </p:nvGrpSpPr>
        <p:grpSpPr>
          <a:xfrm>
            <a:off x="4403517" y="4289098"/>
            <a:ext cx="2831482" cy="400110"/>
            <a:chOff x="8926562" y="3216153"/>
            <a:chExt cx="2831482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EE890C8-556C-4ECB-606C-5237409686AF}"/>
                </a:ext>
              </a:extLst>
            </p:cNvPr>
            <p:cNvSpPr txBox="1"/>
            <p:nvPr/>
          </p:nvSpPr>
          <p:spPr>
            <a:xfrm>
              <a:off x="9286561" y="3216153"/>
              <a:ext cx="24714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print token QR</a:t>
              </a: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9FF53687-EB21-4EF5-0EA9-AE3216932D0B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E0EB173-0514-5256-EB97-E8488CD84FFA}"/>
              </a:ext>
            </a:extLst>
          </p:cNvPr>
          <p:cNvGrpSpPr/>
          <p:nvPr/>
        </p:nvGrpSpPr>
        <p:grpSpPr>
          <a:xfrm>
            <a:off x="5348434" y="1744117"/>
            <a:ext cx="3782118" cy="400110"/>
            <a:chOff x="8926562" y="3216153"/>
            <a:chExt cx="3782118" cy="40011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847D339-89D9-A497-87AC-ED865099951D}"/>
                </a:ext>
              </a:extLst>
            </p:cNvPr>
            <p:cNvSpPr txBox="1"/>
            <p:nvPr/>
          </p:nvSpPr>
          <p:spPr>
            <a:xfrm>
              <a:off x="9286561" y="3216153"/>
              <a:ext cx="342211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share in a chat</a:t>
              </a:r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1DC2C74F-23ED-97CB-2DB5-7F2A2F7D330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cxnSp>
        <p:nvCxnSpPr>
          <p:cNvPr id="91" name="Straight Arrow Connector 12">
            <a:extLst>
              <a:ext uri="{FF2B5EF4-FFF2-40B4-BE49-F238E27FC236}">
                <a16:creationId xmlns:a16="http://schemas.microsoft.com/office/drawing/2014/main" id="{23D87AC6-81BC-7965-3A8C-5CC0DED0AE84}"/>
              </a:ext>
            </a:extLst>
          </p:cNvPr>
          <p:cNvCxnSpPr>
            <a:cxnSpLocks/>
            <a:stCxn id="63" idx="3"/>
            <a:endCxn id="53" idx="2"/>
          </p:cNvCxnSpPr>
          <p:nvPr/>
        </p:nvCxnSpPr>
        <p:spPr>
          <a:xfrm flipV="1">
            <a:off x="7663551" y="3249855"/>
            <a:ext cx="3045892" cy="155403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FB89F69-70FB-F2F9-69F2-564D07C9F2ED}"/>
              </a:ext>
            </a:extLst>
          </p:cNvPr>
          <p:cNvGrpSpPr/>
          <p:nvPr/>
        </p:nvGrpSpPr>
        <p:grpSpPr>
          <a:xfrm>
            <a:off x="7468197" y="628100"/>
            <a:ext cx="1937537" cy="1038741"/>
            <a:chOff x="7507403" y="1006813"/>
            <a:chExt cx="691415" cy="1038741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F471D47-E94B-33F9-1C56-3F9911CEE964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A6633C2-58B7-3C0F-A464-5F470D17A12D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989C6D7-B32C-20C8-70D5-D6CF8A5CAB5C}"/>
              </a:ext>
            </a:extLst>
          </p:cNvPr>
          <p:cNvGrpSpPr/>
          <p:nvPr/>
        </p:nvGrpSpPr>
        <p:grpSpPr>
          <a:xfrm>
            <a:off x="12488665" y="4377259"/>
            <a:ext cx="1312458" cy="1067886"/>
            <a:chOff x="3080204" y="1202380"/>
            <a:chExt cx="1312458" cy="1067886"/>
          </a:xfrm>
        </p:grpSpPr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CC4F5E59-31D6-70D0-9F6E-7159A89D6B5C}"/>
                </a:ext>
              </a:extLst>
            </p:cNvPr>
            <p:cNvSpPr/>
            <p:nvPr/>
          </p:nvSpPr>
          <p:spPr>
            <a:xfrm>
              <a:off x="3519752" y="12023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8" name="Content Placeholder 2">
              <a:extLst>
                <a:ext uri="{FF2B5EF4-FFF2-40B4-BE49-F238E27FC236}">
                  <a16:creationId xmlns:a16="http://schemas.microsoft.com/office/drawing/2014/main" id="{6A3E65C3-7D74-C275-120A-DB54E45892DD}"/>
                </a:ext>
              </a:extLst>
            </p:cNvPr>
            <p:cNvSpPr txBox="1">
              <a:spLocks/>
            </p:cNvSpPr>
            <p:nvPr/>
          </p:nvSpPr>
          <p:spPr>
            <a:xfrm>
              <a:off x="3080204" y="1562380"/>
              <a:ext cx="131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biometric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match</a:t>
              </a:r>
            </a:p>
          </p:txBody>
        </p:sp>
      </p:grpSp>
      <p:cxnSp>
        <p:nvCxnSpPr>
          <p:cNvPr id="109" name="Straight Arrow Connector 12">
            <a:extLst>
              <a:ext uri="{FF2B5EF4-FFF2-40B4-BE49-F238E27FC236}">
                <a16:creationId xmlns:a16="http://schemas.microsoft.com/office/drawing/2014/main" id="{104CEFD0-58F8-A509-A54F-E753A71EBC5A}"/>
              </a:ext>
            </a:extLst>
          </p:cNvPr>
          <p:cNvCxnSpPr>
            <a:cxnSpLocks/>
            <a:stCxn id="55" idx="0"/>
            <a:endCxn id="100" idx="3"/>
          </p:cNvCxnSpPr>
          <p:nvPr/>
        </p:nvCxnSpPr>
        <p:spPr>
          <a:xfrm rot="16200000" flipV="1">
            <a:off x="9819694" y="733511"/>
            <a:ext cx="466178" cy="129409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Arrow Connector 12">
            <a:extLst>
              <a:ext uri="{FF2B5EF4-FFF2-40B4-BE49-F238E27FC236}">
                <a16:creationId xmlns:a16="http://schemas.microsoft.com/office/drawing/2014/main" id="{D9466EC1-1254-67FF-06A8-9E3A8D1B381E}"/>
              </a:ext>
            </a:extLst>
          </p:cNvPr>
          <p:cNvCxnSpPr>
            <a:cxnSpLocks/>
            <a:stCxn id="100" idx="1"/>
            <a:endCxn id="4" idx="3"/>
          </p:cNvCxnSpPr>
          <p:nvPr/>
        </p:nvCxnSpPr>
        <p:spPr>
          <a:xfrm flipH="1" flipV="1">
            <a:off x="4754542" y="1146472"/>
            <a:ext cx="2713655" cy="99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6B809E6-50FF-F8F9-3A21-928244319CDF}"/>
              </a:ext>
            </a:extLst>
          </p:cNvPr>
          <p:cNvGrpSpPr/>
          <p:nvPr/>
        </p:nvGrpSpPr>
        <p:grpSpPr>
          <a:xfrm>
            <a:off x="7715081" y="2466978"/>
            <a:ext cx="2617574" cy="400110"/>
            <a:chOff x="8926562" y="3216153"/>
            <a:chExt cx="2617574" cy="400110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4955C0D-2C4A-442C-9374-D361C932AE19}"/>
                </a:ext>
              </a:extLst>
            </p:cNvPr>
            <p:cNvSpPr txBox="1"/>
            <p:nvPr/>
          </p:nvSpPr>
          <p:spPr>
            <a:xfrm>
              <a:off x="9286562" y="3216153"/>
              <a:ext cx="22575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 NFC</a:t>
              </a:r>
            </a:p>
          </p:txBody>
        </p:sp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F702F5C0-E5AB-125A-3719-9B75CDFD40D6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C0C018D-A18B-2846-3BD9-D6AFD0FB8CC7}"/>
              </a:ext>
            </a:extLst>
          </p:cNvPr>
          <p:cNvGrpSpPr/>
          <p:nvPr/>
        </p:nvGrpSpPr>
        <p:grpSpPr>
          <a:xfrm>
            <a:off x="7772724" y="4296753"/>
            <a:ext cx="2831482" cy="400110"/>
            <a:chOff x="8926562" y="3216153"/>
            <a:chExt cx="2831482" cy="400110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2DCF9B0-46E8-D929-EFAD-C879E22F90B1}"/>
                </a:ext>
              </a:extLst>
            </p:cNvPr>
            <p:cNvSpPr txBox="1"/>
            <p:nvPr/>
          </p:nvSpPr>
          <p:spPr>
            <a:xfrm>
              <a:off x="9286561" y="3216153"/>
              <a:ext cx="247148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scan token QR</a:t>
              </a:r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62BD0FF2-8DFA-C120-5B78-0F21BBD1EA63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5A18854-CF74-8890-F289-06B897C50E77}"/>
              </a:ext>
            </a:extLst>
          </p:cNvPr>
          <p:cNvGrpSpPr/>
          <p:nvPr/>
        </p:nvGrpSpPr>
        <p:grpSpPr>
          <a:xfrm>
            <a:off x="9548397" y="606814"/>
            <a:ext cx="2570992" cy="400110"/>
            <a:chOff x="8926562" y="3216153"/>
            <a:chExt cx="2570992" cy="400110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3EA6C89-A3C7-9C78-4C21-C88DA81F93D9}"/>
                </a:ext>
              </a:extLst>
            </p:cNvPr>
            <p:cNvSpPr txBox="1"/>
            <p:nvPr/>
          </p:nvSpPr>
          <p:spPr>
            <a:xfrm>
              <a:off x="9286562" y="3216153"/>
              <a:ext cx="22109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identity bound?</a:t>
              </a:r>
            </a:p>
          </p:txBody>
        </p:sp>
        <p:sp>
          <p:nvSpPr>
            <p:cNvPr id="130" name="Rounded Rectangle 129">
              <a:extLst>
                <a:ext uri="{FF2B5EF4-FFF2-40B4-BE49-F238E27FC236}">
                  <a16:creationId xmlns:a16="http://schemas.microsoft.com/office/drawing/2014/main" id="{0974977F-2C3E-E61D-D34F-B015EED855D7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BE62E10-8C61-2B84-3B40-F4EEE9A278FD}"/>
              </a:ext>
            </a:extLst>
          </p:cNvPr>
          <p:cNvGrpSpPr/>
          <p:nvPr/>
        </p:nvGrpSpPr>
        <p:grpSpPr>
          <a:xfrm>
            <a:off x="5408434" y="638202"/>
            <a:ext cx="2333952" cy="400110"/>
            <a:chOff x="8926562" y="3202706"/>
            <a:chExt cx="2333952" cy="400110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2571D89-F3B4-CB9E-C836-9551064E15A7}"/>
                </a:ext>
              </a:extLst>
            </p:cNvPr>
            <p:cNvSpPr txBox="1"/>
            <p:nvPr/>
          </p:nvSpPr>
          <p:spPr>
            <a:xfrm>
              <a:off x="9286562" y="3202706"/>
              <a:ext cx="19739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  <p:sp>
          <p:nvSpPr>
            <p:cNvPr id="133" name="Rounded Rectangle 132">
              <a:extLst>
                <a:ext uri="{FF2B5EF4-FFF2-40B4-BE49-F238E27FC236}">
                  <a16:creationId xmlns:a16="http://schemas.microsoft.com/office/drawing/2014/main" id="{87242FF6-45C7-0F58-7B92-BB75F3928B79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2A80CA1-8C7D-6890-4D63-1921BD7C8E98}"/>
              </a:ext>
            </a:extLst>
          </p:cNvPr>
          <p:cNvSpPr txBox="1"/>
          <p:nvPr/>
        </p:nvSpPr>
        <p:spPr>
          <a:xfrm>
            <a:off x="206409" y="6409189"/>
            <a:ext cx="74219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10179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51D8-517B-3B9E-2906-3581DB94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E083BB54-2B52-92F8-37FB-0C1C540ED935}"/>
              </a:ext>
            </a:extLst>
          </p:cNvPr>
          <p:cNvCxnSpPr>
            <a:cxnSpLocks/>
            <a:stCxn id="15" idx="4"/>
            <a:endCxn id="154" idx="3"/>
          </p:cNvCxnSpPr>
          <p:nvPr/>
        </p:nvCxnSpPr>
        <p:spPr>
          <a:xfrm flipV="1">
            <a:off x="5027362" y="908551"/>
            <a:ext cx="377727" cy="3092731"/>
          </a:xfrm>
          <a:prstGeom prst="bentConnector3">
            <a:avLst>
              <a:gd name="adj1" fmla="val 295996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9282E945-50B0-7437-0957-B543FAECA08B}"/>
              </a:ext>
            </a:extLst>
          </p:cNvPr>
          <p:cNvSpPr txBox="1">
            <a:spLocks/>
          </p:cNvSpPr>
          <p:nvPr/>
        </p:nvSpPr>
        <p:spPr>
          <a:xfrm>
            <a:off x="5449481" y="328440"/>
            <a:ext cx="138550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download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07D21461-338E-C5AE-FF9D-C2C6DE132E74}"/>
              </a:ext>
            </a:extLst>
          </p:cNvPr>
          <p:cNvSpPr/>
          <p:nvPr/>
        </p:nvSpPr>
        <p:spPr>
          <a:xfrm>
            <a:off x="5585135" y="72855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51000D9-AF22-200F-EF8A-D5A7F8F03F8A}"/>
              </a:ext>
            </a:extLst>
          </p:cNvPr>
          <p:cNvGrpSpPr/>
          <p:nvPr/>
        </p:nvGrpSpPr>
        <p:grpSpPr>
          <a:xfrm>
            <a:off x="1986292" y="401186"/>
            <a:ext cx="3418797" cy="1014729"/>
            <a:chOff x="6139542" y="968452"/>
            <a:chExt cx="3418797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348E4DD-5929-6936-4884-DFE06C9FEBA0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🎴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Issuer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0883E67-AFBC-EF50-D8EE-799E7DFFF935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6E20F76-72F7-DB09-4DE6-8BB807C03921}"/>
              </a:ext>
            </a:extLst>
          </p:cNvPr>
          <p:cNvGrpSpPr/>
          <p:nvPr/>
        </p:nvGrpSpPr>
        <p:grpSpPr>
          <a:xfrm>
            <a:off x="1983516" y="2818793"/>
            <a:ext cx="3418797" cy="1551822"/>
            <a:chOff x="6096000" y="4418673"/>
            <a:chExt cx="2505685" cy="155182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8037CEB-9525-E644-2D23-E1A130E5B7EF}"/>
                </a:ext>
              </a:extLst>
            </p:cNvPr>
            <p:cNvSpPr/>
            <p:nvPr/>
          </p:nvSpPr>
          <p:spPr>
            <a:xfrm>
              <a:off x="6096000" y="4418673"/>
              <a:ext cx="2505685" cy="155182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8CE50A-05CE-3F19-FA64-8C2B55449002}"/>
                </a:ext>
              </a:extLst>
            </p:cNvPr>
            <p:cNvSpPr/>
            <p:nvPr/>
          </p:nvSpPr>
          <p:spPr>
            <a:xfrm>
              <a:off x="6214847" y="5213618"/>
              <a:ext cx="2280796" cy="6152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34713A-564A-AB04-D592-BD816ADE47B5}"/>
                </a:ext>
              </a:extLst>
            </p:cNvPr>
            <p:cNvSpPr/>
            <p:nvPr/>
          </p:nvSpPr>
          <p:spPr>
            <a:xfrm>
              <a:off x="7965899" y="4546027"/>
              <a:ext cx="52663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B615CB-3DB9-0B49-5ED0-332FBD80562E}"/>
                </a:ext>
              </a:extLst>
            </p:cNvPr>
            <p:cNvSpPr/>
            <p:nvPr/>
          </p:nvSpPr>
          <p:spPr>
            <a:xfrm>
              <a:off x="6214846" y="4546027"/>
              <a:ext cx="166944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Broker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9ED88817-FBFE-928E-306E-714F59711A28}"/>
              </a:ext>
            </a:extLst>
          </p:cNvPr>
          <p:cNvCxnSpPr>
            <a:cxnSpLocks/>
            <a:stCxn id="8" idx="1"/>
            <a:endCxn id="154" idx="1"/>
          </p:cNvCxnSpPr>
          <p:nvPr/>
        </p:nvCxnSpPr>
        <p:spPr>
          <a:xfrm rot="10800000">
            <a:off x="1986293" y="908551"/>
            <a:ext cx="159379" cy="2318688"/>
          </a:xfrm>
          <a:prstGeom prst="bentConnector3">
            <a:avLst>
              <a:gd name="adj1" fmla="val 673727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AE820D-D988-D158-1E30-FA0E383C91C2}"/>
              </a:ext>
            </a:extLst>
          </p:cNvPr>
          <p:cNvSpPr txBox="1">
            <a:spLocks/>
          </p:cNvSpPr>
          <p:nvPr/>
        </p:nvSpPr>
        <p:spPr>
          <a:xfrm>
            <a:off x="1032862" y="2620087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559F139-7106-DA43-6CA9-E746D2A97233}"/>
              </a:ext>
            </a:extLst>
          </p:cNvPr>
          <p:cNvSpPr/>
          <p:nvPr/>
        </p:nvSpPr>
        <p:spPr>
          <a:xfrm>
            <a:off x="1367502" y="304723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F9061C2-9899-18A9-4713-F61674811069}"/>
              </a:ext>
            </a:extLst>
          </p:cNvPr>
          <p:cNvSpPr txBox="1">
            <a:spLocks/>
          </p:cNvSpPr>
          <p:nvPr/>
        </p:nvSpPr>
        <p:spPr>
          <a:xfrm>
            <a:off x="7797758" y="640826"/>
            <a:ext cx="3864726" cy="34443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🛩️ Flight tickets</a:t>
            </a:r>
            <a:br>
              <a:rPr lang="en-US" sz="2000" dirty="0"/>
            </a:br>
            <a:r>
              <a:rPr lang="en-US" sz="2000" dirty="0"/>
              <a:t>🎭 Event tickets</a:t>
            </a:r>
            <a:br>
              <a:rPr lang="en-US" sz="2000" dirty="0"/>
            </a:br>
            <a:r>
              <a:rPr lang="en-US" sz="2000" dirty="0"/>
              <a:t>🍲 Restaurant bookings</a:t>
            </a:r>
            <a:br>
              <a:rPr lang="en-US" sz="2000" dirty="0"/>
            </a:br>
            <a:r>
              <a:rPr lang="en-US" sz="2000" dirty="0"/>
              <a:t>📦 Delivery trackers</a:t>
            </a:r>
            <a:br>
              <a:rPr lang="en-US" sz="2000" dirty="0"/>
            </a:br>
            <a:r>
              <a:rPr lang="en-US" sz="2000" dirty="0"/>
              <a:t>🚗 Driver’s license</a:t>
            </a:r>
            <a:br>
              <a:rPr lang="en-US" sz="2000" dirty="0"/>
            </a:br>
            <a:r>
              <a:rPr lang="en-US" sz="2000" dirty="0"/>
              <a:t>🧑‍⚕️ Health appointments</a:t>
            </a:r>
            <a:br>
              <a:rPr lang="en-US" sz="2000" dirty="0"/>
            </a:br>
            <a:r>
              <a:rPr lang="en-GB" sz="2000" dirty="0"/>
              <a:t>💉 Vaccination certificates</a:t>
            </a:r>
            <a:br>
              <a:rPr lang="en-US" sz="2000" dirty="0"/>
            </a:br>
            <a:r>
              <a:rPr lang="en-GB" sz="2000" dirty="0"/>
              <a:t>🎓 Graduation credentials</a:t>
            </a:r>
            <a:endParaRPr lang="en-US" sz="2000" dirty="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AB8BF212-3EB0-6F63-10EA-701FA50CBA27}"/>
              </a:ext>
            </a:extLst>
          </p:cNvPr>
          <p:cNvSpPr/>
          <p:nvPr/>
        </p:nvSpPr>
        <p:spPr>
          <a:xfrm>
            <a:off x="7257712" y="578840"/>
            <a:ext cx="951252" cy="3573710"/>
          </a:xfrm>
          <a:prstGeom prst="leftBrace">
            <a:avLst>
              <a:gd name="adj1" fmla="val 8333"/>
              <a:gd name="adj2" fmla="val 43823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8EC88DBE-C95B-C3DD-0D63-7F65F5C458AA}"/>
              </a:ext>
            </a:extLst>
          </p:cNvPr>
          <p:cNvSpPr/>
          <p:nvPr/>
        </p:nvSpPr>
        <p:spPr>
          <a:xfrm>
            <a:off x="4094386" y="3693666"/>
            <a:ext cx="932976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tokens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B61DE9-F47E-AE8E-C474-AA47F119A1B7}"/>
              </a:ext>
            </a:extLst>
          </p:cNvPr>
          <p:cNvGrpSpPr/>
          <p:nvPr/>
        </p:nvGrpSpPr>
        <p:grpSpPr>
          <a:xfrm>
            <a:off x="5348719" y="1793793"/>
            <a:ext cx="1675068" cy="710699"/>
            <a:chOff x="4936462" y="1972060"/>
            <a:chExt cx="1675068" cy="71069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067FBEF-F699-F336-11B0-346E55AE4333}"/>
                </a:ext>
              </a:extLst>
            </p:cNvPr>
            <p:cNvSpPr/>
            <p:nvPr/>
          </p:nvSpPr>
          <p:spPr>
            <a:xfrm>
              <a:off x="4936462" y="1972060"/>
              <a:ext cx="1606105" cy="71069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F108FA-0841-EC8A-9E9D-980D33A166A7}"/>
                </a:ext>
              </a:extLst>
            </p:cNvPr>
            <p:cNvSpPr txBox="1"/>
            <p:nvPr/>
          </p:nvSpPr>
          <p:spPr>
            <a:xfrm>
              <a:off x="5005425" y="2036428"/>
              <a:ext cx="160610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Token</a:t>
              </a:r>
            </a:p>
            <a:p>
              <a:r>
                <a:rPr lang="en-GB" dirty="0"/>
                <a:t>🔐 Signature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8E39CD9-21CD-146A-6CF4-2B8A652434DF}"/>
              </a:ext>
            </a:extLst>
          </p:cNvPr>
          <p:cNvSpPr txBox="1"/>
          <p:nvPr/>
        </p:nvSpPr>
        <p:spPr>
          <a:xfrm>
            <a:off x="2111477" y="2893412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3B332-7401-F485-EBE9-495EF4FE9A25}"/>
              </a:ext>
            </a:extLst>
          </p:cNvPr>
          <p:cNvSpPr txBox="1"/>
          <p:nvPr/>
        </p:nvSpPr>
        <p:spPr>
          <a:xfrm>
            <a:off x="147264" y="6233934"/>
            <a:ext cx="117500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ISSUER</a:t>
            </a:r>
          </a:p>
        </p:txBody>
      </p:sp>
    </p:spTree>
    <p:extLst>
      <p:ext uri="{BB962C8B-B14F-4D97-AF65-F5344CB8AC3E}">
        <p14:creationId xmlns:p14="http://schemas.microsoft.com/office/powerpoint/2010/main" val="12524803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47353</TotalTime>
  <Words>122</Words>
  <Application>Microsoft Macintosh PowerPoint</Application>
  <PresentationFormat>Widescreen</PresentationFormat>
  <Paragraphs>55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Segoe UI</vt:lpstr>
      <vt:lpstr>Wingdings</vt:lpstr>
      <vt:lpstr>Amazon Ember</vt:lpstr>
      <vt:lpstr>Arial</vt:lpstr>
      <vt:lpstr>Amazon Ember Display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153</cp:revision>
  <dcterms:created xsi:type="dcterms:W3CDTF">2022-10-07T16:14:37Z</dcterms:created>
  <dcterms:modified xsi:type="dcterms:W3CDTF">2025-09-15T22:19:38Z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2025-04-22T20:19:24Z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bd891657-ab5d-4c6a-ad36-02a8e341337b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