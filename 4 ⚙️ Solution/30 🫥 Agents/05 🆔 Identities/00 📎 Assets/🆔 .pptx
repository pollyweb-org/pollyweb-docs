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1827" r:id="rId2"/>
    <p:sldId id="1728" r:id="rId3"/>
    <p:sldId id="1733" r:id="rId4"/>
    <p:sldId id="1747" r:id="rId5"/>
    <p:sldId id="1730" r:id="rId6"/>
    <p:sldId id="1734" r:id="rId7"/>
    <p:sldId id="1710" r:id="rId8"/>
  </p:sldIdLst>
  <p:sldSz cx="12192000" cy="6858000"/>
  <p:notesSz cx="6858000" cy="9144000"/>
  <p:embeddedFontLst>
    <p:embeddedFont>
      <p:font typeface="Amazon Ember" panose="020B0603020204020204" pitchFamily="34" charset="0"/>
      <p:regular r:id="rId11"/>
      <p:bold r:id="rId12"/>
      <p:italic r:id="rId13"/>
      <p:boldItalic r:id="rId14"/>
    </p:embeddedFont>
    <p:embeddedFont>
      <p:font typeface="Amazon Ember Display" panose="020F0603020204020204" pitchFamily="34" charset="0"/>
      <p:regular r:id="rId15"/>
      <p:bold r:id="rId16"/>
      <p:italic r:id="rId17"/>
      <p:boldItalic r:id="rId18"/>
    </p:embeddedFont>
    <p:embeddedFont>
      <p:font typeface="Segoe UI" panose="020B0502040204020203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." id="{4C3050E7-71FD-354D-B394-185F1158456F}">
          <p14:sldIdLst>
            <p14:sldId id="1827"/>
            <p14:sldId id="1728"/>
            <p14:sldId id="1733"/>
            <p14:sldId id="1747"/>
            <p14:sldId id="1730"/>
            <p14:sldId id="1734"/>
            <p14:sldId id="171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62" autoAdjust="0"/>
    <p:restoredTop sz="96966" autoAdjust="0"/>
  </p:normalViewPr>
  <p:slideViewPr>
    <p:cSldViewPr snapToGrid="0">
      <p:cViewPr varScale="1">
        <p:scale>
          <a:sx n="121" d="100"/>
          <a:sy n="121" d="100"/>
        </p:scale>
        <p:origin x="176" y="3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commentAuthors" Target="commentAuthors.xml"/><Relationship Id="rId10" Type="http://schemas.openxmlformats.org/officeDocument/2006/relationships/handoutMaster" Target="handoutMasters/handout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8916D-A8A3-89D2-7DA2-88A40ADEA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CE1305-9BC4-640D-71AE-B62E6A5F0D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6668E1-E372-3750-216D-76859B9CD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F609356-661C-E79E-354B-FBC535FBF8EF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9DE86-16B7-6122-3597-63D967D82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C5AE1EC-CE59-B0C0-6BF9-8E8ECEC6113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8/29/25 12:01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8EE88-0D6C-6CBB-4D71-222C1937800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1934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1AA11-B49B-58D7-F24C-8D034E6A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4D268E-35AA-D358-CEB3-C0D56131FF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5BB731-457C-EC27-5E55-3A59EC7CA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87FF71F-5B37-9215-2BB3-C35D6C335F5A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A4BDE-394D-F9BA-774B-0512E1EB9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5936F4C-7F79-1D56-FFCC-54BD68EED84E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8/29/25 12:01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A0D34-6EE1-6324-D359-8B0368D7065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263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83FF9-E1CC-5CC8-6D43-71F2D0323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D42720-9D3C-8A5E-BD39-CC07C15161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3A6C29-9930-4FFD-21D5-96B7AD333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137A1E94-E6DF-D35F-381C-F77C9B8630FC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A0190-D747-5628-53B4-D3B5FF3B6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A7D41EF-49B2-F34F-DA63-21EA88E34AEB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8/29/25 12:01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BC99A-FA64-8FFF-1109-3D4C2D2E7EB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71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34809-AE9C-DB15-2823-E8BE78D02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6803C4-DC42-414B-7234-7986DBA278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744003-C3D2-433D-5712-168F2959E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9FF775A-5DAA-CF1D-3908-6AACA1F3F690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4E3D8-1530-7842-5FE1-80543AAE6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5172E2C-1E12-F282-8D0B-178439BA29F1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8/29/25 12:01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96FA9-0E3F-444D-05DF-1C4F0D97B8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009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7879E-19D4-56AD-46E1-1D856C85D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EB0B8C-FD12-ECEB-C374-78DD1D3992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79E49-040D-F84C-EA48-D03D7AC8A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F267A52-DF5D-3C0F-BEC1-E83984027107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58AFB-EF8D-2341-7143-0DF9A0825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E891B2B-197F-F2BE-1D5D-E0718BFADE61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8/29/25 12:01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6D369-D759-F441-DCAE-9367C90CF9F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723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7371C-3E91-748E-D9DF-F69A074B2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2D2EC0-B109-68AC-5A13-62D000FF1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E1BC15-E008-C873-8CB8-83F8EE2FE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4CE0B82-56AE-5E54-4AD3-2217C05A6E33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548C6-07C9-B98D-1F10-CC2DFBF44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7BF789E-015E-E762-BD34-47B21EFE309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8/29/25 12:01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A2202-F088-CA2C-68E1-920BDFFDE8C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048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480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75AF2-8B85-3DDA-F710-B6AB3257A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28BB01-5CF5-698A-377B-4CDC294623CF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🆔 User Identity</a:t>
            </a:r>
          </a:p>
        </p:txBody>
      </p:sp>
    </p:spTree>
    <p:extLst>
      <p:ext uri="{BB962C8B-B14F-4D97-AF65-F5344CB8AC3E}">
        <p14:creationId xmlns:p14="http://schemas.microsoft.com/office/powerpoint/2010/main" val="1908638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B1D25-AF9A-EF7A-9A47-E778197ED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23CEE49C-FCF9-441F-4069-080B0D0772B1}"/>
              </a:ext>
            </a:extLst>
          </p:cNvPr>
          <p:cNvSpPr/>
          <p:nvPr/>
        </p:nvSpPr>
        <p:spPr>
          <a:xfrm>
            <a:off x="7667925" y="219456"/>
            <a:ext cx="3752931" cy="2907791"/>
          </a:xfrm>
          <a:prstGeom prst="rect">
            <a:avLst/>
          </a:prstGeom>
          <a:solidFill>
            <a:schemeClr val="accent4">
              <a:lumMod val="20000"/>
              <a:lumOff val="80000"/>
              <a:alpha val="17742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accent4"/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B7A827-32F1-4BB5-132C-6686F88812DC}"/>
              </a:ext>
            </a:extLst>
          </p:cNvPr>
          <p:cNvSpPr/>
          <p:nvPr/>
        </p:nvSpPr>
        <p:spPr>
          <a:xfrm>
            <a:off x="1178113" y="219456"/>
            <a:ext cx="1102049" cy="2907791"/>
          </a:xfrm>
          <a:prstGeom prst="rect">
            <a:avLst/>
          </a:prstGeom>
          <a:solidFill>
            <a:schemeClr val="accent4">
              <a:lumMod val="20000"/>
              <a:lumOff val="80000"/>
              <a:alpha val="17742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accent4"/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1EAD247-FE67-20DF-BC1E-77BD8F8F1A1C}"/>
              </a:ext>
            </a:extLst>
          </p:cNvPr>
          <p:cNvGrpSpPr/>
          <p:nvPr/>
        </p:nvGrpSpPr>
        <p:grpSpPr>
          <a:xfrm>
            <a:off x="700603" y="376154"/>
            <a:ext cx="1988691" cy="1316816"/>
            <a:chOff x="7388710" y="3835400"/>
            <a:chExt cx="1988691" cy="1316816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400B7210-3E38-179C-45C1-A4772BE94208}"/>
                </a:ext>
              </a:extLst>
            </p:cNvPr>
            <p:cNvGrpSpPr/>
            <p:nvPr/>
          </p:nvGrpSpPr>
          <p:grpSpPr>
            <a:xfrm>
              <a:off x="7388710" y="3835400"/>
              <a:ext cx="1988691" cy="1316816"/>
              <a:chOff x="6139542" y="693286"/>
              <a:chExt cx="1988691" cy="1316816"/>
            </a:xfrm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628C3304-C28F-3C55-2542-01EB5E35DD44}"/>
                  </a:ext>
                </a:extLst>
              </p:cNvPr>
              <p:cNvSpPr/>
              <p:nvPr/>
            </p:nvSpPr>
            <p:spPr>
              <a:xfrm>
                <a:off x="6139542" y="693286"/>
                <a:ext cx="1988691" cy="13168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180DE575-C96B-4982-F4DD-AE5416C987BF}"/>
                  </a:ext>
                </a:extLst>
              </p:cNvPr>
              <p:cNvSpPr/>
              <p:nvPr/>
            </p:nvSpPr>
            <p:spPr>
              <a:xfrm>
                <a:off x="6236556" y="135184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6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Wallet</a:t>
                </a:r>
              </a:p>
            </p:txBody>
          </p:sp>
        </p:grp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88AE6227-7889-1755-62FC-795A4D6D087A}"/>
                </a:ext>
              </a:extLst>
            </p:cNvPr>
            <p:cNvSpPr/>
            <p:nvPr/>
          </p:nvSpPr>
          <p:spPr>
            <a:xfrm>
              <a:off x="8122107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7479B010-5B57-9A73-9B03-39B4B45761FC}"/>
                </a:ext>
              </a:extLst>
            </p:cNvPr>
            <p:cNvSpPr/>
            <p:nvPr/>
          </p:nvSpPr>
          <p:spPr>
            <a:xfrm>
              <a:off x="8754380" y="3928533"/>
              <a:ext cx="530040" cy="47154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516EEC96-608E-B790-957A-26FB3B0B72DB}"/>
                </a:ext>
              </a:extLst>
            </p:cNvPr>
            <p:cNvSpPr/>
            <p:nvPr/>
          </p:nvSpPr>
          <p:spPr>
            <a:xfrm>
              <a:off x="7482152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F7E6B1F-AD27-025C-EE87-9399F92FFD47}"/>
              </a:ext>
            </a:extLst>
          </p:cNvPr>
          <p:cNvGrpSpPr/>
          <p:nvPr/>
        </p:nvGrpSpPr>
        <p:grpSpPr>
          <a:xfrm>
            <a:off x="7857315" y="389013"/>
            <a:ext cx="1937537" cy="1038741"/>
            <a:chOff x="7507403" y="1006813"/>
            <a:chExt cx="691415" cy="1038741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BBE3DF4-7980-7875-32F4-335CCDEADE65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🗄️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Vault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214B43F-8674-EB23-0CC3-83439E98F315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Identity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163EF4E-3E78-C7F2-48DC-AC3A2657DCBB}"/>
              </a:ext>
            </a:extLst>
          </p:cNvPr>
          <p:cNvSpPr txBox="1"/>
          <p:nvPr/>
        </p:nvSpPr>
        <p:spPr>
          <a:xfrm>
            <a:off x="1278781" y="1400713"/>
            <a:ext cx="100516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endParaRPr lang="en-GB" sz="88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8BE409-3258-086C-9E45-8291F19C73FC}"/>
              </a:ext>
            </a:extLst>
          </p:cNvPr>
          <p:cNvCxnSpPr>
            <a:cxnSpLocks/>
            <a:stCxn id="71" idx="1"/>
            <a:endCxn id="16" idx="1"/>
          </p:cNvCxnSpPr>
          <p:nvPr/>
        </p:nvCxnSpPr>
        <p:spPr>
          <a:xfrm>
            <a:off x="2265439" y="2656505"/>
            <a:ext cx="5589157" cy="4986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C495211-90AE-CA87-A6A8-1E1BA2F46AAA}"/>
              </a:ext>
            </a:extLst>
          </p:cNvPr>
          <p:cNvSpPr txBox="1"/>
          <p:nvPr/>
        </p:nvSpPr>
        <p:spPr>
          <a:xfrm flipH="1">
            <a:off x="1990471" y="1679540"/>
            <a:ext cx="271970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GB" dirty="0"/>
              <a:t>    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815A2F6-DF5E-48CE-6134-89FD43ED1B3A}"/>
              </a:ext>
            </a:extLst>
          </p:cNvPr>
          <p:cNvSpPr txBox="1"/>
          <p:nvPr/>
        </p:nvSpPr>
        <p:spPr>
          <a:xfrm flipH="1">
            <a:off x="1591032" y="2655753"/>
            <a:ext cx="271970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GB" dirty="0"/>
              <a:t>     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3D9FC903-EB60-CFA3-B101-5B9E038364F6}"/>
              </a:ext>
            </a:extLst>
          </p:cNvPr>
          <p:cNvSpPr txBox="1">
            <a:spLocks/>
          </p:cNvSpPr>
          <p:nvPr/>
        </p:nvSpPr>
        <p:spPr>
          <a:xfrm>
            <a:off x="1254180" y="2550366"/>
            <a:ext cx="96200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user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C20A121-8C23-6947-5748-6FB30033AE34}"/>
              </a:ext>
            </a:extLst>
          </p:cNvPr>
          <p:cNvGrpSpPr/>
          <p:nvPr/>
        </p:nvGrpSpPr>
        <p:grpSpPr>
          <a:xfrm>
            <a:off x="2410327" y="2750421"/>
            <a:ext cx="2899348" cy="400110"/>
            <a:chOff x="3467656" y="74201"/>
            <a:chExt cx="2899348" cy="400110"/>
          </a:xfrm>
        </p:grpSpPr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C83CB648-C372-56FC-5B9E-1FFB86B49FDD}"/>
                </a:ext>
              </a:extLst>
            </p:cNvPr>
            <p:cNvSpPr/>
            <p:nvPr/>
          </p:nvSpPr>
          <p:spPr>
            <a:xfrm>
              <a:off x="3467656" y="92980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6" name="Content Placeholder 2">
              <a:extLst>
                <a:ext uri="{FF2B5EF4-FFF2-40B4-BE49-F238E27FC236}">
                  <a16:creationId xmlns:a16="http://schemas.microsoft.com/office/drawing/2014/main" id="{50FB5FA9-99CC-B05F-F970-CB8DEEFF9F42}"/>
                </a:ext>
              </a:extLst>
            </p:cNvPr>
            <p:cNvSpPr txBox="1">
              <a:spLocks/>
            </p:cNvSpPr>
            <p:nvPr/>
          </p:nvSpPr>
          <p:spPr>
            <a:xfrm>
              <a:off x="3827656" y="74201"/>
              <a:ext cx="253934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palm scan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BF46BAEC-8681-F2C7-D86D-C1C47558F049}"/>
              </a:ext>
            </a:extLst>
          </p:cNvPr>
          <p:cNvSpPr txBox="1"/>
          <p:nvPr/>
        </p:nvSpPr>
        <p:spPr>
          <a:xfrm>
            <a:off x="10037376" y="2023706"/>
            <a:ext cx="111671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👮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499F7D9-07CF-7D96-531A-6D52DDBB67A5}"/>
              </a:ext>
            </a:extLst>
          </p:cNvPr>
          <p:cNvSpPr txBox="1"/>
          <p:nvPr/>
        </p:nvSpPr>
        <p:spPr>
          <a:xfrm flipH="1">
            <a:off x="1996285" y="1734212"/>
            <a:ext cx="271970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GB" dirty="0"/>
              <a:t>     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F88ECEBF-DDA9-D445-0D25-5AFC0DFC1234}"/>
              </a:ext>
            </a:extLst>
          </p:cNvPr>
          <p:cNvSpPr txBox="1">
            <a:spLocks/>
          </p:cNvSpPr>
          <p:nvPr/>
        </p:nvSpPr>
        <p:spPr>
          <a:xfrm>
            <a:off x="9923693" y="560343"/>
            <a:ext cx="1344082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biometric center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51887C4-F4BD-BF19-A7E2-1C6A632B84B5}"/>
              </a:ext>
            </a:extLst>
          </p:cNvPr>
          <p:cNvGrpSpPr/>
          <p:nvPr/>
        </p:nvGrpSpPr>
        <p:grpSpPr>
          <a:xfrm>
            <a:off x="2836423" y="351760"/>
            <a:ext cx="2899348" cy="400110"/>
            <a:chOff x="3467656" y="56783"/>
            <a:chExt cx="2899348" cy="400110"/>
          </a:xfrm>
        </p:grpSpPr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2DF5F07E-FA25-D939-6ECC-02ACA64C3363}"/>
                </a:ext>
              </a:extLst>
            </p:cNvPr>
            <p:cNvSpPr/>
            <p:nvPr/>
          </p:nvSpPr>
          <p:spPr>
            <a:xfrm>
              <a:off x="3467656" y="92980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1" name="Content Placeholder 2">
              <a:extLst>
                <a:ext uri="{FF2B5EF4-FFF2-40B4-BE49-F238E27FC236}">
                  <a16:creationId xmlns:a16="http://schemas.microsoft.com/office/drawing/2014/main" id="{0B808FFE-B0D0-3BC5-4443-3E38024BFC56}"/>
                </a:ext>
              </a:extLst>
            </p:cNvPr>
            <p:cNvSpPr txBox="1">
              <a:spLocks/>
            </p:cNvSpPr>
            <p:nvPr/>
          </p:nvSpPr>
          <p:spPr>
            <a:xfrm>
              <a:off x="3827656" y="56783"/>
              <a:ext cx="253934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bind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94FF45D-C10A-91DD-1B0A-4B740F7CD809}"/>
              </a:ext>
            </a:extLst>
          </p:cNvPr>
          <p:cNvSpPr txBox="1"/>
          <p:nvPr/>
        </p:nvSpPr>
        <p:spPr>
          <a:xfrm>
            <a:off x="178670" y="6248084"/>
            <a:ext cx="3694922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IDENTITY: Registration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B5166C-A071-5E2B-A512-468F46C14D5C}"/>
              </a:ext>
            </a:extLst>
          </p:cNvPr>
          <p:cNvSpPr/>
          <p:nvPr/>
        </p:nvSpPr>
        <p:spPr>
          <a:xfrm>
            <a:off x="7854595" y="1633146"/>
            <a:ext cx="1940257" cy="56218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44000" rIns="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📷 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Camera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971C30-5258-86C6-81AB-A5D3A32401B9}"/>
              </a:ext>
            </a:extLst>
          </p:cNvPr>
          <p:cNvSpPr/>
          <p:nvPr/>
        </p:nvSpPr>
        <p:spPr>
          <a:xfrm>
            <a:off x="7854596" y="2380399"/>
            <a:ext cx="1940257" cy="56218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44000" rIns="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🖐️ 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Palmist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5F2DAB-51FD-6272-3665-EBB7DE40B128}"/>
              </a:ext>
            </a:extLst>
          </p:cNvPr>
          <p:cNvSpPr txBox="1"/>
          <p:nvPr/>
        </p:nvSpPr>
        <p:spPr>
          <a:xfrm>
            <a:off x="790260" y="523046"/>
            <a:ext cx="486918" cy="5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/>
            </a:pPr>
            <a:r>
              <a:rPr lang="en-GB" sz="4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🤵</a:t>
            </a:r>
            <a:endParaRPr lang="en-GB" sz="36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67388FA-01CC-4468-F877-A152582851B9}"/>
              </a:ext>
            </a:extLst>
          </p:cNvPr>
          <p:cNvCxnSpPr>
            <a:cxnSpLocks/>
            <a:stCxn id="52" idx="1"/>
            <a:endCxn id="15" idx="1"/>
          </p:cNvCxnSpPr>
          <p:nvPr/>
        </p:nvCxnSpPr>
        <p:spPr>
          <a:xfrm flipV="1">
            <a:off x="2268255" y="1914238"/>
            <a:ext cx="5586340" cy="464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87D3FE5-80FB-0DE5-82B2-348E206A4D16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2689294" y="908384"/>
            <a:ext cx="5168021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30B64F3-A070-490E-CC22-39BE1E4ABEB8}"/>
              </a:ext>
            </a:extLst>
          </p:cNvPr>
          <p:cNvGrpSpPr/>
          <p:nvPr/>
        </p:nvGrpSpPr>
        <p:grpSpPr>
          <a:xfrm>
            <a:off x="2405050" y="2016203"/>
            <a:ext cx="2899348" cy="400110"/>
            <a:chOff x="3467656" y="74201"/>
            <a:chExt cx="2899348" cy="400110"/>
          </a:xfrm>
        </p:grpSpPr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83B4412F-0D3A-644F-4724-6C53C08554FD}"/>
                </a:ext>
              </a:extLst>
            </p:cNvPr>
            <p:cNvSpPr/>
            <p:nvPr/>
          </p:nvSpPr>
          <p:spPr>
            <a:xfrm>
              <a:off x="3467656" y="92980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9" name="Content Placeholder 2">
              <a:extLst>
                <a:ext uri="{FF2B5EF4-FFF2-40B4-BE49-F238E27FC236}">
                  <a16:creationId xmlns:a16="http://schemas.microsoft.com/office/drawing/2014/main" id="{98181E6A-77A4-2C0B-720E-5CBA566BFCCB}"/>
                </a:ext>
              </a:extLst>
            </p:cNvPr>
            <p:cNvSpPr txBox="1">
              <a:spLocks/>
            </p:cNvSpPr>
            <p:nvPr/>
          </p:nvSpPr>
          <p:spPr>
            <a:xfrm>
              <a:off x="3827656" y="74201"/>
              <a:ext cx="253934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face scan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944AC3E-F790-8331-E69A-4F1FDC94241F}"/>
              </a:ext>
            </a:extLst>
          </p:cNvPr>
          <p:cNvGrpSpPr/>
          <p:nvPr/>
        </p:nvGrpSpPr>
        <p:grpSpPr>
          <a:xfrm>
            <a:off x="7943440" y="3321901"/>
            <a:ext cx="2899348" cy="420628"/>
            <a:chOff x="3467656" y="74201"/>
            <a:chExt cx="2899348" cy="420628"/>
          </a:xfrm>
        </p:grpSpPr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498152BF-8DD1-6CF0-AEFD-769E7334422A}"/>
                </a:ext>
              </a:extLst>
            </p:cNvPr>
            <p:cNvSpPr/>
            <p:nvPr/>
          </p:nvSpPr>
          <p:spPr>
            <a:xfrm>
              <a:off x="3467656" y="92980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8" name="Content Placeholder 2">
              <a:extLst>
                <a:ext uri="{FF2B5EF4-FFF2-40B4-BE49-F238E27FC236}">
                  <a16:creationId xmlns:a16="http://schemas.microsoft.com/office/drawing/2014/main" id="{D2FBE71F-4A64-0DB3-F886-1C49BECE8D0F}"/>
                </a:ext>
              </a:extLst>
            </p:cNvPr>
            <p:cNvSpPr txBox="1">
              <a:spLocks/>
            </p:cNvSpPr>
            <p:nvPr/>
          </p:nvSpPr>
          <p:spPr>
            <a:xfrm>
              <a:off x="3827656" y="74201"/>
              <a:ext cx="2539348" cy="420628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passport check </a:t>
              </a:r>
              <a:r>
                <a:rPr lang="en-US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🛂</a:t>
              </a:r>
            </a:p>
          </p:txBody>
        </p:sp>
      </p:grp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CCDC8CF-EF5A-581D-1198-195392B36446}"/>
              </a:ext>
            </a:extLst>
          </p:cNvPr>
          <p:cNvCxnSpPr>
            <a:cxnSpLocks/>
            <a:stCxn id="8" idx="2"/>
            <a:endCxn id="65" idx="2"/>
          </p:cNvCxnSpPr>
          <p:nvPr/>
        </p:nvCxnSpPr>
        <p:spPr>
          <a:xfrm rot="5400000" flipH="1" flipV="1">
            <a:off x="6189360" y="-1340470"/>
            <a:ext cx="7494" cy="8927939"/>
          </a:xfrm>
          <a:prstGeom prst="bentConnector3">
            <a:avLst>
              <a:gd name="adj1" fmla="val -9883480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40F89276-3F5F-F5AB-2BFF-47785524F26A}"/>
              </a:ext>
            </a:extLst>
          </p:cNvPr>
          <p:cNvSpPr txBox="1"/>
          <p:nvPr/>
        </p:nvSpPr>
        <p:spPr>
          <a:xfrm>
            <a:off x="10504791" y="2750421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9B38627-9428-045A-0399-8D90AA706164}"/>
              </a:ext>
            </a:extLst>
          </p:cNvPr>
          <p:cNvSpPr txBox="1"/>
          <p:nvPr/>
        </p:nvSpPr>
        <p:spPr>
          <a:xfrm flipH="1">
            <a:off x="1993469" y="2471839"/>
            <a:ext cx="271970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GB" dirty="0"/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313889796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0D3A1-7AF9-2BCE-3C4B-02538DBE0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CE7A6BC-2105-22E5-E9BA-7DD7ACCEB223}"/>
              </a:ext>
            </a:extLst>
          </p:cNvPr>
          <p:cNvGrpSpPr/>
          <p:nvPr/>
        </p:nvGrpSpPr>
        <p:grpSpPr>
          <a:xfrm>
            <a:off x="9276417" y="2510482"/>
            <a:ext cx="1988691" cy="1041649"/>
            <a:chOff x="6139542" y="968452"/>
            <a:chExt cx="1988691" cy="104164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5F571D3-3B58-7AFF-AF27-D2B823407A63}"/>
                </a:ext>
              </a:extLst>
            </p:cNvPr>
            <p:cNvSpPr/>
            <p:nvPr/>
          </p:nvSpPr>
          <p:spPr>
            <a:xfrm>
              <a:off x="6139542" y="968452"/>
              <a:ext cx="1988691" cy="104164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36CD4FD-D97F-F093-3436-248E46241830}"/>
                </a:ext>
              </a:extLst>
            </p:cNvPr>
            <p:cNvSpPr/>
            <p:nvPr/>
          </p:nvSpPr>
          <p:spPr>
            <a:xfrm>
              <a:off x="6236556" y="1351846"/>
              <a:ext cx="17910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Identity</a:t>
              </a:r>
            </a:p>
          </p:txBody>
        </p:sp>
      </p:grp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E10BB01-3431-65DF-36F0-F5B43E80DD59}"/>
              </a:ext>
            </a:extLst>
          </p:cNvPr>
          <p:cNvSpPr/>
          <p:nvPr/>
        </p:nvSpPr>
        <p:spPr>
          <a:xfrm>
            <a:off x="8304502" y="2561955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1AD461-DF26-3748-8C59-6B7EF06A4C39}"/>
              </a:ext>
            </a:extLst>
          </p:cNvPr>
          <p:cNvSpPr txBox="1"/>
          <p:nvPr/>
        </p:nvSpPr>
        <p:spPr>
          <a:xfrm>
            <a:off x="178670" y="6248084"/>
            <a:ext cx="5281895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IDENTITY: Online authentication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5812CAB-CECE-77D8-B0CC-A5D99855AFEE}"/>
              </a:ext>
            </a:extLst>
          </p:cNvPr>
          <p:cNvSpPr/>
          <p:nvPr/>
        </p:nvSpPr>
        <p:spPr>
          <a:xfrm>
            <a:off x="1996500" y="260145"/>
            <a:ext cx="2723546" cy="512175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C9A72F0-5E2F-CD88-9CF3-B55D0079300E}"/>
              </a:ext>
            </a:extLst>
          </p:cNvPr>
          <p:cNvSpPr/>
          <p:nvPr/>
        </p:nvSpPr>
        <p:spPr>
          <a:xfrm>
            <a:off x="2167127" y="832242"/>
            <a:ext cx="2381612" cy="3635255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3E7A9CC-7A58-265A-09BE-2E67B88FF348}"/>
              </a:ext>
            </a:extLst>
          </p:cNvPr>
          <p:cNvSpPr/>
          <p:nvPr/>
        </p:nvSpPr>
        <p:spPr>
          <a:xfrm>
            <a:off x="2354486" y="3434197"/>
            <a:ext cx="2006894" cy="831741"/>
          </a:xfrm>
          <a:prstGeom prst="rect">
            <a:avLst/>
          </a:prstGeom>
          <a:solidFill>
            <a:schemeClr val="accent5">
              <a:lumMod val="50000"/>
            </a:schemeClr>
          </a:solidFill>
          <a:ln w="28575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anchor="ctr"/>
          <a:lstStyle/>
          <a:p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🌐</a:t>
            </a: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 </a:t>
            </a:r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Web 2.0   </a:t>
            </a:r>
            <a:b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      web page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DE5023B-98A0-9490-0DCD-578B3254E858}"/>
              </a:ext>
            </a:extLst>
          </p:cNvPr>
          <p:cNvSpPr txBox="1"/>
          <p:nvPr/>
        </p:nvSpPr>
        <p:spPr>
          <a:xfrm>
            <a:off x="9131533" y="3235616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dirty="0"/>
              <a:t>    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FBB8CC9-E807-D0B4-FC12-9479CE8469C8}"/>
              </a:ext>
            </a:extLst>
          </p:cNvPr>
          <p:cNvSpPr txBox="1"/>
          <p:nvPr/>
        </p:nvSpPr>
        <p:spPr>
          <a:xfrm>
            <a:off x="2010062" y="515904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dirty="0"/>
              <a:t>    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0D2FA03-A715-A6B1-A6AC-13336D91DC92}"/>
              </a:ext>
            </a:extLst>
          </p:cNvPr>
          <p:cNvSpPr txBox="1"/>
          <p:nvPr/>
        </p:nvSpPr>
        <p:spPr>
          <a:xfrm>
            <a:off x="2213418" y="876648"/>
            <a:ext cx="21758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aseline="-9000" dirty="0">
                <a:effectLst>
                  <a:glow>
                    <a:schemeClr val="bg1"/>
                  </a:glow>
                </a:effectLst>
              </a:rPr>
              <a:t>🧑‍🦰 </a:t>
            </a:r>
            <a:r>
              <a:rPr lang="en-GB" sz="2400" i="1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Wallet app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9BC97C1-DD37-40EA-ABF8-5F41CB5F9AE0}"/>
              </a:ext>
            </a:extLst>
          </p:cNvPr>
          <p:cNvSpPr txBox="1"/>
          <p:nvPr/>
        </p:nvSpPr>
        <p:spPr>
          <a:xfrm>
            <a:off x="2109241" y="326171"/>
            <a:ext cx="21666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i="1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Device</a:t>
            </a: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E262F294-363D-40B3-F9D7-F92B85A2A89F}"/>
              </a:ext>
            </a:extLst>
          </p:cNvPr>
          <p:cNvGrpSpPr/>
          <p:nvPr/>
        </p:nvGrpSpPr>
        <p:grpSpPr>
          <a:xfrm>
            <a:off x="318379" y="2310329"/>
            <a:ext cx="1067191" cy="1890637"/>
            <a:chOff x="300057" y="798157"/>
            <a:chExt cx="1067191" cy="1890637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1F31EED-081A-5038-2F5A-71FE649E054A}"/>
                </a:ext>
              </a:extLst>
            </p:cNvPr>
            <p:cNvSpPr txBox="1"/>
            <p:nvPr/>
          </p:nvSpPr>
          <p:spPr>
            <a:xfrm>
              <a:off x="362082" y="798157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75" name="Content Placeholder 2">
              <a:extLst>
                <a:ext uri="{FF2B5EF4-FFF2-40B4-BE49-F238E27FC236}">
                  <a16:creationId xmlns:a16="http://schemas.microsoft.com/office/drawing/2014/main" id="{A161904B-A67B-7DA4-7C79-7567CB67A405}"/>
                </a:ext>
              </a:extLst>
            </p:cNvPr>
            <p:cNvSpPr txBox="1">
              <a:spLocks/>
            </p:cNvSpPr>
            <p:nvPr/>
          </p:nvSpPr>
          <p:spPr>
            <a:xfrm>
              <a:off x="300057" y="1980908"/>
              <a:ext cx="1058208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human</a:t>
              </a:r>
            </a:p>
          </p:txBody>
        </p:sp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BD2188EE-8D6B-4CDB-4E97-6F55C567EBC7}"/>
              </a:ext>
            </a:extLst>
          </p:cNvPr>
          <p:cNvSpPr/>
          <p:nvPr/>
        </p:nvSpPr>
        <p:spPr>
          <a:xfrm>
            <a:off x="2354487" y="2753573"/>
            <a:ext cx="2006893" cy="562183"/>
          </a:xfrm>
          <a:prstGeom prst="rect">
            <a:avLst/>
          </a:prstGeom>
          <a:solidFill>
            <a:schemeClr val="bg1"/>
          </a:solidFill>
          <a:ln w="28575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anchor="ctr"/>
          <a:lstStyle/>
          <a:p>
            <a:r>
              <a:rPr lang="en-GB" sz="32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📷 </a:t>
            </a:r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Camera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96F2633-9736-4F9F-D817-A2C9FB8AE153}"/>
              </a:ext>
            </a:extLst>
          </p:cNvPr>
          <p:cNvSpPr/>
          <p:nvPr/>
        </p:nvSpPr>
        <p:spPr>
          <a:xfrm>
            <a:off x="2357484" y="2057652"/>
            <a:ext cx="2006895" cy="562183"/>
          </a:xfrm>
          <a:prstGeom prst="rect">
            <a:avLst/>
          </a:prstGeom>
          <a:noFill/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 Chat</a:t>
            </a:r>
          </a:p>
        </p:txBody>
      </p:sp>
      <p:cxnSp>
        <p:nvCxnSpPr>
          <p:cNvPr id="79" name="Straight Arrow Connector 12">
            <a:extLst>
              <a:ext uri="{FF2B5EF4-FFF2-40B4-BE49-F238E27FC236}">
                <a16:creationId xmlns:a16="http://schemas.microsoft.com/office/drawing/2014/main" id="{5BFBD109-B6C4-E07D-DCB3-B0BA7F7F20E0}"/>
              </a:ext>
            </a:extLst>
          </p:cNvPr>
          <p:cNvCxnSpPr>
            <a:cxnSpLocks/>
            <a:stCxn id="77" idx="3"/>
            <a:endCxn id="22" idx="1"/>
          </p:cNvCxnSpPr>
          <p:nvPr/>
        </p:nvCxnSpPr>
        <p:spPr>
          <a:xfrm>
            <a:off x="4364379" y="2338744"/>
            <a:ext cx="4912038" cy="692563"/>
          </a:xfrm>
          <a:prstGeom prst="bentConnector3">
            <a:avLst>
              <a:gd name="adj1" fmla="val 77835"/>
            </a:avLst>
          </a:prstGeom>
          <a:ln w="19050" cap="rnd">
            <a:solidFill>
              <a:schemeClr val="accent6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12">
            <a:extLst>
              <a:ext uri="{FF2B5EF4-FFF2-40B4-BE49-F238E27FC236}">
                <a16:creationId xmlns:a16="http://schemas.microsoft.com/office/drawing/2014/main" id="{A0D55046-9861-EA72-3B58-3F25C6C36BB7}"/>
              </a:ext>
            </a:extLst>
          </p:cNvPr>
          <p:cNvCxnSpPr>
            <a:cxnSpLocks/>
            <a:stCxn id="62" idx="3"/>
            <a:endCxn id="22" idx="1"/>
          </p:cNvCxnSpPr>
          <p:nvPr/>
        </p:nvCxnSpPr>
        <p:spPr>
          <a:xfrm flipV="1">
            <a:off x="4361380" y="3031307"/>
            <a:ext cx="4915037" cy="818761"/>
          </a:xfrm>
          <a:prstGeom prst="bentConnector3">
            <a:avLst>
              <a:gd name="adj1" fmla="val 77818"/>
            </a:avLst>
          </a:prstGeom>
          <a:ln w="19050" cap="rnd">
            <a:solidFill>
              <a:schemeClr val="accent6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12">
            <a:extLst>
              <a:ext uri="{FF2B5EF4-FFF2-40B4-BE49-F238E27FC236}">
                <a16:creationId xmlns:a16="http://schemas.microsoft.com/office/drawing/2014/main" id="{0C67852C-FE54-B00A-55A1-CC541A1B1FB1}"/>
              </a:ext>
            </a:extLst>
          </p:cNvPr>
          <p:cNvCxnSpPr>
            <a:cxnSpLocks/>
            <a:stCxn id="76" idx="3"/>
            <a:endCxn id="22" idx="1"/>
          </p:cNvCxnSpPr>
          <p:nvPr/>
        </p:nvCxnSpPr>
        <p:spPr>
          <a:xfrm flipV="1">
            <a:off x="4361380" y="3031307"/>
            <a:ext cx="4915037" cy="3358"/>
          </a:xfrm>
          <a:prstGeom prst="straightConnector1">
            <a:avLst/>
          </a:prstGeom>
          <a:ln w="19050" cap="rnd">
            <a:solidFill>
              <a:schemeClr val="accent6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Content Placeholder 2">
            <a:extLst>
              <a:ext uri="{FF2B5EF4-FFF2-40B4-BE49-F238E27FC236}">
                <a16:creationId xmlns:a16="http://schemas.microsoft.com/office/drawing/2014/main" id="{3215DC07-43BD-BEAD-83ED-74EDD8D13C87}"/>
              </a:ext>
            </a:extLst>
          </p:cNvPr>
          <p:cNvSpPr txBox="1">
            <a:spLocks/>
          </p:cNvSpPr>
          <p:nvPr/>
        </p:nvSpPr>
        <p:spPr>
          <a:xfrm>
            <a:off x="4736099" y="2626943"/>
            <a:ext cx="218110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face recording</a:t>
            </a:r>
          </a:p>
        </p:txBody>
      </p:sp>
      <p:sp>
        <p:nvSpPr>
          <p:cNvPr id="92" name="Content Placeholder 2">
            <a:extLst>
              <a:ext uri="{FF2B5EF4-FFF2-40B4-BE49-F238E27FC236}">
                <a16:creationId xmlns:a16="http://schemas.microsoft.com/office/drawing/2014/main" id="{5A4ED148-1DA1-6A65-8FF3-DCCA2C479C3F}"/>
              </a:ext>
            </a:extLst>
          </p:cNvPr>
          <p:cNvSpPr txBox="1">
            <a:spLocks/>
          </p:cNvSpPr>
          <p:nvPr/>
        </p:nvSpPr>
        <p:spPr>
          <a:xfrm>
            <a:off x="4748461" y="3416087"/>
            <a:ext cx="3141505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face liveness checks</a:t>
            </a:r>
          </a:p>
        </p:txBody>
      </p:sp>
      <p:cxnSp>
        <p:nvCxnSpPr>
          <p:cNvPr id="107" name="Straight Arrow Connector 12">
            <a:extLst>
              <a:ext uri="{FF2B5EF4-FFF2-40B4-BE49-F238E27FC236}">
                <a16:creationId xmlns:a16="http://schemas.microsoft.com/office/drawing/2014/main" id="{5ED19360-7751-6688-CE40-86452272342D}"/>
              </a:ext>
            </a:extLst>
          </p:cNvPr>
          <p:cNvCxnSpPr>
            <a:cxnSpLocks/>
            <a:stCxn id="22" idx="0"/>
            <a:endCxn id="190" idx="3"/>
          </p:cNvCxnSpPr>
          <p:nvPr/>
        </p:nvCxnSpPr>
        <p:spPr>
          <a:xfrm rot="16200000" flipV="1">
            <a:off x="6887608" y="-872673"/>
            <a:ext cx="864376" cy="5901934"/>
          </a:xfrm>
          <a:prstGeom prst="bentConnector2">
            <a:avLst/>
          </a:prstGeom>
          <a:ln w="19050" cap="rnd">
            <a:solidFill>
              <a:schemeClr val="accent4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Content Placeholder 2">
            <a:extLst>
              <a:ext uri="{FF2B5EF4-FFF2-40B4-BE49-F238E27FC236}">
                <a16:creationId xmlns:a16="http://schemas.microsoft.com/office/drawing/2014/main" id="{0E08BD35-D9B2-7400-BC36-074AACED9985}"/>
              </a:ext>
            </a:extLst>
          </p:cNvPr>
          <p:cNvSpPr txBox="1">
            <a:spLocks/>
          </p:cNvSpPr>
          <p:nvPr/>
        </p:nvSpPr>
        <p:spPr>
          <a:xfrm>
            <a:off x="4744805" y="1940061"/>
            <a:ext cx="2997115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security questions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1B8F67AA-F8C5-34A6-E91B-2884779E6F3D}"/>
              </a:ext>
            </a:extLst>
          </p:cNvPr>
          <p:cNvSpPr/>
          <p:nvPr/>
        </p:nvSpPr>
        <p:spPr>
          <a:xfrm>
            <a:off x="2167127" y="4630371"/>
            <a:ext cx="2381611" cy="56218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📶</a:t>
            </a:r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 SIM card</a:t>
            </a:r>
          </a:p>
        </p:txBody>
      </p:sp>
      <p:cxnSp>
        <p:nvCxnSpPr>
          <p:cNvPr id="130" name="Straight Arrow Connector 12">
            <a:extLst>
              <a:ext uri="{FF2B5EF4-FFF2-40B4-BE49-F238E27FC236}">
                <a16:creationId xmlns:a16="http://schemas.microsoft.com/office/drawing/2014/main" id="{0665134A-2850-CEC8-FAC7-3D7EB44CD86C}"/>
              </a:ext>
            </a:extLst>
          </p:cNvPr>
          <p:cNvCxnSpPr>
            <a:cxnSpLocks/>
            <a:stCxn id="129" idx="3"/>
            <a:endCxn id="22" idx="1"/>
          </p:cNvCxnSpPr>
          <p:nvPr/>
        </p:nvCxnSpPr>
        <p:spPr>
          <a:xfrm flipV="1">
            <a:off x="4548738" y="3031307"/>
            <a:ext cx="4727679" cy="1880156"/>
          </a:xfrm>
          <a:prstGeom prst="bentConnector3">
            <a:avLst>
              <a:gd name="adj1" fmla="val 77078"/>
            </a:avLst>
          </a:prstGeom>
          <a:ln w="19050" cap="rnd">
            <a:solidFill>
              <a:schemeClr val="accent6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Content Placeholder 2">
            <a:extLst>
              <a:ext uri="{FF2B5EF4-FFF2-40B4-BE49-F238E27FC236}">
                <a16:creationId xmlns:a16="http://schemas.microsoft.com/office/drawing/2014/main" id="{847F628D-EF47-D5D7-BC58-A1ED3D92A513}"/>
              </a:ext>
            </a:extLst>
          </p:cNvPr>
          <p:cNvSpPr txBox="1">
            <a:spLocks/>
          </p:cNvSpPr>
          <p:nvPr/>
        </p:nvSpPr>
        <p:spPr>
          <a:xfrm>
            <a:off x="4744804" y="4501067"/>
            <a:ext cx="314516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one-time-password (OTP)</a:t>
            </a:r>
          </a:p>
        </p:txBody>
      </p:sp>
      <p:cxnSp>
        <p:nvCxnSpPr>
          <p:cNvPr id="144" name="Straight Arrow Connector 12">
            <a:extLst>
              <a:ext uri="{FF2B5EF4-FFF2-40B4-BE49-F238E27FC236}">
                <a16:creationId xmlns:a16="http://schemas.microsoft.com/office/drawing/2014/main" id="{89329A42-C035-88FE-5BFD-57E843D561B9}"/>
              </a:ext>
            </a:extLst>
          </p:cNvPr>
          <p:cNvCxnSpPr>
            <a:cxnSpLocks/>
            <a:stCxn id="74" idx="3"/>
            <a:endCxn id="76" idx="1"/>
          </p:cNvCxnSpPr>
          <p:nvPr/>
        </p:nvCxnSpPr>
        <p:spPr>
          <a:xfrm>
            <a:off x="1385570" y="3033604"/>
            <a:ext cx="968917" cy="1061"/>
          </a:xfrm>
          <a:prstGeom prst="straightConnector1">
            <a:avLst/>
          </a:prstGeom>
          <a:ln w="19050" cap="rnd">
            <a:solidFill>
              <a:schemeClr val="accent6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2">
            <a:extLst>
              <a:ext uri="{FF2B5EF4-FFF2-40B4-BE49-F238E27FC236}">
                <a16:creationId xmlns:a16="http://schemas.microsoft.com/office/drawing/2014/main" id="{AD734CAE-8256-09CB-7BC1-25AD38B9E4EE}"/>
              </a:ext>
            </a:extLst>
          </p:cNvPr>
          <p:cNvCxnSpPr>
            <a:cxnSpLocks/>
            <a:stCxn id="77" idx="1"/>
            <a:endCxn id="152" idx="0"/>
          </p:cNvCxnSpPr>
          <p:nvPr/>
        </p:nvCxnSpPr>
        <p:spPr>
          <a:xfrm rot="10800000" flipV="1">
            <a:off x="816226" y="2338744"/>
            <a:ext cx="1541259" cy="288200"/>
          </a:xfrm>
          <a:prstGeom prst="bentConnector2">
            <a:avLst/>
          </a:prstGeom>
          <a:ln w="19050" cap="rnd">
            <a:solidFill>
              <a:schemeClr val="accent6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80C5A436-89FC-1E26-EC66-E3DF2DE0DBFB}"/>
              </a:ext>
            </a:extLst>
          </p:cNvPr>
          <p:cNvSpPr txBox="1"/>
          <p:nvPr/>
        </p:nvSpPr>
        <p:spPr>
          <a:xfrm>
            <a:off x="638337" y="2626944"/>
            <a:ext cx="355775" cy="1285046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/>
            <a:r>
              <a:rPr lang="en-US" dirty="0"/>
              <a:t>   </a:t>
            </a:r>
          </a:p>
        </p:txBody>
      </p:sp>
      <p:cxnSp>
        <p:nvCxnSpPr>
          <p:cNvPr id="160" name="Straight Arrow Connector 12">
            <a:extLst>
              <a:ext uri="{FF2B5EF4-FFF2-40B4-BE49-F238E27FC236}">
                <a16:creationId xmlns:a16="http://schemas.microsoft.com/office/drawing/2014/main" id="{94EE6F46-11D1-3DFE-283B-ED7287A34EA9}"/>
              </a:ext>
            </a:extLst>
          </p:cNvPr>
          <p:cNvCxnSpPr>
            <a:cxnSpLocks/>
            <a:stCxn id="152" idx="2"/>
            <a:endCxn id="129" idx="1"/>
          </p:cNvCxnSpPr>
          <p:nvPr/>
        </p:nvCxnSpPr>
        <p:spPr>
          <a:xfrm rot="16200000" flipH="1">
            <a:off x="991940" y="3736275"/>
            <a:ext cx="999473" cy="1350902"/>
          </a:xfrm>
          <a:prstGeom prst="bentConnector2">
            <a:avLst/>
          </a:prstGeom>
          <a:ln w="19050" cap="rnd">
            <a:solidFill>
              <a:schemeClr val="accent6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Content Placeholder 2">
            <a:extLst>
              <a:ext uri="{FF2B5EF4-FFF2-40B4-BE49-F238E27FC236}">
                <a16:creationId xmlns:a16="http://schemas.microsoft.com/office/drawing/2014/main" id="{5ACC5681-83C3-2E65-8B3B-FB2D1A904575}"/>
              </a:ext>
            </a:extLst>
          </p:cNvPr>
          <p:cNvSpPr txBox="1">
            <a:spLocks/>
          </p:cNvSpPr>
          <p:nvPr/>
        </p:nvSpPr>
        <p:spPr>
          <a:xfrm>
            <a:off x="6388007" y="1247301"/>
            <a:ext cx="400468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location, device configuration</a:t>
            </a:r>
          </a:p>
        </p:txBody>
      </p:sp>
      <p:sp>
        <p:nvSpPr>
          <p:cNvPr id="179" name="Rounded Rectangle 178">
            <a:extLst>
              <a:ext uri="{FF2B5EF4-FFF2-40B4-BE49-F238E27FC236}">
                <a16:creationId xmlns:a16="http://schemas.microsoft.com/office/drawing/2014/main" id="{DEB951F3-E8C2-35E0-CDD9-912D33BA1B09}"/>
              </a:ext>
            </a:extLst>
          </p:cNvPr>
          <p:cNvSpPr/>
          <p:nvPr/>
        </p:nvSpPr>
        <p:spPr>
          <a:xfrm>
            <a:off x="10416648" y="1372173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82AB1324-FB85-08EF-6A49-803140747ADD}"/>
              </a:ext>
            </a:extLst>
          </p:cNvPr>
          <p:cNvSpPr txBox="1"/>
          <p:nvPr/>
        </p:nvSpPr>
        <p:spPr>
          <a:xfrm>
            <a:off x="4117724" y="1584669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AD8E5081-544C-F636-CFEF-77CF523F9E44}"/>
              </a:ext>
            </a:extLst>
          </p:cNvPr>
          <p:cNvSpPr/>
          <p:nvPr/>
        </p:nvSpPr>
        <p:spPr>
          <a:xfrm>
            <a:off x="2361934" y="1365014"/>
            <a:ext cx="2006895" cy="562183"/>
          </a:xfrm>
          <a:prstGeom prst="rect">
            <a:avLst/>
          </a:prstGeom>
          <a:noFill/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🔑</a:t>
            </a:r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 Private key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23158E5A-DEF9-0D78-CD0A-07D3880EBB55}"/>
              </a:ext>
            </a:extLst>
          </p:cNvPr>
          <p:cNvSpPr txBox="1"/>
          <p:nvPr/>
        </p:nvSpPr>
        <p:spPr>
          <a:xfrm>
            <a:off x="6541507" y="1172181"/>
            <a:ext cx="5547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🔐</a:t>
            </a:r>
          </a:p>
        </p:txBody>
      </p:sp>
    </p:spTree>
    <p:extLst>
      <p:ext uri="{BB962C8B-B14F-4D97-AF65-F5344CB8AC3E}">
        <p14:creationId xmlns:p14="http://schemas.microsoft.com/office/powerpoint/2010/main" val="392431548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3423B-1176-0518-C9B4-FC6ACF5ED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75E28-4527-6471-64C7-248A2E3D82FA}"/>
              </a:ext>
            </a:extLst>
          </p:cNvPr>
          <p:cNvSpPr/>
          <p:nvPr/>
        </p:nvSpPr>
        <p:spPr>
          <a:xfrm>
            <a:off x="2917313" y="917515"/>
            <a:ext cx="3741183" cy="3189481"/>
          </a:xfrm>
          <a:prstGeom prst="rect">
            <a:avLst/>
          </a:prstGeom>
          <a:solidFill>
            <a:schemeClr val="accent4">
              <a:lumMod val="20000"/>
              <a:lumOff val="80000"/>
              <a:alpha val="17742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accent4"/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D36891D-D061-00A2-1D54-F4F5D8A2C3EE}"/>
              </a:ext>
            </a:extLst>
          </p:cNvPr>
          <p:cNvGrpSpPr/>
          <p:nvPr/>
        </p:nvGrpSpPr>
        <p:grpSpPr>
          <a:xfrm>
            <a:off x="1288378" y="3556941"/>
            <a:ext cx="1516164" cy="400110"/>
            <a:chOff x="1343468" y="3166631"/>
            <a:chExt cx="1516164" cy="400110"/>
          </a:xfrm>
        </p:grpSpPr>
        <p:sp>
          <p:nvSpPr>
            <p:cNvPr id="71" name="Content Placeholder 2">
              <a:extLst>
                <a:ext uri="{FF2B5EF4-FFF2-40B4-BE49-F238E27FC236}">
                  <a16:creationId xmlns:a16="http://schemas.microsoft.com/office/drawing/2014/main" id="{430457B9-8FCE-AAAD-2B82-41B0C9A62397}"/>
                </a:ext>
              </a:extLst>
            </p:cNvPr>
            <p:cNvSpPr txBox="1">
              <a:spLocks/>
            </p:cNvSpPr>
            <p:nvPr/>
          </p:nvSpPr>
          <p:spPr>
            <a:xfrm>
              <a:off x="1741093" y="3166631"/>
              <a:ext cx="111853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accept</a:t>
              </a:r>
              <a:endParaRPr lang="en-GB" sz="1400" dirty="0"/>
            </a:p>
          </p:txBody>
        </p:sp>
        <p:sp>
          <p:nvSpPr>
            <p:cNvPr id="96" name="Rounded Rectangle 95">
              <a:extLst>
                <a:ext uri="{FF2B5EF4-FFF2-40B4-BE49-F238E27FC236}">
                  <a16:creationId xmlns:a16="http://schemas.microsoft.com/office/drawing/2014/main" id="{B1D8C7D6-2D07-1F47-140C-DA3A03CB2BBE}"/>
                </a:ext>
              </a:extLst>
            </p:cNvPr>
            <p:cNvSpPr/>
            <p:nvPr/>
          </p:nvSpPr>
          <p:spPr>
            <a:xfrm>
              <a:off x="1343468" y="318622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F859C5AD-8194-49B5-0651-5DD1C9B14F05}"/>
              </a:ext>
            </a:extLst>
          </p:cNvPr>
          <p:cNvGrpSpPr/>
          <p:nvPr/>
        </p:nvGrpSpPr>
        <p:grpSpPr>
          <a:xfrm>
            <a:off x="504406" y="1306944"/>
            <a:ext cx="1579029" cy="1033331"/>
            <a:chOff x="6139542" y="968452"/>
            <a:chExt cx="1579029" cy="1033331"/>
          </a:xfrm>
        </p:grpSpPr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9108AA88-B4D3-8AF7-D995-1319C64CEE81}"/>
                </a:ext>
              </a:extLst>
            </p:cNvPr>
            <p:cNvSpPr/>
            <p:nvPr/>
          </p:nvSpPr>
          <p:spPr>
            <a:xfrm>
              <a:off x="6139542" y="968452"/>
              <a:ext cx="1579029" cy="10333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5FB7D3A-B27D-75DD-6B28-5689EF1F2ADA}"/>
                </a:ext>
              </a:extLst>
            </p:cNvPr>
            <p:cNvSpPr/>
            <p:nvPr/>
          </p:nvSpPr>
          <p:spPr>
            <a:xfrm>
              <a:off x="6236557" y="1351846"/>
              <a:ext cx="139319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Host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84BBAD5-9274-0FA9-C6F0-22594C97B664}"/>
              </a:ext>
            </a:extLst>
          </p:cNvPr>
          <p:cNvGrpSpPr/>
          <p:nvPr/>
        </p:nvGrpSpPr>
        <p:grpSpPr>
          <a:xfrm>
            <a:off x="9018818" y="1302786"/>
            <a:ext cx="1988691" cy="1041649"/>
            <a:chOff x="6139542" y="968452"/>
            <a:chExt cx="1988691" cy="104164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971DB39-58F4-BCCF-99AC-87B8F7D3794E}"/>
                </a:ext>
              </a:extLst>
            </p:cNvPr>
            <p:cNvSpPr/>
            <p:nvPr/>
          </p:nvSpPr>
          <p:spPr>
            <a:xfrm>
              <a:off x="6139542" y="968452"/>
              <a:ext cx="1988691" cy="104164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D66CA8-635F-278C-C54A-96780D14F306}"/>
                </a:ext>
              </a:extLst>
            </p:cNvPr>
            <p:cNvSpPr/>
            <p:nvPr/>
          </p:nvSpPr>
          <p:spPr>
            <a:xfrm>
              <a:off x="6236556" y="1351846"/>
              <a:ext cx="17910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Identity</a:t>
              </a:r>
            </a:p>
          </p:txBody>
        </p:sp>
      </p:grpSp>
      <p:cxnSp>
        <p:nvCxnSpPr>
          <p:cNvPr id="29" name="Straight Arrow Connector 12">
            <a:extLst>
              <a:ext uri="{FF2B5EF4-FFF2-40B4-BE49-F238E27FC236}">
                <a16:creationId xmlns:a16="http://schemas.microsoft.com/office/drawing/2014/main" id="{71053A78-8485-0E80-A9E1-FCBDB9C9FE44}"/>
              </a:ext>
            </a:extLst>
          </p:cNvPr>
          <p:cNvCxnSpPr>
            <a:cxnSpLocks/>
            <a:stCxn id="24" idx="1"/>
            <a:endCxn id="154" idx="2"/>
          </p:cNvCxnSpPr>
          <p:nvPr/>
        </p:nvCxnSpPr>
        <p:spPr>
          <a:xfrm rot="10800000">
            <a:off x="1293921" y="2340275"/>
            <a:ext cx="2127414" cy="1055930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12">
            <a:extLst>
              <a:ext uri="{FF2B5EF4-FFF2-40B4-BE49-F238E27FC236}">
                <a16:creationId xmlns:a16="http://schemas.microsoft.com/office/drawing/2014/main" id="{8E9BF248-37FC-01D6-A498-57C6468D1F02}"/>
              </a:ext>
            </a:extLst>
          </p:cNvPr>
          <p:cNvCxnSpPr>
            <a:cxnSpLocks/>
            <a:stCxn id="22" idx="2"/>
            <a:endCxn id="24" idx="3"/>
          </p:cNvCxnSpPr>
          <p:nvPr/>
        </p:nvCxnSpPr>
        <p:spPr>
          <a:xfrm rot="5400000">
            <a:off x="6931441" y="314482"/>
            <a:ext cx="1051770" cy="5111676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12">
            <a:extLst>
              <a:ext uri="{FF2B5EF4-FFF2-40B4-BE49-F238E27FC236}">
                <a16:creationId xmlns:a16="http://schemas.microsoft.com/office/drawing/2014/main" id="{B16289E5-B8D0-7071-CA81-D3275419814A}"/>
              </a:ext>
            </a:extLst>
          </p:cNvPr>
          <p:cNvCxnSpPr>
            <a:cxnSpLocks/>
            <a:stCxn id="7" idx="3"/>
            <a:endCxn id="22" idx="1"/>
          </p:cNvCxnSpPr>
          <p:nvPr/>
        </p:nvCxnSpPr>
        <p:spPr>
          <a:xfrm flipV="1">
            <a:off x="6369619" y="1823611"/>
            <a:ext cx="2649199" cy="3796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12">
            <a:extLst>
              <a:ext uri="{FF2B5EF4-FFF2-40B4-BE49-F238E27FC236}">
                <a16:creationId xmlns:a16="http://schemas.microsoft.com/office/drawing/2014/main" id="{B13C5483-ED1A-1277-AF65-B8C18A333329}"/>
              </a:ext>
            </a:extLst>
          </p:cNvPr>
          <p:cNvCxnSpPr>
            <a:cxnSpLocks/>
            <a:stCxn id="154" idx="0"/>
            <a:endCxn id="22" idx="0"/>
          </p:cNvCxnSpPr>
          <p:nvPr/>
        </p:nvCxnSpPr>
        <p:spPr>
          <a:xfrm rot="5400000" flipH="1" flipV="1">
            <a:off x="5651463" y="-3054756"/>
            <a:ext cx="4158" cy="8719243"/>
          </a:xfrm>
          <a:prstGeom prst="bentConnector3">
            <a:avLst>
              <a:gd name="adj1" fmla="val 23590741"/>
            </a:avLst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9D820672-2483-DEF2-7734-345B939DAACB}"/>
              </a:ext>
            </a:extLst>
          </p:cNvPr>
          <p:cNvGrpSpPr/>
          <p:nvPr/>
        </p:nvGrpSpPr>
        <p:grpSpPr>
          <a:xfrm>
            <a:off x="3129835" y="1142392"/>
            <a:ext cx="1988691" cy="1316816"/>
            <a:chOff x="4768207" y="3215212"/>
            <a:chExt cx="1988691" cy="1316816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FD3B2D3F-B8C8-CA69-79E8-77504C2986F1}"/>
                </a:ext>
              </a:extLst>
            </p:cNvPr>
            <p:cNvGrpSpPr/>
            <p:nvPr/>
          </p:nvGrpSpPr>
          <p:grpSpPr>
            <a:xfrm>
              <a:off x="4768207" y="3215212"/>
              <a:ext cx="1988691" cy="1316816"/>
              <a:chOff x="6139542" y="58284"/>
              <a:chExt cx="1988691" cy="1316816"/>
            </a:xfrm>
          </p:grpSpPr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BF125C6A-91EF-71A5-E311-0F1B86857EB5}"/>
                  </a:ext>
                </a:extLst>
              </p:cNvPr>
              <p:cNvSpPr/>
              <p:nvPr/>
            </p:nvSpPr>
            <p:spPr>
              <a:xfrm>
                <a:off x="6236556" y="149580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Wallet</a:t>
                </a: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2A5DAFBB-ABB3-9054-AF12-9140F7638174}"/>
                  </a:ext>
                </a:extLst>
              </p:cNvPr>
              <p:cNvSpPr/>
              <p:nvPr/>
            </p:nvSpPr>
            <p:spPr>
              <a:xfrm>
                <a:off x="6139542" y="58284"/>
                <a:ext cx="1988691" cy="1316816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</p:grp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18335B74-15C1-54E2-65BF-938BF7FC1B0E}"/>
                </a:ext>
              </a:extLst>
            </p:cNvPr>
            <p:cNvSpPr/>
            <p:nvPr/>
          </p:nvSpPr>
          <p:spPr>
            <a:xfrm>
              <a:off x="5501604" y="3951814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743787CE-B354-E1E8-761B-57BD5F235CA0}"/>
                </a:ext>
              </a:extLst>
            </p:cNvPr>
            <p:cNvSpPr/>
            <p:nvPr/>
          </p:nvSpPr>
          <p:spPr>
            <a:xfrm>
              <a:off x="6133877" y="395181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E0DC89D5-3D14-F646-DAB4-D57F0A456EAA}"/>
                </a:ext>
              </a:extLst>
            </p:cNvPr>
            <p:cNvSpPr/>
            <p:nvPr/>
          </p:nvSpPr>
          <p:spPr>
            <a:xfrm>
              <a:off x="4861649" y="3951814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🤵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75C7A80-2554-7A19-7C8B-FEFD515FEE1B}"/>
              </a:ext>
            </a:extLst>
          </p:cNvPr>
          <p:cNvGrpSpPr/>
          <p:nvPr/>
        </p:nvGrpSpPr>
        <p:grpSpPr>
          <a:xfrm>
            <a:off x="8672097" y="431608"/>
            <a:ext cx="1339239" cy="400110"/>
            <a:chOff x="9494075" y="473986"/>
            <a:chExt cx="1339239" cy="400110"/>
          </a:xfrm>
        </p:grpSpPr>
        <p:sp>
          <p:nvSpPr>
            <p:cNvPr id="103" name="Rounded Rectangle 102">
              <a:extLst>
                <a:ext uri="{FF2B5EF4-FFF2-40B4-BE49-F238E27FC236}">
                  <a16:creationId xmlns:a16="http://schemas.microsoft.com/office/drawing/2014/main" id="{CBB5B3A1-EE87-6B82-FB10-91956F75E05A}"/>
                </a:ext>
              </a:extLst>
            </p:cNvPr>
            <p:cNvSpPr/>
            <p:nvPr/>
          </p:nvSpPr>
          <p:spPr>
            <a:xfrm>
              <a:off x="9494075" y="506110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22" name="Content Placeholder 2">
              <a:extLst>
                <a:ext uri="{FF2B5EF4-FFF2-40B4-BE49-F238E27FC236}">
                  <a16:creationId xmlns:a16="http://schemas.microsoft.com/office/drawing/2014/main" id="{E1D9349F-DB54-E30E-8330-11E9BC73CCB7}"/>
                </a:ext>
              </a:extLst>
            </p:cNvPr>
            <p:cNvSpPr txBox="1">
              <a:spLocks/>
            </p:cNvSpPr>
            <p:nvPr/>
          </p:nvSpPr>
          <p:spPr>
            <a:xfrm>
              <a:off x="9854075" y="473986"/>
              <a:ext cx="97923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signed</a:t>
              </a:r>
              <a:endParaRPr lang="en-GB" sz="18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3E209B1-71E4-26A7-CA09-7F2AC667C1E2}"/>
              </a:ext>
            </a:extLst>
          </p:cNvPr>
          <p:cNvGrpSpPr/>
          <p:nvPr/>
        </p:nvGrpSpPr>
        <p:grpSpPr>
          <a:xfrm>
            <a:off x="6822393" y="3549706"/>
            <a:ext cx="2357637" cy="400110"/>
            <a:chOff x="6911877" y="3778325"/>
            <a:chExt cx="2357637" cy="400110"/>
          </a:xfrm>
        </p:grpSpPr>
        <p:sp>
          <p:nvSpPr>
            <p:cNvPr id="101" name="Rounded Rectangle 100">
              <a:extLst>
                <a:ext uri="{FF2B5EF4-FFF2-40B4-BE49-F238E27FC236}">
                  <a16:creationId xmlns:a16="http://schemas.microsoft.com/office/drawing/2014/main" id="{1D7CF252-5FA0-799A-53C2-8875507FE73F}"/>
                </a:ext>
              </a:extLst>
            </p:cNvPr>
            <p:cNvSpPr/>
            <p:nvPr/>
          </p:nvSpPr>
          <p:spPr>
            <a:xfrm>
              <a:off x="6911877" y="3805157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25" name="Content Placeholder 2">
              <a:extLst>
                <a:ext uri="{FF2B5EF4-FFF2-40B4-BE49-F238E27FC236}">
                  <a16:creationId xmlns:a16="http://schemas.microsoft.com/office/drawing/2014/main" id="{B85085A8-D993-1833-09D5-E4631FC58ED2}"/>
                </a:ext>
              </a:extLst>
            </p:cNvPr>
            <p:cNvSpPr txBox="1">
              <a:spLocks/>
            </p:cNvSpPr>
            <p:nvPr/>
          </p:nvSpPr>
          <p:spPr>
            <a:xfrm>
              <a:off x="7280823" y="3778325"/>
              <a:ext cx="1988691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accepted</a:t>
              </a:r>
              <a:endParaRPr lang="en-GB" sz="140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0903214-D9E1-BEF6-46EE-43392B01814B}"/>
              </a:ext>
            </a:extLst>
          </p:cNvPr>
          <p:cNvGrpSpPr/>
          <p:nvPr/>
        </p:nvGrpSpPr>
        <p:grpSpPr>
          <a:xfrm>
            <a:off x="5364453" y="1104132"/>
            <a:ext cx="1005166" cy="1516861"/>
            <a:chOff x="3200080" y="385707"/>
            <a:chExt cx="1005166" cy="151686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4331A2A-C87E-13EC-1D2A-F96C68AF70DE}"/>
                </a:ext>
              </a:extLst>
            </p:cNvPr>
            <p:cNvSpPr txBox="1"/>
            <p:nvPr/>
          </p:nvSpPr>
          <p:spPr>
            <a:xfrm>
              <a:off x="3200080" y="385707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DF1E96F-20BE-6C7F-F0F3-ABE27AC61A42}"/>
                </a:ext>
              </a:extLst>
            </p:cNvPr>
            <p:cNvSpPr txBox="1"/>
            <p:nvPr/>
          </p:nvSpPr>
          <p:spPr>
            <a:xfrm flipH="1">
              <a:off x="3566678" y="1533236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98CA60F-9872-E443-0AF0-63B4CD31AA74}"/>
                </a:ext>
              </a:extLst>
            </p:cNvPr>
            <p:cNvSpPr txBox="1"/>
            <p:nvPr/>
          </p:nvSpPr>
          <p:spPr>
            <a:xfrm flipH="1">
              <a:off x="3566678" y="1311563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91E0598B-3986-A59D-DB6D-741B318A034F}"/>
                </a:ext>
              </a:extLst>
            </p:cNvPr>
            <p:cNvSpPr txBox="1">
              <a:spLocks/>
            </p:cNvSpPr>
            <p:nvPr/>
          </p:nvSpPr>
          <p:spPr>
            <a:xfrm>
              <a:off x="3221660" y="419792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F990FE-CD1E-B32B-7F97-0010890261DA}"/>
              </a:ext>
            </a:extLst>
          </p:cNvPr>
          <p:cNvGrpSpPr/>
          <p:nvPr/>
        </p:nvGrpSpPr>
        <p:grpSpPr>
          <a:xfrm>
            <a:off x="6752624" y="1290600"/>
            <a:ext cx="2649199" cy="997288"/>
            <a:chOff x="2636908" y="1617796"/>
            <a:chExt cx="2649199" cy="997288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C92DD462-6601-8536-A66A-00F2DF8D3660}"/>
                </a:ext>
              </a:extLst>
            </p:cNvPr>
            <p:cNvSpPr/>
            <p:nvPr/>
          </p:nvSpPr>
          <p:spPr>
            <a:xfrm>
              <a:off x="2710967" y="161779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5" name="Content Placeholder 2">
              <a:extLst>
                <a:ext uri="{FF2B5EF4-FFF2-40B4-BE49-F238E27FC236}">
                  <a16:creationId xmlns:a16="http://schemas.microsoft.com/office/drawing/2014/main" id="{0CF2AADE-8ED9-655E-4892-AA43097EC994}"/>
                </a:ext>
              </a:extLst>
            </p:cNvPr>
            <p:cNvSpPr txBox="1">
              <a:spLocks/>
            </p:cNvSpPr>
            <p:nvPr/>
          </p:nvSpPr>
          <p:spPr>
            <a:xfrm>
              <a:off x="2636908" y="2214974"/>
              <a:ext cx="26491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authenticate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D97A167-0E0E-8467-8D36-C50BCDB9016B}"/>
              </a:ext>
            </a:extLst>
          </p:cNvPr>
          <p:cNvGrpSpPr/>
          <p:nvPr/>
        </p:nvGrpSpPr>
        <p:grpSpPr>
          <a:xfrm>
            <a:off x="3421335" y="2867972"/>
            <a:ext cx="1480153" cy="1056466"/>
            <a:chOff x="4936463" y="1972060"/>
            <a:chExt cx="1345593" cy="72158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2A221E0-DFFB-D1E8-A098-FBEDDC28DC1D}"/>
                </a:ext>
              </a:extLst>
            </p:cNvPr>
            <p:cNvSpPr/>
            <p:nvPr/>
          </p:nvSpPr>
          <p:spPr>
            <a:xfrm>
              <a:off x="4936463" y="1972060"/>
              <a:ext cx="1345593" cy="72158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4B266C2-99BB-DBC2-7394-ABBAD642486E}"/>
                </a:ext>
              </a:extLst>
            </p:cNvPr>
            <p:cNvSpPr txBox="1"/>
            <p:nvPr/>
          </p:nvSpPr>
          <p:spPr>
            <a:xfrm>
              <a:off x="5005425" y="2036428"/>
              <a:ext cx="1206060" cy="6306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🤗  Locator</a:t>
              </a:r>
              <a:br>
                <a:rPr lang="en-GB" dirty="0"/>
              </a:br>
              <a:r>
                <a:rPr lang="en-GB" dirty="0"/>
                <a:t>🆔  PII </a:t>
              </a:r>
              <a:br>
                <a:rPr lang="en-GB" dirty="0"/>
              </a:br>
              <a:r>
                <a:rPr lang="en-GB" dirty="0"/>
                <a:t>📄  File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7727DCE-B80B-B59D-928A-F7354C435F8B}"/>
              </a:ext>
            </a:extLst>
          </p:cNvPr>
          <p:cNvGrpSpPr/>
          <p:nvPr/>
        </p:nvGrpSpPr>
        <p:grpSpPr>
          <a:xfrm>
            <a:off x="10196342" y="316451"/>
            <a:ext cx="1480152" cy="787681"/>
            <a:chOff x="7611437" y="809728"/>
            <a:chExt cx="1480152" cy="78768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172F60F-3950-05FE-28A2-ED4BFD4BF7B1}"/>
                </a:ext>
              </a:extLst>
            </p:cNvPr>
            <p:cNvGrpSpPr/>
            <p:nvPr/>
          </p:nvGrpSpPr>
          <p:grpSpPr>
            <a:xfrm>
              <a:off x="7611437" y="809728"/>
              <a:ext cx="1480152" cy="787681"/>
              <a:chOff x="4936463" y="1972060"/>
              <a:chExt cx="1345592" cy="787681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2CA4618-99F2-83E5-E519-2B670B416425}"/>
                  </a:ext>
                </a:extLst>
              </p:cNvPr>
              <p:cNvSpPr/>
              <p:nvPr/>
            </p:nvSpPr>
            <p:spPr>
              <a:xfrm>
                <a:off x="4936463" y="1972060"/>
                <a:ext cx="1345592" cy="787681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F4A432E-6284-8972-F967-244357F7563C}"/>
                  </a:ext>
                </a:extLst>
              </p:cNvPr>
              <p:cNvSpPr txBox="1"/>
              <p:nvPr/>
            </p:nvSpPr>
            <p:spPr>
              <a:xfrm>
                <a:off x="5007362" y="2066123"/>
                <a:ext cx="460578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800" dirty="0"/>
                  <a:t>🔆</a:t>
                </a:r>
                <a:r>
                  <a:rPr lang="en-GB" dirty="0"/>
                  <a:t> </a:t>
                </a:r>
                <a:br>
                  <a:rPr lang="en-GB" dirty="0"/>
                </a:br>
                <a:r>
                  <a:rPr lang="en-GB" sz="1600" dirty="0"/>
                  <a:t>{ } </a:t>
                </a:r>
                <a:endParaRPr lang="en-GB" dirty="0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3D155FC-6DC3-50E9-D635-7C1F87E7A7C1}"/>
                </a:ext>
              </a:extLst>
            </p:cNvPr>
            <p:cNvSpPr txBox="1"/>
            <p:nvPr/>
          </p:nvSpPr>
          <p:spPr>
            <a:xfrm>
              <a:off x="8019454" y="866621"/>
              <a:ext cx="10721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Token </a:t>
              </a:r>
              <a:br>
                <a:rPr lang="en-GB" dirty="0"/>
              </a:br>
              <a:r>
                <a:rPr lang="en-GB" dirty="0"/>
                <a:t>Request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B560AD2-72D0-2887-291E-D44A8C3D0117}"/>
              </a:ext>
            </a:extLst>
          </p:cNvPr>
          <p:cNvGrpSpPr/>
          <p:nvPr/>
        </p:nvGrpSpPr>
        <p:grpSpPr>
          <a:xfrm>
            <a:off x="10196785" y="2517646"/>
            <a:ext cx="1738343" cy="990869"/>
            <a:chOff x="8831231" y="4455188"/>
            <a:chExt cx="1738343" cy="990869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88BFB41-7382-D731-DD96-2F6AE79283E2}"/>
                </a:ext>
              </a:extLst>
            </p:cNvPr>
            <p:cNvGrpSpPr/>
            <p:nvPr/>
          </p:nvGrpSpPr>
          <p:grpSpPr>
            <a:xfrm>
              <a:off x="8831231" y="4455188"/>
              <a:ext cx="1480153" cy="990869"/>
              <a:chOff x="4936463" y="1972060"/>
              <a:chExt cx="1345593" cy="990869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2CB1EE8-4CE5-DBD5-E741-8D21B1A7B2A5}"/>
                  </a:ext>
                </a:extLst>
              </p:cNvPr>
              <p:cNvSpPr/>
              <p:nvPr/>
            </p:nvSpPr>
            <p:spPr>
              <a:xfrm>
                <a:off x="4936463" y="1972060"/>
                <a:ext cx="1345593" cy="990869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165FBA4-93D2-CC94-4F1F-2F57A7B88710}"/>
                  </a:ext>
                </a:extLst>
              </p:cNvPr>
              <p:cNvSpPr txBox="1"/>
              <p:nvPr/>
            </p:nvSpPr>
            <p:spPr>
              <a:xfrm>
                <a:off x="5006229" y="2039599"/>
                <a:ext cx="459371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🤗 🆔</a:t>
                </a:r>
                <a:br>
                  <a:rPr lang="en-GB" dirty="0"/>
                </a:br>
                <a:r>
                  <a:rPr lang="en-GB" dirty="0"/>
                  <a:t>#️⃣</a:t>
                </a: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5707795-C9AD-78B4-BD84-81803AC528BC}"/>
                </a:ext>
              </a:extLst>
            </p:cNvPr>
            <p:cNvSpPr txBox="1"/>
            <p:nvPr/>
          </p:nvSpPr>
          <p:spPr>
            <a:xfrm>
              <a:off x="9242907" y="4492812"/>
              <a:ext cx="1326667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Locator </a:t>
              </a:r>
              <a:br>
                <a:rPr lang="en-GB" dirty="0"/>
              </a:br>
              <a:r>
                <a:rPr lang="en-GB" dirty="0"/>
                <a:t>PII</a:t>
              </a:r>
              <a:br>
                <a:rPr lang="en-GB" dirty="0"/>
              </a:br>
              <a:r>
                <a:rPr lang="en-GB" dirty="0"/>
                <a:t>Hash</a:t>
              </a:r>
            </a:p>
          </p:txBody>
        </p:sp>
      </p:grpSp>
      <p:cxnSp>
        <p:nvCxnSpPr>
          <p:cNvPr id="48" name="Straight Arrow Connector 12">
            <a:extLst>
              <a:ext uri="{FF2B5EF4-FFF2-40B4-BE49-F238E27FC236}">
                <a16:creationId xmlns:a16="http://schemas.microsoft.com/office/drawing/2014/main" id="{BDBBFCFE-5ED6-15FC-6935-1EA0C97E9214}"/>
              </a:ext>
            </a:extLst>
          </p:cNvPr>
          <p:cNvCxnSpPr>
            <a:cxnSpLocks/>
          </p:cNvCxnSpPr>
          <p:nvPr/>
        </p:nvCxnSpPr>
        <p:spPr>
          <a:xfrm flipH="1">
            <a:off x="2091353" y="1822716"/>
            <a:ext cx="1023633" cy="1244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A0D9E23-6164-F6D5-09B8-5B95EFAC76EC}"/>
              </a:ext>
            </a:extLst>
          </p:cNvPr>
          <p:cNvGrpSpPr/>
          <p:nvPr/>
        </p:nvGrpSpPr>
        <p:grpSpPr>
          <a:xfrm>
            <a:off x="2170254" y="1355816"/>
            <a:ext cx="877298" cy="937159"/>
            <a:chOff x="2461147" y="1650864"/>
            <a:chExt cx="877298" cy="937159"/>
          </a:xfrm>
        </p:grpSpPr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F3FCB42C-9BF1-8C01-119E-374D5A433DC3}"/>
                </a:ext>
              </a:extLst>
            </p:cNvPr>
            <p:cNvSpPr/>
            <p:nvPr/>
          </p:nvSpPr>
          <p:spPr>
            <a:xfrm>
              <a:off x="2646423" y="1650864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" name="Content Placeholder 2">
              <a:extLst>
                <a:ext uri="{FF2B5EF4-FFF2-40B4-BE49-F238E27FC236}">
                  <a16:creationId xmlns:a16="http://schemas.microsoft.com/office/drawing/2014/main" id="{DE895FA7-2F7B-2EE7-804A-E6C44CEF5B2E}"/>
                </a:ext>
              </a:extLst>
            </p:cNvPr>
            <p:cNvSpPr txBox="1">
              <a:spLocks/>
            </p:cNvSpPr>
            <p:nvPr/>
          </p:nvSpPr>
          <p:spPr>
            <a:xfrm>
              <a:off x="2461147" y="2187913"/>
              <a:ext cx="87729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hello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25FAC5E-EE53-5658-86F9-71DCCEA8C088}"/>
              </a:ext>
            </a:extLst>
          </p:cNvPr>
          <p:cNvSpPr txBox="1"/>
          <p:nvPr/>
        </p:nvSpPr>
        <p:spPr>
          <a:xfrm>
            <a:off x="178670" y="6248084"/>
            <a:ext cx="3909725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IDENTITY: File signature</a:t>
            </a:r>
          </a:p>
        </p:txBody>
      </p:sp>
    </p:spTree>
    <p:extLst>
      <p:ext uri="{BB962C8B-B14F-4D97-AF65-F5344CB8AC3E}">
        <p14:creationId xmlns:p14="http://schemas.microsoft.com/office/powerpoint/2010/main" val="74875775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16F0A-827B-2CFC-83A1-AE39D21AC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28EC5C1-74FF-59C4-82E1-B56BA64F2CAA}"/>
              </a:ext>
            </a:extLst>
          </p:cNvPr>
          <p:cNvSpPr/>
          <p:nvPr/>
        </p:nvSpPr>
        <p:spPr>
          <a:xfrm>
            <a:off x="3047963" y="1776471"/>
            <a:ext cx="3741183" cy="3083384"/>
          </a:xfrm>
          <a:prstGeom prst="rect">
            <a:avLst/>
          </a:prstGeom>
          <a:solidFill>
            <a:schemeClr val="accent4">
              <a:lumMod val="20000"/>
              <a:lumOff val="80000"/>
              <a:alpha val="17742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accent4"/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B1FADC-A205-473B-873E-0DBC5A2B8FC5}"/>
              </a:ext>
            </a:extLst>
          </p:cNvPr>
          <p:cNvGrpSpPr/>
          <p:nvPr/>
        </p:nvGrpSpPr>
        <p:grpSpPr>
          <a:xfrm>
            <a:off x="3285671" y="1998481"/>
            <a:ext cx="1988691" cy="1316816"/>
            <a:chOff x="7388710" y="3835400"/>
            <a:chExt cx="1988691" cy="1316816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B92C0AB-8C71-AAE1-2C40-20B5983B330A}"/>
                </a:ext>
              </a:extLst>
            </p:cNvPr>
            <p:cNvGrpSpPr/>
            <p:nvPr/>
          </p:nvGrpSpPr>
          <p:grpSpPr>
            <a:xfrm>
              <a:off x="7388710" y="3835400"/>
              <a:ext cx="1988691" cy="1316816"/>
              <a:chOff x="6139542" y="693286"/>
              <a:chExt cx="1988691" cy="131681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D79F6E9-C1DC-45AF-6A7A-04676540D5A4}"/>
                  </a:ext>
                </a:extLst>
              </p:cNvPr>
              <p:cNvSpPr/>
              <p:nvPr/>
            </p:nvSpPr>
            <p:spPr>
              <a:xfrm>
                <a:off x="6139542" y="693286"/>
                <a:ext cx="1988691" cy="13168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D9960AA-FE3A-0CED-0284-13EA679D0F70}"/>
                  </a:ext>
                </a:extLst>
              </p:cNvPr>
              <p:cNvSpPr/>
              <p:nvPr/>
            </p:nvSpPr>
            <p:spPr>
              <a:xfrm>
                <a:off x="6236556" y="135184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Wallet</a:t>
                </a: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07B5E23-422B-7EBD-82F0-8E4D04E50509}"/>
                </a:ext>
              </a:extLst>
            </p:cNvPr>
            <p:cNvSpPr/>
            <p:nvPr/>
          </p:nvSpPr>
          <p:spPr>
            <a:xfrm>
              <a:off x="8122107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C66ED52-D9E0-5156-3F3E-2A6AB9483B9D}"/>
                </a:ext>
              </a:extLst>
            </p:cNvPr>
            <p:cNvSpPr/>
            <p:nvPr/>
          </p:nvSpPr>
          <p:spPr>
            <a:xfrm>
              <a:off x="8754380" y="3928533"/>
              <a:ext cx="530040" cy="47154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71C97BA-70A3-CE19-4367-125F3176031A}"/>
                </a:ext>
              </a:extLst>
            </p:cNvPr>
            <p:cNvSpPr/>
            <p:nvPr/>
          </p:nvSpPr>
          <p:spPr>
            <a:xfrm>
              <a:off x="7482152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🤵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D69423C-F4C8-1872-0D5E-7A3EB26867B2}"/>
              </a:ext>
            </a:extLst>
          </p:cNvPr>
          <p:cNvGrpSpPr/>
          <p:nvPr/>
        </p:nvGrpSpPr>
        <p:grpSpPr>
          <a:xfrm>
            <a:off x="5500092" y="1898458"/>
            <a:ext cx="1005166" cy="1516861"/>
            <a:chOff x="3200080" y="385707"/>
            <a:chExt cx="1005166" cy="151686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744B15C-A262-10C7-F9AF-312E64459177}"/>
                </a:ext>
              </a:extLst>
            </p:cNvPr>
            <p:cNvSpPr txBox="1"/>
            <p:nvPr/>
          </p:nvSpPr>
          <p:spPr>
            <a:xfrm>
              <a:off x="3200080" y="385707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55F3233-A1CF-4C0F-EB6F-E3622E2EE550}"/>
                </a:ext>
              </a:extLst>
            </p:cNvPr>
            <p:cNvSpPr txBox="1"/>
            <p:nvPr/>
          </p:nvSpPr>
          <p:spPr>
            <a:xfrm flipH="1">
              <a:off x="3566678" y="1533236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DE82EE1-54C1-C814-1A83-2E9EE6CB8015}"/>
                </a:ext>
              </a:extLst>
            </p:cNvPr>
            <p:cNvSpPr txBox="1"/>
            <p:nvPr/>
          </p:nvSpPr>
          <p:spPr>
            <a:xfrm flipH="1">
              <a:off x="3566678" y="1311563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21" name="Content Placeholder 2">
              <a:extLst>
                <a:ext uri="{FF2B5EF4-FFF2-40B4-BE49-F238E27FC236}">
                  <a16:creationId xmlns:a16="http://schemas.microsoft.com/office/drawing/2014/main" id="{D346B1AB-2665-3803-3B35-0E99269FBDE8}"/>
                </a:ext>
              </a:extLst>
            </p:cNvPr>
            <p:cNvSpPr txBox="1">
              <a:spLocks/>
            </p:cNvSpPr>
            <p:nvPr/>
          </p:nvSpPr>
          <p:spPr>
            <a:xfrm>
              <a:off x="3221660" y="419792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EF07390B-88E5-3D78-7283-1C1C4CFB14A9}"/>
              </a:ext>
            </a:extLst>
          </p:cNvPr>
          <p:cNvGrpSpPr/>
          <p:nvPr/>
        </p:nvGrpSpPr>
        <p:grpSpPr>
          <a:xfrm>
            <a:off x="6946878" y="298660"/>
            <a:ext cx="1937537" cy="1038741"/>
            <a:chOff x="7507403" y="1006813"/>
            <a:chExt cx="691415" cy="1038741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2EEB4F0B-5CDD-430A-BDB8-49B6E4069A4B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Identity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6B8C8854-47D5-4EF8-BB8E-AF6D4A9D79C6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🗄️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vault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2860538D-A386-F034-1ED9-7CB5DE97BDCA}"/>
              </a:ext>
            </a:extLst>
          </p:cNvPr>
          <p:cNvGrpSpPr/>
          <p:nvPr/>
        </p:nvGrpSpPr>
        <p:grpSpPr>
          <a:xfrm>
            <a:off x="352176" y="2139306"/>
            <a:ext cx="1819564" cy="1038741"/>
            <a:chOff x="6082803" y="968452"/>
            <a:chExt cx="3545813" cy="1038741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EFE1CC7F-0174-1B91-C2BC-B8F7D924DF2C}"/>
                </a:ext>
              </a:extLst>
            </p:cNvPr>
            <p:cNvSpPr/>
            <p:nvPr/>
          </p:nvSpPr>
          <p:spPr>
            <a:xfrm>
              <a:off x="6236556" y="1351846"/>
              <a:ext cx="325615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🎴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Issuer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EF9E06E1-6A2B-A301-3AA1-3D00A91327F6}"/>
                </a:ext>
              </a:extLst>
            </p:cNvPr>
            <p:cNvSpPr/>
            <p:nvPr/>
          </p:nvSpPr>
          <p:spPr>
            <a:xfrm>
              <a:off x="6082803" y="968452"/>
              <a:ext cx="3545813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5426D56F-93B0-037C-A96C-CB8AE0A2FF5B}"/>
              </a:ext>
            </a:extLst>
          </p:cNvPr>
          <p:cNvGrpSpPr/>
          <p:nvPr/>
        </p:nvGrpSpPr>
        <p:grpSpPr>
          <a:xfrm>
            <a:off x="3423044" y="3567018"/>
            <a:ext cx="1675068" cy="1036198"/>
            <a:chOff x="4936462" y="1972060"/>
            <a:chExt cx="1675068" cy="1036198"/>
          </a:xfrm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35F5C72F-732D-6479-87D3-C481B4873E3A}"/>
                </a:ext>
              </a:extLst>
            </p:cNvPr>
            <p:cNvSpPr/>
            <p:nvPr/>
          </p:nvSpPr>
          <p:spPr>
            <a:xfrm>
              <a:off x="4936462" y="1972060"/>
              <a:ext cx="1633639" cy="103619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85E7CC52-9888-855A-199F-ADBA626D4E09}"/>
                </a:ext>
              </a:extLst>
            </p:cNvPr>
            <p:cNvSpPr txBox="1"/>
            <p:nvPr/>
          </p:nvSpPr>
          <p:spPr>
            <a:xfrm>
              <a:off x="5005425" y="2036428"/>
              <a:ext cx="1606105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🔆  Token</a:t>
              </a:r>
              <a:br>
                <a:rPr lang="en-GB" dirty="0"/>
              </a:br>
              <a:r>
                <a:rPr lang="en-GB" dirty="0"/>
                <a:t>🆔  Locator</a:t>
              </a:r>
            </a:p>
            <a:p>
              <a:r>
                <a:rPr lang="en-GB" dirty="0"/>
                <a:t>🔐  Signature</a:t>
              </a:r>
            </a:p>
          </p:txBody>
        </p:sp>
      </p:grpSp>
      <p:cxnSp>
        <p:nvCxnSpPr>
          <p:cNvPr id="99" name="Straight Arrow Connector 12">
            <a:extLst>
              <a:ext uri="{FF2B5EF4-FFF2-40B4-BE49-F238E27FC236}">
                <a16:creationId xmlns:a16="http://schemas.microsoft.com/office/drawing/2014/main" id="{5E6763FC-2F98-7D14-E457-1F0C36B32A9A}"/>
              </a:ext>
            </a:extLst>
          </p:cNvPr>
          <p:cNvCxnSpPr>
            <a:cxnSpLocks/>
            <a:stCxn id="95" idx="0"/>
            <a:endCxn id="92" idx="1"/>
          </p:cNvCxnSpPr>
          <p:nvPr/>
        </p:nvCxnSpPr>
        <p:spPr>
          <a:xfrm rot="5400000" flipH="1" flipV="1">
            <a:off x="3443781" y="-1363791"/>
            <a:ext cx="1321275" cy="5684920"/>
          </a:xfrm>
          <a:prstGeom prst="bentConnector2">
            <a:avLst/>
          </a:prstGeom>
          <a:ln>
            <a:solidFill>
              <a:schemeClr val="accent4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2" name="Straight Arrow Connector 12">
            <a:extLst>
              <a:ext uri="{FF2B5EF4-FFF2-40B4-BE49-F238E27FC236}">
                <a16:creationId xmlns:a16="http://schemas.microsoft.com/office/drawing/2014/main" id="{69417EB9-DEB2-8B17-DDE5-17730EDE42D9}"/>
              </a:ext>
            </a:extLst>
          </p:cNvPr>
          <p:cNvCxnSpPr>
            <a:cxnSpLocks/>
            <a:stCxn id="95" idx="2"/>
            <a:endCxn id="97" idx="1"/>
          </p:cNvCxnSpPr>
          <p:nvPr/>
        </p:nvCxnSpPr>
        <p:spPr>
          <a:xfrm rot="16200000" flipH="1">
            <a:off x="1888966" y="2551039"/>
            <a:ext cx="907070" cy="2161086"/>
          </a:xfrm>
          <a:prstGeom prst="bentConnector2">
            <a:avLst/>
          </a:prstGeom>
          <a:ln>
            <a:solidFill>
              <a:schemeClr val="accent4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0517912B-4E33-B8EC-51A0-013C01737854}"/>
              </a:ext>
            </a:extLst>
          </p:cNvPr>
          <p:cNvGrpSpPr/>
          <p:nvPr/>
        </p:nvGrpSpPr>
        <p:grpSpPr>
          <a:xfrm>
            <a:off x="9585292" y="3573680"/>
            <a:ext cx="2290617" cy="1038741"/>
            <a:chOff x="6104397" y="5100898"/>
            <a:chExt cx="4057968" cy="1038741"/>
          </a:xfrm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F7755476-3F87-23EF-2CFE-0BE7B7FEC3D3}"/>
                </a:ext>
              </a:extLst>
            </p:cNvPr>
            <p:cNvSpPr/>
            <p:nvPr/>
          </p:nvSpPr>
          <p:spPr>
            <a:xfrm>
              <a:off x="6258929" y="5490228"/>
              <a:ext cx="375912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💼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Consumer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FBEFEA0E-9B2D-47AF-11EE-B0E78973B39D}"/>
                </a:ext>
              </a:extLst>
            </p:cNvPr>
            <p:cNvSpPr/>
            <p:nvPr/>
          </p:nvSpPr>
          <p:spPr>
            <a:xfrm>
              <a:off x="6104397" y="5100898"/>
              <a:ext cx="4057968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108" name="Straight Arrow Connector 12">
            <a:extLst>
              <a:ext uri="{FF2B5EF4-FFF2-40B4-BE49-F238E27FC236}">
                <a16:creationId xmlns:a16="http://schemas.microsoft.com/office/drawing/2014/main" id="{C2103428-BCF9-4228-19F7-233085DBF868}"/>
              </a:ext>
            </a:extLst>
          </p:cNvPr>
          <p:cNvCxnSpPr>
            <a:cxnSpLocks/>
            <a:stCxn id="98" idx="3"/>
            <a:endCxn id="107" idx="1"/>
          </p:cNvCxnSpPr>
          <p:nvPr/>
        </p:nvCxnSpPr>
        <p:spPr>
          <a:xfrm>
            <a:off x="5098112" y="4093051"/>
            <a:ext cx="4487180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1" name="Straight Arrow Connector 12">
            <a:extLst>
              <a:ext uri="{FF2B5EF4-FFF2-40B4-BE49-F238E27FC236}">
                <a16:creationId xmlns:a16="http://schemas.microsoft.com/office/drawing/2014/main" id="{900B333A-C22C-D569-6934-7B0BC46D4911}"/>
              </a:ext>
            </a:extLst>
          </p:cNvPr>
          <p:cNvCxnSpPr>
            <a:cxnSpLocks/>
            <a:stCxn id="107" idx="0"/>
            <a:endCxn id="92" idx="3"/>
          </p:cNvCxnSpPr>
          <p:nvPr/>
        </p:nvCxnSpPr>
        <p:spPr>
          <a:xfrm rot="16200000" flipV="1">
            <a:off x="8429684" y="1272763"/>
            <a:ext cx="2755649" cy="1846186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" name="Straight Arrow Connector 12">
            <a:extLst>
              <a:ext uri="{FF2B5EF4-FFF2-40B4-BE49-F238E27FC236}">
                <a16:creationId xmlns:a16="http://schemas.microsoft.com/office/drawing/2014/main" id="{694BE29D-A1A1-D1ED-811A-EA63B37667DC}"/>
              </a:ext>
            </a:extLst>
          </p:cNvPr>
          <p:cNvCxnSpPr>
            <a:cxnSpLocks/>
            <a:stCxn id="92" idx="2"/>
            <a:endCxn id="16" idx="3"/>
          </p:cNvCxnSpPr>
          <p:nvPr/>
        </p:nvCxnSpPr>
        <p:spPr>
          <a:xfrm rot="5400000">
            <a:off x="6568287" y="1274373"/>
            <a:ext cx="1284332" cy="1410389"/>
          </a:xfrm>
          <a:prstGeom prst="bentConnector2">
            <a:avLst/>
          </a:prstGeom>
          <a:ln>
            <a:solidFill>
              <a:schemeClr val="tx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94146307-BAD7-720E-F617-7156926B99B6}"/>
              </a:ext>
            </a:extLst>
          </p:cNvPr>
          <p:cNvGrpSpPr/>
          <p:nvPr/>
        </p:nvGrpSpPr>
        <p:grpSpPr>
          <a:xfrm>
            <a:off x="6911304" y="4192592"/>
            <a:ext cx="2348683" cy="400110"/>
            <a:chOff x="2710967" y="1590353"/>
            <a:chExt cx="2348683" cy="400110"/>
          </a:xfrm>
        </p:grpSpPr>
        <p:sp>
          <p:nvSpPr>
            <p:cNvPr id="118" name="Rounded Rectangle 117">
              <a:extLst>
                <a:ext uri="{FF2B5EF4-FFF2-40B4-BE49-F238E27FC236}">
                  <a16:creationId xmlns:a16="http://schemas.microsoft.com/office/drawing/2014/main" id="{FDB4BAE3-B850-3C84-7F8F-DE8CEE20AE9A}"/>
                </a:ext>
              </a:extLst>
            </p:cNvPr>
            <p:cNvSpPr/>
            <p:nvPr/>
          </p:nvSpPr>
          <p:spPr>
            <a:xfrm>
              <a:off x="2710967" y="161779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9" name="Content Placeholder 2">
              <a:extLst>
                <a:ext uri="{FF2B5EF4-FFF2-40B4-BE49-F238E27FC236}">
                  <a16:creationId xmlns:a16="http://schemas.microsoft.com/office/drawing/2014/main" id="{566F05CF-601B-557A-4D6C-3DC4B11845EA}"/>
                </a:ext>
              </a:extLst>
            </p:cNvPr>
            <p:cNvSpPr txBox="1">
              <a:spLocks/>
            </p:cNvSpPr>
            <p:nvPr/>
          </p:nvSpPr>
          <p:spPr>
            <a:xfrm>
              <a:off x="3070967" y="1590353"/>
              <a:ext cx="1988683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share token</a:t>
              </a:r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E9FAC3A3-6B00-E3C6-264F-CD87C7CC405E}"/>
              </a:ext>
            </a:extLst>
          </p:cNvPr>
          <p:cNvGrpSpPr/>
          <p:nvPr/>
        </p:nvGrpSpPr>
        <p:grpSpPr>
          <a:xfrm>
            <a:off x="1234249" y="4199980"/>
            <a:ext cx="2485809" cy="707886"/>
            <a:chOff x="3467656" y="67025"/>
            <a:chExt cx="2485809" cy="707886"/>
          </a:xfrm>
        </p:grpSpPr>
        <p:sp>
          <p:nvSpPr>
            <p:cNvPr id="121" name="Rounded Rectangle 120">
              <a:extLst>
                <a:ext uri="{FF2B5EF4-FFF2-40B4-BE49-F238E27FC236}">
                  <a16:creationId xmlns:a16="http://schemas.microsoft.com/office/drawing/2014/main" id="{F2C5089F-32DA-8925-74ED-479309C900D3}"/>
                </a:ext>
              </a:extLst>
            </p:cNvPr>
            <p:cNvSpPr/>
            <p:nvPr/>
          </p:nvSpPr>
          <p:spPr>
            <a:xfrm>
              <a:off x="3467656" y="92980"/>
              <a:ext cx="360000" cy="36000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22" name="Content Placeholder 2">
              <a:extLst>
                <a:ext uri="{FF2B5EF4-FFF2-40B4-BE49-F238E27FC236}">
                  <a16:creationId xmlns:a16="http://schemas.microsoft.com/office/drawing/2014/main" id="{60ABE826-FCD8-BF2A-5588-A1EAB0B6EF88}"/>
                </a:ext>
              </a:extLst>
            </p:cNvPr>
            <p:cNvSpPr txBox="1">
              <a:spLocks/>
            </p:cNvSpPr>
            <p:nvPr/>
          </p:nvSpPr>
          <p:spPr>
            <a:xfrm>
              <a:off x="3846127" y="67025"/>
              <a:ext cx="2107338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issue 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token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D7234FF8-D10E-CF1A-542D-D593D6A810C1}"/>
              </a:ext>
            </a:extLst>
          </p:cNvPr>
          <p:cNvGrpSpPr/>
          <p:nvPr/>
        </p:nvGrpSpPr>
        <p:grpSpPr>
          <a:xfrm>
            <a:off x="9077552" y="273592"/>
            <a:ext cx="2348682" cy="400110"/>
            <a:chOff x="2710967" y="1578040"/>
            <a:chExt cx="2348682" cy="400110"/>
          </a:xfrm>
        </p:grpSpPr>
        <p:sp>
          <p:nvSpPr>
            <p:cNvPr id="124" name="Rounded Rectangle 123">
              <a:extLst>
                <a:ext uri="{FF2B5EF4-FFF2-40B4-BE49-F238E27FC236}">
                  <a16:creationId xmlns:a16="http://schemas.microsoft.com/office/drawing/2014/main" id="{90C356B8-448A-C8E0-C0BA-FE1D47085E50}"/>
                </a:ext>
              </a:extLst>
            </p:cNvPr>
            <p:cNvSpPr/>
            <p:nvPr/>
          </p:nvSpPr>
          <p:spPr>
            <a:xfrm>
              <a:off x="2710967" y="161779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25" name="Content Placeholder 2">
              <a:extLst>
                <a:ext uri="{FF2B5EF4-FFF2-40B4-BE49-F238E27FC236}">
                  <a16:creationId xmlns:a16="http://schemas.microsoft.com/office/drawing/2014/main" id="{18C37E29-18D0-CE8D-921D-EC029F932A62}"/>
                </a:ext>
              </a:extLst>
            </p:cNvPr>
            <p:cNvSpPr txBox="1">
              <a:spLocks/>
            </p:cNvSpPr>
            <p:nvPr/>
          </p:nvSpPr>
          <p:spPr>
            <a:xfrm>
              <a:off x="3070966" y="1578040"/>
              <a:ext cx="1988683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is it the owner?</a:t>
              </a: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71293E1A-0249-69D0-00F0-23D1E0D6FC59}"/>
              </a:ext>
            </a:extLst>
          </p:cNvPr>
          <p:cNvGrpSpPr/>
          <p:nvPr/>
        </p:nvGrpSpPr>
        <p:grpSpPr>
          <a:xfrm>
            <a:off x="6832847" y="2112634"/>
            <a:ext cx="2947976" cy="997288"/>
            <a:chOff x="2636908" y="1617796"/>
            <a:chExt cx="2947976" cy="997288"/>
          </a:xfrm>
        </p:grpSpPr>
        <p:sp>
          <p:nvSpPr>
            <p:cNvPr id="128" name="Rounded Rectangle 127">
              <a:extLst>
                <a:ext uri="{FF2B5EF4-FFF2-40B4-BE49-F238E27FC236}">
                  <a16:creationId xmlns:a16="http://schemas.microsoft.com/office/drawing/2014/main" id="{4A2225BF-1A34-5311-4A19-4D814A1178D7}"/>
                </a:ext>
              </a:extLst>
            </p:cNvPr>
            <p:cNvSpPr/>
            <p:nvPr/>
          </p:nvSpPr>
          <p:spPr>
            <a:xfrm>
              <a:off x="2710967" y="161779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29" name="Content Placeholder 2">
              <a:extLst>
                <a:ext uri="{FF2B5EF4-FFF2-40B4-BE49-F238E27FC236}">
                  <a16:creationId xmlns:a16="http://schemas.microsoft.com/office/drawing/2014/main" id="{DF64D6C1-8F96-AA39-29A4-ABE60CDF0C2A}"/>
                </a:ext>
              </a:extLst>
            </p:cNvPr>
            <p:cNvSpPr txBox="1">
              <a:spLocks/>
            </p:cNvSpPr>
            <p:nvPr/>
          </p:nvSpPr>
          <p:spPr>
            <a:xfrm>
              <a:off x="2636908" y="2214974"/>
              <a:ext cx="2947976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authenticate</a:t>
              </a:r>
            </a:p>
          </p:txBody>
        </p:sp>
      </p:grpSp>
      <p:cxnSp>
        <p:nvCxnSpPr>
          <p:cNvPr id="130" name="Straight Arrow Connector 12">
            <a:extLst>
              <a:ext uri="{FF2B5EF4-FFF2-40B4-BE49-F238E27FC236}">
                <a16:creationId xmlns:a16="http://schemas.microsoft.com/office/drawing/2014/main" id="{B9832401-BE12-6C75-EA55-BA3BC00BB6FB}"/>
              </a:ext>
            </a:extLst>
          </p:cNvPr>
          <p:cNvCxnSpPr>
            <a:cxnSpLocks/>
            <a:stCxn id="14" idx="1"/>
            <a:endCxn id="95" idx="3"/>
          </p:cNvCxnSpPr>
          <p:nvPr/>
        </p:nvCxnSpPr>
        <p:spPr>
          <a:xfrm flipH="1">
            <a:off x="2171740" y="2656889"/>
            <a:ext cx="1113931" cy="1788"/>
          </a:xfrm>
          <a:prstGeom prst="straightConnector1">
            <a:avLst/>
          </a:prstGeom>
          <a:ln>
            <a:solidFill>
              <a:schemeClr val="accent4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73BF714C-1A0A-4DBF-8E84-AD130A0A906D}"/>
              </a:ext>
            </a:extLst>
          </p:cNvPr>
          <p:cNvGrpSpPr/>
          <p:nvPr/>
        </p:nvGrpSpPr>
        <p:grpSpPr>
          <a:xfrm>
            <a:off x="1249271" y="291710"/>
            <a:ext cx="4552299" cy="400110"/>
            <a:chOff x="2710967" y="1578040"/>
            <a:chExt cx="4552299" cy="400110"/>
          </a:xfrm>
        </p:grpSpPr>
        <p:sp>
          <p:nvSpPr>
            <p:cNvPr id="134" name="Rounded Rectangle 133">
              <a:extLst>
                <a:ext uri="{FF2B5EF4-FFF2-40B4-BE49-F238E27FC236}">
                  <a16:creationId xmlns:a16="http://schemas.microsoft.com/office/drawing/2014/main" id="{E055ADA3-4B14-57DD-B5C9-5463567C0340}"/>
                </a:ext>
              </a:extLst>
            </p:cNvPr>
            <p:cNvSpPr/>
            <p:nvPr/>
          </p:nvSpPr>
          <p:spPr>
            <a:xfrm>
              <a:off x="2710967" y="1617796"/>
              <a:ext cx="360000" cy="36000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35" name="Content Placeholder 2">
              <a:extLst>
                <a:ext uri="{FF2B5EF4-FFF2-40B4-BE49-F238E27FC236}">
                  <a16:creationId xmlns:a16="http://schemas.microsoft.com/office/drawing/2014/main" id="{85760DC8-DEBB-501F-2165-6E60FA9A797E}"/>
                </a:ext>
              </a:extLst>
            </p:cNvPr>
            <p:cNvSpPr txBox="1">
              <a:spLocks/>
            </p:cNvSpPr>
            <p:nvPr/>
          </p:nvSpPr>
          <p:spPr>
            <a:xfrm>
              <a:off x="3070965" y="1578040"/>
              <a:ext cx="4192301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generate a locator for the owner</a:t>
              </a: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E7290AD6-C2D9-B1CE-A441-B9AA29D60463}"/>
              </a:ext>
            </a:extLst>
          </p:cNvPr>
          <p:cNvGrpSpPr/>
          <p:nvPr/>
        </p:nvGrpSpPr>
        <p:grpSpPr>
          <a:xfrm>
            <a:off x="2250641" y="2179333"/>
            <a:ext cx="877298" cy="937159"/>
            <a:chOff x="2461147" y="1650864"/>
            <a:chExt cx="877298" cy="937159"/>
          </a:xfrm>
        </p:grpSpPr>
        <p:sp>
          <p:nvSpPr>
            <p:cNvPr id="140" name="Rounded Rectangle 139">
              <a:extLst>
                <a:ext uri="{FF2B5EF4-FFF2-40B4-BE49-F238E27FC236}">
                  <a16:creationId xmlns:a16="http://schemas.microsoft.com/office/drawing/2014/main" id="{EA57BD3C-A5E2-32BE-CD48-369F2A558A3C}"/>
                </a:ext>
              </a:extLst>
            </p:cNvPr>
            <p:cNvSpPr/>
            <p:nvPr/>
          </p:nvSpPr>
          <p:spPr>
            <a:xfrm>
              <a:off x="2646423" y="1650864"/>
              <a:ext cx="360000" cy="36000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41" name="Content Placeholder 2">
              <a:extLst>
                <a:ext uri="{FF2B5EF4-FFF2-40B4-BE49-F238E27FC236}">
                  <a16:creationId xmlns:a16="http://schemas.microsoft.com/office/drawing/2014/main" id="{33C99B4B-9F83-FD4E-FC98-42E5834E4D0C}"/>
                </a:ext>
              </a:extLst>
            </p:cNvPr>
            <p:cNvSpPr txBox="1">
              <a:spLocks/>
            </p:cNvSpPr>
            <p:nvPr/>
          </p:nvSpPr>
          <p:spPr>
            <a:xfrm>
              <a:off x="2461147" y="2187913"/>
              <a:ext cx="87729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hello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95B1EA04-2FBB-8A30-9C88-80DE84C169A3}"/>
              </a:ext>
            </a:extLst>
          </p:cNvPr>
          <p:cNvGrpSpPr/>
          <p:nvPr/>
        </p:nvGrpSpPr>
        <p:grpSpPr>
          <a:xfrm>
            <a:off x="10084390" y="871792"/>
            <a:ext cx="1292421" cy="523220"/>
            <a:chOff x="9671144" y="2247111"/>
            <a:chExt cx="1292421" cy="523220"/>
          </a:xfrm>
        </p:grpSpPr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3422AB84-E5F2-AB78-8D7F-8C9318B1F848}"/>
                </a:ext>
              </a:extLst>
            </p:cNvPr>
            <p:cNvGrpSpPr/>
            <p:nvPr/>
          </p:nvGrpSpPr>
          <p:grpSpPr>
            <a:xfrm>
              <a:off x="9671145" y="2314501"/>
              <a:ext cx="1292420" cy="418028"/>
              <a:chOff x="4936463" y="1972060"/>
              <a:chExt cx="1292420" cy="418028"/>
            </a:xfrm>
          </p:grpSpPr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74D50435-5E8C-75F2-A7B0-5A79EA2B4E99}"/>
                  </a:ext>
                </a:extLst>
              </p:cNvPr>
              <p:cNvSpPr/>
              <p:nvPr/>
            </p:nvSpPr>
            <p:spPr>
              <a:xfrm>
                <a:off x="4936463" y="1972060"/>
                <a:ext cx="1292420" cy="4180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26DF9777-13B6-8B49-A641-547CD526D8C8}"/>
                  </a:ext>
                </a:extLst>
              </p:cNvPr>
              <p:cNvSpPr txBox="1"/>
              <p:nvPr/>
            </p:nvSpPr>
            <p:spPr>
              <a:xfrm>
                <a:off x="4998661" y="1996408"/>
                <a:ext cx="1230221" cy="369332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dirty="0"/>
                  <a:t>    Locator</a:t>
                </a:r>
              </a:p>
            </p:txBody>
          </p:sp>
        </p:grp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49BBCBA2-0E2E-F5BE-0803-ECB0C970131A}"/>
                </a:ext>
              </a:extLst>
            </p:cNvPr>
            <p:cNvSpPr txBox="1"/>
            <p:nvPr/>
          </p:nvSpPr>
          <p:spPr>
            <a:xfrm>
              <a:off x="9671144" y="2247111"/>
              <a:ext cx="67980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</a:t>
              </a:r>
              <a:endParaRPr lang="en-GB" sz="1600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C83FCAB-1FB4-2B12-0177-506FFEA03380}"/>
              </a:ext>
            </a:extLst>
          </p:cNvPr>
          <p:cNvSpPr txBox="1"/>
          <p:nvPr/>
        </p:nvSpPr>
        <p:spPr>
          <a:xfrm>
            <a:off x="178670" y="6248084"/>
            <a:ext cx="5408532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IDENTITY: Identity-bound Tokens</a:t>
            </a:r>
          </a:p>
        </p:txBody>
      </p:sp>
    </p:spTree>
    <p:extLst>
      <p:ext uri="{BB962C8B-B14F-4D97-AF65-F5344CB8AC3E}">
        <p14:creationId xmlns:p14="http://schemas.microsoft.com/office/powerpoint/2010/main" val="308706183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A0D2B-9B68-5421-5D7A-3612313BE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B55063-7179-40A2-E940-C8F65497CC3D}"/>
              </a:ext>
            </a:extLst>
          </p:cNvPr>
          <p:cNvSpPr/>
          <p:nvPr/>
        </p:nvSpPr>
        <p:spPr>
          <a:xfrm>
            <a:off x="397165" y="363309"/>
            <a:ext cx="2053801" cy="3083384"/>
          </a:xfrm>
          <a:prstGeom prst="rect">
            <a:avLst/>
          </a:prstGeom>
          <a:solidFill>
            <a:schemeClr val="accent4">
              <a:lumMod val="20000"/>
              <a:lumOff val="80000"/>
              <a:alpha val="17742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accent4"/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9BFE52C-BF46-AF3F-7862-203BD5D07FCA}"/>
              </a:ext>
            </a:extLst>
          </p:cNvPr>
          <p:cNvGrpSpPr/>
          <p:nvPr/>
        </p:nvGrpSpPr>
        <p:grpSpPr>
          <a:xfrm>
            <a:off x="806991" y="335396"/>
            <a:ext cx="1216251" cy="3041858"/>
            <a:chOff x="3094538" y="235807"/>
            <a:chExt cx="1216251" cy="304185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4C90EAF-1794-D3DE-8CEC-2E229522B03F}"/>
                </a:ext>
              </a:extLst>
            </p:cNvPr>
            <p:cNvSpPr txBox="1"/>
            <p:nvPr/>
          </p:nvSpPr>
          <p:spPr>
            <a:xfrm>
              <a:off x="3094538" y="235807"/>
              <a:ext cx="1216251" cy="30418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15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115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86B11A1-81D1-1C4A-DF24-6763906653AE}"/>
                </a:ext>
              </a:extLst>
            </p:cNvPr>
            <p:cNvSpPr txBox="1"/>
            <p:nvPr/>
          </p:nvSpPr>
          <p:spPr>
            <a:xfrm flipH="1">
              <a:off x="3566678" y="1533236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A3A0FC0-FD59-6FEB-C581-D02C20612B35}"/>
                </a:ext>
              </a:extLst>
            </p:cNvPr>
            <p:cNvSpPr txBox="1"/>
            <p:nvPr/>
          </p:nvSpPr>
          <p:spPr>
            <a:xfrm flipH="1">
              <a:off x="3566678" y="1311563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21" name="Content Placeholder 2">
              <a:extLst>
                <a:ext uri="{FF2B5EF4-FFF2-40B4-BE49-F238E27FC236}">
                  <a16:creationId xmlns:a16="http://schemas.microsoft.com/office/drawing/2014/main" id="{D76382B9-0791-D79A-BE33-72253B38F0A2}"/>
                </a:ext>
              </a:extLst>
            </p:cNvPr>
            <p:cNvSpPr txBox="1">
              <a:spLocks/>
            </p:cNvSpPr>
            <p:nvPr/>
          </p:nvSpPr>
          <p:spPr>
            <a:xfrm>
              <a:off x="3221660" y="344842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D85DF1F5-E307-E027-1F6F-1103FFF206B6}"/>
              </a:ext>
            </a:extLst>
          </p:cNvPr>
          <p:cNvGrpSpPr/>
          <p:nvPr/>
        </p:nvGrpSpPr>
        <p:grpSpPr>
          <a:xfrm>
            <a:off x="590392" y="2163092"/>
            <a:ext cx="1675068" cy="1036198"/>
            <a:chOff x="4936462" y="1972060"/>
            <a:chExt cx="1675068" cy="1036198"/>
          </a:xfrm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DDCEFF4E-3189-90F8-C653-6770DEAF4F63}"/>
                </a:ext>
              </a:extLst>
            </p:cNvPr>
            <p:cNvSpPr/>
            <p:nvPr/>
          </p:nvSpPr>
          <p:spPr>
            <a:xfrm>
              <a:off x="4936462" y="1972060"/>
              <a:ext cx="1633639" cy="103619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64609391-0F96-BA76-EC9C-9ABAA0945F31}"/>
                </a:ext>
              </a:extLst>
            </p:cNvPr>
            <p:cNvSpPr txBox="1"/>
            <p:nvPr/>
          </p:nvSpPr>
          <p:spPr>
            <a:xfrm>
              <a:off x="5005425" y="2036428"/>
              <a:ext cx="1606105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🔆  Token</a:t>
              </a:r>
              <a:br>
                <a:rPr lang="en-GB" dirty="0"/>
              </a:br>
              <a:r>
                <a:rPr lang="en-GB" dirty="0"/>
                <a:t>🆔  Locator</a:t>
              </a:r>
            </a:p>
            <a:p>
              <a:r>
                <a:rPr lang="en-GB" dirty="0"/>
                <a:t>🔐  Signature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29E4B350-BC17-8C71-6E76-9C010F3F3AC7}"/>
              </a:ext>
            </a:extLst>
          </p:cNvPr>
          <p:cNvGrpSpPr/>
          <p:nvPr/>
        </p:nvGrpSpPr>
        <p:grpSpPr>
          <a:xfrm>
            <a:off x="5196421" y="2169843"/>
            <a:ext cx="2290617" cy="1038741"/>
            <a:chOff x="6104397" y="5100898"/>
            <a:chExt cx="4057968" cy="1038741"/>
          </a:xfrm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0A8109C-C68B-04B0-C9CB-708A3769F46A}"/>
                </a:ext>
              </a:extLst>
            </p:cNvPr>
            <p:cNvSpPr/>
            <p:nvPr/>
          </p:nvSpPr>
          <p:spPr>
            <a:xfrm>
              <a:off x="6258929" y="5490228"/>
              <a:ext cx="375912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💼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Consumer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E11F1CB7-C3FA-CD85-DBA8-A5CFEA4608A9}"/>
                </a:ext>
              </a:extLst>
            </p:cNvPr>
            <p:cNvSpPr/>
            <p:nvPr/>
          </p:nvSpPr>
          <p:spPr>
            <a:xfrm>
              <a:off x="6104397" y="5100898"/>
              <a:ext cx="4057968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108" name="Straight Arrow Connector 12">
            <a:extLst>
              <a:ext uri="{FF2B5EF4-FFF2-40B4-BE49-F238E27FC236}">
                <a16:creationId xmlns:a16="http://schemas.microsoft.com/office/drawing/2014/main" id="{BC7DAF46-DC55-D237-C7CC-6205B2A415EC}"/>
              </a:ext>
            </a:extLst>
          </p:cNvPr>
          <p:cNvCxnSpPr>
            <a:cxnSpLocks/>
            <a:stCxn id="98" idx="3"/>
            <a:endCxn id="107" idx="1"/>
          </p:cNvCxnSpPr>
          <p:nvPr/>
        </p:nvCxnSpPr>
        <p:spPr>
          <a:xfrm>
            <a:off x="2265460" y="2689125"/>
            <a:ext cx="2930961" cy="89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" name="Straight Arrow Connector 12">
            <a:extLst>
              <a:ext uri="{FF2B5EF4-FFF2-40B4-BE49-F238E27FC236}">
                <a16:creationId xmlns:a16="http://schemas.microsoft.com/office/drawing/2014/main" id="{824CD574-0152-9E56-5006-80194121C1A0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2083633" y="1204312"/>
            <a:ext cx="819089" cy="1"/>
          </a:xfrm>
          <a:prstGeom prst="straightConnector1">
            <a:avLst/>
          </a:prstGeom>
          <a:ln>
            <a:solidFill>
              <a:schemeClr val="tx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7B757F4F-1AD8-5A76-879C-17FE03E29934}"/>
              </a:ext>
            </a:extLst>
          </p:cNvPr>
          <p:cNvGrpSpPr/>
          <p:nvPr/>
        </p:nvGrpSpPr>
        <p:grpSpPr>
          <a:xfrm>
            <a:off x="2599811" y="2808828"/>
            <a:ext cx="2369675" cy="400110"/>
            <a:chOff x="2710967" y="1590353"/>
            <a:chExt cx="2369675" cy="400110"/>
          </a:xfrm>
        </p:grpSpPr>
        <p:sp>
          <p:nvSpPr>
            <p:cNvPr id="118" name="Rounded Rectangle 117">
              <a:extLst>
                <a:ext uri="{FF2B5EF4-FFF2-40B4-BE49-F238E27FC236}">
                  <a16:creationId xmlns:a16="http://schemas.microsoft.com/office/drawing/2014/main" id="{1502C638-03E1-52D5-DEBC-0B95A018E830}"/>
                </a:ext>
              </a:extLst>
            </p:cNvPr>
            <p:cNvSpPr/>
            <p:nvPr/>
          </p:nvSpPr>
          <p:spPr>
            <a:xfrm>
              <a:off x="2710967" y="161779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9" name="Content Placeholder 2">
              <a:extLst>
                <a:ext uri="{FF2B5EF4-FFF2-40B4-BE49-F238E27FC236}">
                  <a16:creationId xmlns:a16="http://schemas.microsoft.com/office/drawing/2014/main" id="{AA6F3689-EE0F-DA1F-02C4-ECD7CE977C28}"/>
                </a:ext>
              </a:extLst>
            </p:cNvPr>
            <p:cNvSpPr txBox="1">
              <a:spLocks/>
            </p:cNvSpPr>
            <p:nvPr/>
          </p:nvSpPr>
          <p:spPr>
            <a:xfrm>
              <a:off x="3070967" y="1590353"/>
              <a:ext cx="20096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tap/scan token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93A94BFD-3A25-7822-582C-3FD364EFDAFF}"/>
              </a:ext>
            </a:extLst>
          </p:cNvPr>
          <p:cNvGrpSpPr/>
          <p:nvPr/>
        </p:nvGrpSpPr>
        <p:grpSpPr>
          <a:xfrm>
            <a:off x="7630724" y="2816216"/>
            <a:ext cx="2348682" cy="400110"/>
            <a:chOff x="2710967" y="1578040"/>
            <a:chExt cx="2348682" cy="400110"/>
          </a:xfrm>
        </p:grpSpPr>
        <p:sp>
          <p:nvSpPr>
            <p:cNvPr id="124" name="Rounded Rectangle 123">
              <a:extLst>
                <a:ext uri="{FF2B5EF4-FFF2-40B4-BE49-F238E27FC236}">
                  <a16:creationId xmlns:a16="http://schemas.microsoft.com/office/drawing/2014/main" id="{45537A4F-CD2E-0146-FAD0-86F99DD1B56F}"/>
                </a:ext>
              </a:extLst>
            </p:cNvPr>
            <p:cNvSpPr/>
            <p:nvPr/>
          </p:nvSpPr>
          <p:spPr>
            <a:xfrm>
              <a:off x="2710967" y="161779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25" name="Content Placeholder 2">
              <a:extLst>
                <a:ext uri="{FF2B5EF4-FFF2-40B4-BE49-F238E27FC236}">
                  <a16:creationId xmlns:a16="http://schemas.microsoft.com/office/drawing/2014/main" id="{F8E0B9A3-27B0-C400-5D56-9B214845BA2C}"/>
                </a:ext>
              </a:extLst>
            </p:cNvPr>
            <p:cNvSpPr txBox="1">
              <a:spLocks/>
            </p:cNvSpPr>
            <p:nvPr/>
          </p:nvSpPr>
          <p:spPr>
            <a:xfrm>
              <a:off x="3070966" y="1578040"/>
              <a:ext cx="1988683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is it the owner?</a:t>
              </a: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B502D3CF-F380-31AF-169D-F266BB117C32}"/>
              </a:ext>
            </a:extLst>
          </p:cNvPr>
          <p:cNvGrpSpPr/>
          <p:nvPr/>
        </p:nvGrpSpPr>
        <p:grpSpPr>
          <a:xfrm>
            <a:off x="2902722" y="363309"/>
            <a:ext cx="1180883" cy="1682008"/>
            <a:chOff x="2902722" y="363309"/>
            <a:chExt cx="1180883" cy="1682008"/>
          </a:xfrm>
        </p:grpSpPr>
        <p:sp>
          <p:nvSpPr>
            <p:cNvPr id="17" name="Content Placeholder 2">
              <a:extLst>
                <a:ext uri="{FF2B5EF4-FFF2-40B4-BE49-F238E27FC236}">
                  <a16:creationId xmlns:a16="http://schemas.microsoft.com/office/drawing/2014/main" id="{45B1F50E-2A7B-2D33-3096-11AF15614CC2}"/>
                </a:ext>
              </a:extLst>
            </p:cNvPr>
            <p:cNvSpPr txBox="1">
              <a:spLocks/>
            </p:cNvSpPr>
            <p:nvPr/>
          </p:nvSpPr>
          <p:spPr>
            <a:xfrm>
              <a:off x="2902722" y="363309"/>
              <a:ext cx="1180883" cy="1682008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17742"/>
              </a:scheme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>
              <a:defPPr>
                <a:defRPr lang="en-US"/>
              </a:defPPr>
              <a:lvl1pPr algn="ctr" fontAlgn="auto">
                <a:spcBef>
                  <a:spcPts val="0"/>
                </a:spcBef>
                <a:spcAft>
                  <a:spcPts val="0"/>
                </a:spcAft>
                <a:defRPr sz="2000" i="1">
                  <a:solidFill>
                    <a:schemeClr val="accent4"/>
                  </a:solidFill>
                  <a:effectLst>
                    <a:glow>
                      <a:schemeClr val="bg1"/>
                    </a:glow>
                  </a:effectLst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dirty="0">
                  <a:solidFill>
                    <a:schemeClr val="bg2">
                      <a:lumMod val="40000"/>
                      <a:lumOff val="60000"/>
                    </a:schemeClr>
                  </a:solidFill>
                </a:rPr>
                <a:t>palm scanner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3E381C0-B980-AB28-0FE0-EF99D0ED7FAF}"/>
                </a:ext>
              </a:extLst>
            </p:cNvPr>
            <p:cNvSpPr txBox="1"/>
            <p:nvPr/>
          </p:nvSpPr>
          <p:spPr>
            <a:xfrm>
              <a:off x="3087019" y="1208005"/>
              <a:ext cx="90356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🖐️</a:t>
              </a:r>
            </a:p>
          </p:txBody>
        </p:sp>
      </p:grpSp>
      <p:cxnSp>
        <p:nvCxnSpPr>
          <p:cNvPr id="4" name="Straight Arrow Connector 12">
            <a:extLst>
              <a:ext uri="{FF2B5EF4-FFF2-40B4-BE49-F238E27FC236}">
                <a16:creationId xmlns:a16="http://schemas.microsoft.com/office/drawing/2014/main" id="{1D1DA30D-C196-15B4-8EC5-E1B429CDE82B}"/>
              </a:ext>
            </a:extLst>
          </p:cNvPr>
          <p:cNvCxnSpPr>
            <a:cxnSpLocks/>
            <a:stCxn id="38" idx="0"/>
            <a:endCxn id="17" idx="3"/>
          </p:cNvCxnSpPr>
          <p:nvPr/>
        </p:nvCxnSpPr>
        <p:spPr>
          <a:xfrm rot="16200000" flipV="1">
            <a:off x="4266945" y="1020973"/>
            <a:ext cx="974412" cy="1341091"/>
          </a:xfrm>
          <a:prstGeom prst="bentConnector2">
            <a:avLst/>
          </a:prstGeom>
          <a:ln>
            <a:solidFill>
              <a:schemeClr val="tx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D283D45-EFDE-9FE1-F241-FA9D1BA6BDF0}"/>
              </a:ext>
            </a:extLst>
          </p:cNvPr>
          <p:cNvSpPr txBox="1"/>
          <p:nvPr/>
        </p:nvSpPr>
        <p:spPr>
          <a:xfrm>
            <a:off x="5302868" y="2178725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dirty="0"/>
              <a:t>    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18C32A31-BABE-241B-DF2A-887B69260927}"/>
              </a:ext>
            </a:extLst>
          </p:cNvPr>
          <p:cNvGrpSpPr/>
          <p:nvPr/>
        </p:nvGrpSpPr>
        <p:grpSpPr>
          <a:xfrm>
            <a:off x="8561645" y="329492"/>
            <a:ext cx="1937537" cy="1038741"/>
            <a:chOff x="7507403" y="1006813"/>
            <a:chExt cx="691415" cy="1038741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E2110AC1-5CB2-D3B1-19DB-7FD8972F5300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Identity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043FD669-CC61-0161-0EFC-C54F22F19626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🗄️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Vault</a:t>
              </a: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25B06AD4-625E-AA9D-4D75-409936938882}"/>
              </a:ext>
            </a:extLst>
          </p:cNvPr>
          <p:cNvGrpSpPr/>
          <p:nvPr/>
        </p:nvGrpSpPr>
        <p:grpSpPr>
          <a:xfrm>
            <a:off x="10496410" y="343266"/>
            <a:ext cx="1312458" cy="1067886"/>
            <a:chOff x="3080204" y="1202380"/>
            <a:chExt cx="1312458" cy="1067886"/>
          </a:xfrm>
        </p:grpSpPr>
        <p:sp>
          <p:nvSpPr>
            <p:cNvPr id="128" name="Rounded Rectangle 127">
              <a:extLst>
                <a:ext uri="{FF2B5EF4-FFF2-40B4-BE49-F238E27FC236}">
                  <a16:creationId xmlns:a16="http://schemas.microsoft.com/office/drawing/2014/main" id="{9AC495A6-7C17-8158-B528-0A1C4E646A7D}"/>
                </a:ext>
              </a:extLst>
            </p:cNvPr>
            <p:cNvSpPr/>
            <p:nvPr/>
          </p:nvSpPr>
          <p:spPr>
            <a:xfrm>
              <a:off x="3519752" y="1202380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29" name="Content Placeholder 2">
              <a:extLst>
                <a:ext uri="{FF2B5EF4-FFF2-40B4-BE49-F238E27FC236}">
                  <a16:creationId xmlns:a16="http://schemas.microsoft.com/office/drawing/2014/main" id="{299D34A6-71E9-5791-D045-1AF89D113A70}"/>
                </a:ext>
              </a:extLst>
            </p:cNvPr>
            <p:cNvSpPr txBox="1">
              <a:spLocks/>
            </p:cNvSpPr>
            <p:nvPr/>
          </p:nvSpPr>
          <p:spPr>
            <a:xfrm>
              <a:off x="3080204" y="1562380"/>
              <a:ext cx="1312458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biometric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match</a:t>
              </a:r>
            </a:p>
          </p:txBody>
        </p:sp>
      </p:grpSp>
      <p:cxnSp>
        <p:nvCxnSpPr>
          <p:cNvPr id="73" name="Straight Arrow Connector 12">
            <a:extLst>
              <a:ext uri="{FF2B5EF4-FFF2-40B4-BE49-F238E27FC236}">
                <a16:creationId xmlns:a16="http://schemas.microsoft.com/office/drawing/2014/main" id="{E9C7FC95-C121-E487-4482-0670611BF63B}"/>
              </a:ext>
            </a:extLst>
          </p:cNvPr>
          <p:cNvCxnSpPr>
            <a:cxnSpLocks/>
            <a:stCxn id="107" idx="3"/>
            <a:endCxn id="92" idx="2"/>
          </p:cNvCxnSpPr>
          <p:nvPr/>
        </p:nvCxnSpPr>
        <p:spPr>
          <a:xfrm flipV="1">
            <a:off x="7487038" y="1368233"/>
            <a:ext cx="2043376" cy="1320981"/>
          </a:xfrm>
          <a:prstGeom prst="bentConnector2">
            <a:avLst/>
          </a:prstGeom>
          <a:ln>
            <a:solidFill>
              <a:schemeClr val="tx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F0F9BDE-C262-20AF-F151-850A7C80CE22}"/>
              </a:ext>
            </a:extLst>
          </p:cNvPr>
          <p:cNvGrpSpPr/>
          <p:nvPr/>
        </p:nvGrpSpPr>
        <p:grpSpPr>
          <a:xfrm>
            <a:off x="8847073" y="1664991"/>
            <a:ext cx="1474179" cy="760726"/>
            <a:chOff x="9671144" y="2153234"/>
            <a:chExt cx="1474179" cy="760726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50ABA8DF-335E-B531-A1B1-632A1CCF2D01}"/>
                </a:ext>
              </a:extLst>
            </p:cNvPr>
            <p:cNvGrpSpPr/>
            <p:nvPr/>
          </p:nvGrpSpPr>
          <p:grpSpPr>
            <a:xfrm>
              <a:off x="9671145" y="2153234"/>
              <a:ext cx="1474178" cy="740563"/>
              <a:chOff x="4936463" y="1810793"/>
              <a:chExt cx="1474178" cy="740563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ABAC95AD-03A9-73C4-C804-90B905D7A77D}"/>
                  </a:ext>
                </a:extLst>
              </p:cNvPr>
              <p:cNvSpPr/>
              <p:nvPr/>
            </p:nvSpPr>
            <p:spPr>
              <a:xfrm>
                <a:off x="4936463" y="1810793"/>
                <a:ext cx="1292420" cy="7405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A59B4C4-C46A-8C4A-D38B-EDB740FDC72A}"/>
                  </a:ext>
                </a:extLst>
              </p:cNvPr>
              <p:cNvSpPr txBox="1"/>
              <p:nvPr/>
            </p:nvSpPr>
            <p:spPr>
              <a:xfrm>
                <a:off x="4998661" y="1857908"/>
                <a:ext cx="1411980" cy="646331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dirty="0"/>
                  <a:t>    Locator</a:t>
                </a:r>
                <a:br>
                  <a:rPr lang="en-GB" dirty="0"/>
                </a:br>
                <a:r>
                  <a:rPr lang="en-GB" dirty="0"/>
                  <a:t>    Selfie</a:t>
                </a:r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DA09EAD-A5A8-4127-0612-0612FAC5C824}"/>
                </a:ext>
              </a:extLst>
            </p:cNvPr>
            <p:cNvSpPr txBox="1"/>
            <p:nvPr/>
          </p:nvSpPr>
          <p:spPr>
            <a:xfrm>
              <a:off x="9671144" y="2247111"/>
              <a:ext cx="679801" cy="6668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</a:t>
              </a:r>
              <a:b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😶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769C2A69-1EBB-1578-9DEA-A2D127B81CE0}"/>
              </a:ext>
            </a:extLst>
          </p:cNvPr>
          <p:cNvGrpSpPr/>
          <p:nvPr/>
        </p:nvGrpSpPr>
        <p:grpSpPr>
          <a:xfrm>
            <a:off x="4272763" y="618774"/>
            <a:ext cx="2995706" cy="400110"/>
            <a:chOff x="2710967" y="1587276"/>
            <a:chExt cx="2995706" cy="400110"/>
          </a:xfrm>
        </p:grpSpPr>
        <p:sp>
          <p:nvSpPr>
            <p:cNvPr id="113" name="Rounded Rectangle 112">
              <a:extLst>
                <a:ext uri="{FF2B5EF4-FFF2-40B4-BE49-F238E27FC236}">
                  <a16:creationId xmlns:a16="http://schemas.microsoft.com/office/drawing/2014/main" id="{EECBC53D-39BF-A3FE-6210-DD4E24420753}"/>
                </a:ext>
              </a:extLst>
            </p:cNvPr>
            <p:cNvSpPr/>
            <p:nvPr/>
          </p:nvSpPr>
          <p:spPr>
            <a:xfrm>
              <a:off x="2710967" y="161779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5" name="Content Placeholder 2">
              <a:extLst>
                <a:ext uri="{FF2B5EF4-FFF2-40B4-BE49-F238E27FC236}">
                  <a16:creationId xmlns:a16="http://schemas.microsoft.com/office/drawing/2014/main" id="{F909C272-215F-06FA-9C0B-5419076345FC}"/>
                </a:ext>
              </a:extLst>
            </p:cNvPr>
            <p:cNvSpPr txBox="1">
              <a:spLocks/>
            </p:cNvSpPr>
            <p:nvPr/>
          </p:nvSpPr>
          <p:spPr>
            <a:xfrm>
              <a:off x="3070966" y="1587276"/>
              <a:ext cx="26357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show your hand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29514BA-63F6-1FED-EA37-6796BE82574F}"/>
              </a:ext>
            </a:extLst>
          </p:cNvPr>
          <p:cNvSpPr txBox="1"/>
          <p:nvPr/>
        </p:nvSpPr>
        <p:spPr>
          <a:xfrm>
            <a:off x="178670" y="6248084"/>
            <a:ext cx="5320367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IDENTITY: Offline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343478261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C2CD8-4164-113F-EE54-B9C38F5B2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92">
            <a:extLst>
              <a:ext uri="{FF2B5EF4-FFF2-40B4-BE49-F238E27FC236}">
                <a16:creationId xmlns:a16="http://schemas.microsoft.com/office/drawing/2014/main" id="{46129368-435B-FA3E-5CAB-287C5AF5CD95}"/>
              </a:ext>
            </a:extLst>
          </p:cNvPr>
          <p:cNvSpPr/>
          <p:nvPr/>
        </p:nvSpPr>
        <p:spPr>
          <a:xfrm>
            <a:off x="1007534" y="1248379"/>
            <a:ext cx="9821334" cy="1446550"/>
          </a:xfrm>
          <a:prstGeom prst="rect">
            <a:avLst/>
          </a:prstGeom>
          <a:solidFill>
            <a:schemeClr val="accent4">
              <a:lumMod val="20000"/>
              <a:lumOff val="80000"/>
              <a:alpha val="17742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trust relationship</a:t>
            </a:r>
          </a:p>
        </p:txBody>
      </p: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FEDFEFA3-EEA3-4161-E8D9-9203EC0BD0F9}"/>
              </a:ext>
            </a:extLst>
          </p:cNvPr>
          <p:cNvSpPr txBox="1">
            <a:spLocks/>
          </p:cNvSpPr>
          <p:nvPr/>
        </p:nvSpPr>
        <p:spPr>
          <a:xfrm>
            <a:off x="1962118" y="3684715"/>
            <a:ext cx="1988691" cy="101566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accept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placeholder: A 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file: </a:t>
            </a:r>
            <a:r>
              <a:rPr lang="en-GB" sz="1800" dirty="0"/>
              <a:t>📄</a:t>
            </a:r>
            <a:endParaRPr lang="en-GB" sz="1400" dirty="0"/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C00F4B13-E744-1D5C-FE00-067C8368D155}"/>
              </a:ext>
            </a:extLst>
          </p:cNvPr>
          <p:cNvSpPr/>
          <p:nvPr/>
        </p:nvSpPr>
        <p:spPr>
          <a:xfrm>
            <a:off x="2165502" y="3186228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A699B847-23C1-6BCE-DEAB-F8B082556982}"/>
              </a:ext>
            </a:extLst>
          </p:cNvPr>
          <p:cNvGrpSpPr/>
          <p:nvPr/>
        </p:nvGrpSpPr>
        <p:grpSpPr>
          <a:xfrm>
            <a:off x="1254751" y="1426813"/>
            <a:ext cx="1579029" cy="1033331"/>
            <a:chOff x="6139542" y="968452"/>
            <a:chExt cx="1579029" cy="1033331"/>
          </a:xfrm>
        </p:grpSpPr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68D165ED-A0BF-3D0B-78D3-D8E4A3B190C5}"/>
                </a:ext>
              </a:extLst>
            </p:cNvPr>
            <p:cNvSpPr/>
            <p:nvPr/>
          </p:nvSpPr>
          <p:spPr>
            <a:xfrm>
              <a:off x="6139542" y="968452"/>
              <a:ext cx="1579029" cy="10333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011F757-5545-4B90-5AFF-65C77671B2D6}"/>
                </a:ext>
              </a:extLst>
            </p:cNvPr>
            <p:cNvSpPr/>
            <p:nvPr/>
          </p:nvSpPr>
          <p:spPr>
            <a:xfrm>
              <a:off x="6236557" y="1351846"/>
              <a:ext cx="139319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Host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C611C95-A649-5392-1CF3-E824ABB1E492}"/>
              </a:ext>
            </a:extLst>
          </p:cNvPr>
          <p:cNvGrpSpPr/>
          <p:nvPr/>
        </p:nvGrpSpPr>
        <p:grpSpPr>
          <a:xfrm>
            <a:off x="8557005" y="1422860"/>
            <a:ext cx="1988691" cy="1041649"/>
            <a:chOff x="6139542" y="968452"/>
            <a:chExt cx="1988691" cy="104164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E77D18A-98A0-B1D8-1BAC-B5706A4E3ACC}"/>
                </a:ext>
              </a:extLst>
            </p:cNvPr>
            <p:cNvSpPr/>
            <p:nvPr/>
          </p:nvSpPr>
          <p:spPr>
            <a:xfrm>
              <a:off x="6139542" y="968452"/>
              <a:ext cx="1988691" cy="104164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37B5E6A-CDC5-2147-BA01-CED5467AD75B}"/>
                </a:ext>
              </a:extLst>
            </p:cNvPr>
            <p:cNvSpPr/>
            <p:nvPr/>
          </p:nvSpPr>
          <p:spPr>
            <a:xfrm>
              <a:off x="6236556" y="1351846"/>
              <a:ext cx="17910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Identity</a:t>
              </a:r>
            </a:p>
          </p:txBody>
        </p:sp>
      </p:grpSp>
      <p:cxnSp>
        <p:nvCxnSpPr>
          <p:cNvPr id="29" name="Straight Arrow Connector 12">
            <a:extLst>
              <a:ext uri="{FF2B5EF4-FFF2-40B4-BE49-F238E27FC236}">
                <a16:creationId xmlns:a16="http://schemas.microsoft.com/office/drawing/2014/main" id="{80972473-4203-3446-B544-2BFAB9E6F2BD}"/>
              </a:ext>
            </a:extLst>
          </p:cNvPr>
          <p:cNvCxnSpPr>
            <a:cxnSpLocks/>
            <a:stCxn id="118" idx="1"/>
            <a:endCxn id="154" idx="2"/>
          </p:cNvCxnSpPr>
          <p:nvPr/>
        </p:nvCxnSpPr>
        <p:spPr>
          <a:xfrm rot="10800000">
            <a:off x="2044266" y="2460145"/>
            <a:ext cx="2744600" cy="1209113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12">
            <a:extLst>
              <a:ext uri="{FF2B5EF4-FFF2-40B4-BE49-F238E27FC236}">
                <a16:creationId xmlns:a16="http://schemas.microsoft.com/office/drawing/2014/main" id="{B0D524CD-66CA-8B80-3E3A-1ADDD3726F02}"/>
              </a:ext>
            </a:extLst>
          </p:cNvPr>
          <p:cNvCxnSpPr>
            <a:cxnSpLocks/>
            <a:stCxn id="22" idx="2"/>
            <a:endCxn id="118" idx="3"/>
          </p:cNvCxnSpPr>
          <p:nvPr/>
        </p:nvCxnSpPr>
        <p:spPr>
          <a:xfrm rot="5400000">
            <a:off x="7562080" y="1679986"/>
            <a:ext cx="1204748" cy="2773794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12">
            <a:extLst>
              <a:ext uri="{FF2B5EF4-FFF2-40B4-BE49-F238E27FC236}">
                <a16:creationId xmlns:a16="http://schemas.microsoft.com/office/drawing/2014/main" id="{EA73387C-A90C-47BD-0A38-A1EF0B53EDEA}"/>
              </a:ext>
            </a:extLst>
          </p:cNvPr>
          <p:cNvCxnSpPr>
            <a:cxnSpLocks/>
            <a:stCxn id="118" idx="0"/>
            <a:endCxn id="21" idx="1"/>
          </p:cNvCxnSpPr>
          <p:nvPr/>
        </p:nvCxnSpPr>
        <p:spPr>
          <a:xfrm rot="5400000" flipH="1" flipV="1">
            <a:off x="6756864" y="1113695"/>
            <a:ext cx="923503" cy="2870807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12">
            <a:extLst>
              <a:ext uri="{FF2B5EF4-FFF2-40B4-BE49-F238E27FC236}">
                <a16:creationId xmlns:a16="http://schemas.microsoft.com/office/drawing/2014/main" id="{A7A1751A-EB05-6429-501E-31B79A00E119}"/>
              </a:ext>
            </a:extLst>
          </p:cNvPr>
          <p:cNvCxnSpPr>
            <a:cxnSpLocks/>
            <a:stCxn id="154" idx="0"/>
            <a:endCxn id="22" idx="0"/>
          </p:cNvCxnSpPr>
          <p:nvPr/>
        </p:nvCxnSpPr>
        <p:spPr>
          <a:xfrm rot="5400000" flipH="1" flipV="1">
            <a:off x="5795832" y="-2328705"/>
            <a:ext cx="3953" cy="7507085"/>
          </a:xfrm>
          <a:prstGeom prst="bentConnector3">
            <a:avLst>
              <a:gd name="adj1" fmla="val 26444574"/>
            </a:avLst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267A456F-EF7C-C1B8-59EA-9F44EF47B323}"/>
              </a:ext>
            </a:extLst>
          </p:cNvPr>
          <p:cNvSpPr/>
          <p:nvPr/>
        </p:nvSpPr>
        <p:spPr>
          <a:xfrm>
            <a:off x="6911877" y="3805157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DA82E757-3A66-AD86-4BE9-9585578162BE}"/>
              </a:ext>
            </a:extLst>
          </p:cNvPr>
          <p:cNvSpPr/>
          <p:nvPr/>
        </p:nvSpPr>
        <p:spPr>
          <a:xfrm>
            <a:off x="5880225" y="2196490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33B708C4-6801-EBF4-5B86-F1E1346F05B2}"/>
              </a:ext>
            </a:extLst>
          </p:cNvPr>
          <p:cNvSpPr/>
          <p:nvPr/>
        </p:nvSpPr>
        <p:spPr>
          <a:xfrm>
            <a:off x="9059970" y="506110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25F0D865-766F-492E-F560-EAA0A84FEA20}"/>
              </a:ext>
            </a:extLst>
          </p:cNvPr>
          <p:cNvGrpSpPr/>
          <p:nvPr/>
        </p:nvGrpSpPr>
        <p:grpSpPr>
          <a:xfrm>
            <a:off x="4788866" y="3010849"/>
            <a:ext cx="1988691" cy="1316816"/>
            <a:chOff x="4768207" y="3215212"/>
            <a:chExt cx="1988691" cy="1316816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58188526-0B1E-0CF2-4DD6-A6EA85CC2056}"/>
                </a:ext>
              </a:extLst>
            </p:cNvPr>
            <p:cNvGrpSpPr/>
            <p:nvPr/>
          </p:nvGrpSpPr>
          <p:grpSpPr>
            <a:xfrm>
              <a:off x="4768207" y="3215212"/>
              <a:ext cx="1988691" cy="1316816"/>
              <a:chOff x="6139542" y="58284"/>
              <a:chExt cx="1988691" cy="1316816"/>
            </a:xfrm>
          </p:grpSpPr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C10CC6C9-A30B-2FD8-3BAD-D2617DCAD67E}"/>
                  </a:ext>
                </a:extLst>
              </p:cNvPr>
              <p:cNvSpPr/>
              <p:nvPr/>
            </p:nvSpPr>
            <p:spPr>
              <a:xfrm>
                <a:off x="6236556" y="149580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Wallet</a:t>
                </a: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178B0390-ED64-57E0-F4AA-772CBCF14335}"/>
                  </a:ext>
                </a:extLst>
              </p:cNvPr>
              <p:cNvSpPr/>
              <p:nvPr/>
            </p:nvSpPr>
            <p:spPr>
              <a:xfrm>
                <a:off x="6139542" y="58284"/>
                <a:ext cx="1988691" cy="1316816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</p:grp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EBE243D3-2828-D075-5795-10C285799DA8}"/>
                </a:ext>
              </a:extLst>
            </p:cNvPr>
            <p:cNvSpPr/>
            <p:nvPr/>
          </p:nvSpPr>
          <p:spPr>
            <a:xfrm>
              <a:off x="5501604" y="3951814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B0ECB81D-1B7C-842B-25B0-DE5F5FEFAE84}"/>
                </a:ext>
              </a:extLst>
            </p:cNvPr>
            <p:cNvSpPr/>
            <p:nvPr/>
          </p:nvSpPr>
          <p:spPr>
            <a:xfrm>
              <a:off x="6133877" y="395181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9AF9E59B-305D-6430-3847-9F7FA4256F39}"/>
                </a:ext>
              </a:extLst>
            </p:cNvPr>
            <p:cNvSpPr/>
            <p:nvPr/>
          </p:nvSpPr>
          <p:spPr>
            <a:xfrm>
              <a:off x="4861649" y="3951814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🤵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sp>
        <p:nvSpPr>
          <p:cNvPr id="122" name="Content Placeholder 2">
            <a:extLst>
              <a:ext uri="{FF2B5EF4-FFF2-40B4-BE49-F238E27FC236}">
                <a16:creationId xmlns:a16="http://schemas.microsoft.com/office/drawing/2014/main" id="{36C78170-0E52-0AFC-2EB3-EC14D72C30FA}"/>
              </a:ext>
            </a:extLst>
          </p:cNvPr>
          <p:cNvSpPr txBox="1">
            <a:spLocks/>
          </p:cNvSpPr>
          <p:nvPr/>
        </p:nvSpPr>
        <p:spPr>
          <a:xfrm>
            <a:off x="9566457" y="242074"/>
            <a:ext cx="1988691" cy="101566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signed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placeholder: A 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token: </a:t>
            </a:r>
            <a:r>
              <a:rPr lang="en-GB" sz="1800" dirty="0"/>
              <a:t>🔆</a:t>
            </a:r>
          </a:p>
        </p:txBody>
      </p:sp>
      <p:sp>
        <p:nvSpPr>
          <p:cNvPr id="125" name="Content Placeholder 2">
            <a:extLst>
              <a:ext uri="{FF2B5EF4-FFF2-40B4-BE49-F238E27FC236}">
                <a16:creationId xmlns:a16="http://schemas.microsoft.com/office/drawing/2014/main" id="{8D6A46A8-5F5A-E33E-7238-753D415A5400}"/>
              </a:ext>
            </a:extLst>
          </p:cNvPr>
          <p:cNvSpPr txBox="1">
            <a:spLocks/>
          </p:cNvSpPr>
          <p:nvPr/>
        </p:nvSpPr>
        <p:spPr>
          <a:xfrm>
            <a:off x="7293396" y="3722185"/>
            <a:ext cx="1988691" cy="101566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accepted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placeholder: A 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hash: XYZ</a:t>
            </a:r>
            <a:endParaRPr lang="en-GB" sz="1400" dirty="0"/>
          </a:p>
        </p:txBody>
      </p:sp>
      <p:sp>
        <p:nvSpPr>
          <p:cNvPr id="126" name="Content Placeholder 2">
            <a:extLst>
              <a:ext uri="{FF2B5EF4-FFF2-40B4-BE49-F238E27FC236}">
                <a16:creationId xmlns:a16="http://schemas.microsoft.com/office/drawing/2014/main" id="{E025251A-4303-48C3-2765-515D027E091F}"/>
              </a:ext>
            </a:extLst>
          </p:cNvPr>
          <p:cNvSpPr txBox="1">
            <a:spLocks/>
          </p:cNvSpPr>
          <p:nvPr/>
        </p:nvSpPr>
        <p:spPr>
          <a:xfrm>
            <a:off x="6253945" y="2164844"/>
            <a:ext cx="220239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anti-fraud check</a:t>
            </a:r>
            <a:endParaRPr lang="en-GB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62516F-ACDF-931D-D49C-D8F9C263C4E9}"/>
              </a:ext>
            </a:extLst>
          </p:cNvPr>
          <p:cNvSpPr txBox="1"/>
          <p:nvPr/>
        </p:nvSpPr>
        <p:spPr>
          <a:xfrm>
            <a:off x="206409" y="6409189"/>
            <a:ext cx="185146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USER SIGNATURE</a:t>
            </a:r>
          </a:p>
        </p:txBody>
      </p:sp>
    </p:spTree>
    <p:extLst>
      <p:ext uri="{BB962C8B-B14F-4D97-AF65-F5344CB8AC3E}">
        <p14:creationId xmlns:p14="http://schemas.microsoft.com/office/powerpoint/2010/main" val="234187835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47350</TotalTime>
  <Words>346</Words>
  <Application>Microsoft Macintosh PowerPoint</Application>
  <PresentationFormat>Widescreen</PresentationFormat>
  <Paragraphs>164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Amazon Ember</vt:lpstr>
      <vt:lpstr>Segoe UI</vt:lpstr>
      <vt:lpstr>Wingdings</vt:lpstr>
      <vt:lpstr>Amazon Ember Display</vt:lpstr>
      <vt:lpstr>AWS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152</cp:revision>
  <dcterms:created xsi:type="dcterms:W3CDTF">2022-10-07T16:14:37Z</dcterms:created>
  <dcterms:modified xsi:type="dcterms:W3CDTF">2025-08-28T15:02:11Z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2025-04-22T20:24:27Z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63681cd7-a1ca-4304-b211-502ce0365c76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