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1829" r:id="rId2"/>
    <p:sldId id="1683" r:id="rId3"/>
    <p:sldId id="1742" r:id="rId4"/>
    <p:sldId id="1775" r:id="rId5"/>
    <p:sldId id="1776" r:id="rId6"/>
  </p:sldIdLst>
  <p:sldSz cx="12192000" cy="6858000"/>
  <p:notesSz cx="6858000" cy="9144000"/>
  <p:embeddedFontLst>
    <p:embeddedFont>
      <p:font typeface="Amazon Ember" panose="020B0603020204020204" pitchFamily="34" charset="0"/>
      <p:regular r:id="rId9"/>
      <p:bold r:id="rId10"/>
      <p:italic r:id="rId11"/>
      <p:boldItalic r:id="rId12"/>
    </p:embeddedFont>
    <p:embeddedFont>
      <p:font typeface="Amazon Ember Display" panose="020B0603020204020204" pitchFamily="34" charset="0"/>
      <p:regular r:id="rId13"/>
      <p:bold r:id="rId14"/>
      <p:italic r:id="rId15"/>
      <p:boldItalic r:id="rId16"/>
    </p:embeddedFont>
    <p:embeddedFont>
      <p:font typeface="Segoe UI" panose="020B0502040204020203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💳 User Payments" id="{1A9CE56E-D584-2B48-BB32-CC12D44B6CEE}">
          <p14:sldIdLst>
            <p14:sldId id="1829"/>
            <p14:sldId id="1683"/>
            <p14:sldId id="1742"/>
            <p14:sldId id="1775"/>
            <p14:sldId id="1776"/>
          </p14:sldIdLst>
        </p14:section>
        <p14:section name="Default Section" id="{95EB813E-D102-FA40-8E25-4F35EBD22952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62" autoAdjust="0"/>
    <p:restoredTop sz="96966" autoAdjust="0"/>
  </p:normalViewPr>
  <p:slideViewPr>
    <p:cSldViewPr snapToGrid="0">
      <p:cViewPr varScale="1">
        <p:scale>
          <a:sx n="123" d="100"/>
          <a:sy n="123" d="100"/>
        </p:scale>
        <p:origin x="58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457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F6052-13E1-6E7B-CEC7-B9FD7913E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774528-4D7E-BC32-1FFF-D03C5DA73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43E18-F847-947F-745C-EFAC066614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DC9DB89-8F5B-F4E0-0303-A4E066C807FF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BE827-2541-CC5A-32ED-7D1D94DBD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C050203-2746-01BF-68A1-9674CCC60121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B747B-6C58-773A-CBEE-9085867017E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446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73D33-FC24-3077-A670-7F7AC068C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AE6C6F-BEFC-F474-9E44-B754634BB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E143A9-35D6-B5EE-2082-C22748229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44FE713-7C9C-40F7-CBC6-3AE05BE38BDC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1C11E-2F4E-9191-AE7F-920D281AF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6F3F0A3-AC68-1A48-8635-D60EDEDE484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494B48-E889-7495-07AA-AB34C4C993C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717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BF608-C3E5-6820-0205-C137768E9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825696-93FC-2CF9-6F55-F5836BF7C7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40C1F3-A98C-DB35-B791-D0BDBAA25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AB825FB-A3D1-BE66-7005-2A863478876D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54EC0-6D6A-CA66-1268-BC30771F1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E4A91FF-B675-2456-B1CD-19EA41332DF5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2444A-7C26-39E9-07EA-496C142AEDD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944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802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E2774-CF57-2D5C-CCB7-003D697D7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078719-CD13-BB5D-7EDF-60B15231DD45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💳 User Payments</a:t>
            </a:r>
          </a:p>
        </p:txBody>
      </p:sp>
    </p:spTree>
    <p:extLst>
      <p:ext uri="{BB962C8B-B14F-4D97-AF65-F5344CB8AC3E}">
        <p14:creationId xmlns:p14="http://schemas.microsoft.com/office/powerpoint/2010/main" val="2974211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03A8D415-BF70-2DCC-A431-B495FE67AB50}"/>
              </a:ext>
            </a:extLst>
          </p:cNvPr>
          <p:cNvSpPr/>
          <p:nvPr/>
        </p:nvSpPr>
        <p:spPr>
          <a:xfrm>
            <a:off x="8642042" y="403410"/>
            <a:ext cx="3012078" cy="4213411"/>
          </a:xfrm>
          <a:prstGeom prst="rect">
            <a:avLst/>
          </a:prstGeom>
          <a:solidFill>
            <a:schemeClr val="accent3">
              <a:alpha val="12959"/>
            </a:schemeClr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55A2B4A-1E6F-F134-E998-32629D487114}"/>
              </a:ext>
            </a:extLst>
          </p:cNvPr>
          <p:cNvSpPr/>
          <p:nvPr/>
        </p:nvSpPr>
        <p:spPr>
          <a:xfrm>
            <a:off x="528919" y="403411"/>
            <a:ext cx="6355459" cy="4213411"/>
          </a:xfrm>
          <a:prstGeom prst="rect">
            <a:avLst/>
          </a:prstGeom>
          <a:solidFill>
            <a:schemeClr val="accent4">
              <a:alpha val="12970"/>
            </a:schemeClr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7329AB5-1770-F737-E2FB-90EE8C47CCDE}"/>
              </a:ext>
            </a:extLst>
          </p:cNvPr>
          <p:cNvGrpSpPr/>
          <p:nvPr/>
        </p:nvGrpSpPr>
        <p:grpSpPr>
          <a:xfrm>
            <a:off x="4280709" y="3160283"/>
            <a:ext cx="2250043" cy="1014729"/>
            <a:chOff x="3355998" y="1343225"/>
            <a:chExt cx="2250043" cy="101472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77623C-241E-B472-EE4E-3E60FB486A6B}"/>
                </a:ext>
              </a:extLst>
            </p:cNvPr>
            <p:cNvSpPr/>
            <p:nvPr/>
          </p:nvSpPr>
          <p:spPr>
            <a:xfrm>
              <a:off x="3355998" y="1343225"/>
              <a:ext cx="2250043" cy="1014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" tIns="36000" rIns="72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AE36DFA-5B98-FF38-07D3-F61EDAE0D3DE}"/>
                </a:ext>
              </a:extLst>
            </p:cNvPr>
            <p:cNvSpPr/>
            <p:nvPr/>
          </p:nvSpPr>
          <p:spPr>
            <a:xfrm>
              <a:off x="3460415" y="1706525"/>
              <a:ext cx="206796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💳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Payer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652008D-A553-582A-FA76-5DE478BDE374}"/>
              </a:ext>
            </a:extLst>
          </p:cNvPr>
          <p:cNvGrpSpPr/>
          <p:nvPr/>
        </p:nvGrpSpPr>
        <p:grpSpPr>
          <a:xfrm>
            <a:off x="8998790" y="1099393"/>
            <a:ext cx="2250048" cy="1014729"/>
            <a:chOff x="7125195" y="1395349"/>
            <a:chExt cx="2250048" cy="101472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B673340-7A08-85CC-9DA2-1A4C97DF45FF}"/>
                </a:ext>
              </a:extLst>
            </p:cNvPr>
            <p:cNvSpPr/>
            <p:nvPr/>
          </p:nvSpPr>
          <p:spPr>
            <a:xfrm>
              <a:off x="7125195" y="1395349"/>
              <a:ext cx="2250048" cy="1014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 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2DD5F42-A662-E4DD-FADB-AD80854D1A79}"/>
                </a:ext>
              </a:extLst>
            </p:cNvPr>
            <p:cNvSpPr/>
            <p:nvPr/>
          </p:nvSpPr>
          <p:spPr>
            <a:xfrm>
              <a:off x="7229612" y="1758649"/>
              <a:ext cx="206796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Seller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11959FE-2937-349D-9A59-1FAF42A8E4AE}"/>
              </a:ext>
            </a:extLst>
          </p:cNvPr>
          <p:cNvGrpSpPr/>
          <p:nvPr/>
        </p:nvGrpSpPr>
        <p:grpSpPr>
          <a:xfrm>
            <a:off x="8998790" y="3160283"/>
            <a:ext cx="2250056" cy="1014729"/>
            <a:chOff x="6896275" y="3372365"/>
            <a:chExt cx="2250056" cy="101472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70A4AA-F1B1-E01D-8F14-680D3B325690}"/>
                </a:ext>
              </a:extLst>
            </p:cNvPr>
            <p:cNvSpPr/>
            <p:nvPr/>
          </p:nvSpPr>
          <p:spPr>
            <a:xfrm>
              <a:off x="6896275" y="3372365"/>
              <a:ext cx="2250056" cy="1014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" tIns="36000" rIns="72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seller bound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650AAC2-85AD-C121-FE8A-A610F99DB5D0}"/>
                </a:ext>
              </a:extLst>
            </p:cNvPr>
            <p:cNvSpPr/>
            <p:nvPr/>
          </p:nvSpPr>
          <p:spPr>
            <a:xfrm>
              <a:off x="7000692" y="3735665"/>
              <a:ext cx="2067962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🏦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Collector</a:t>
              </a:r>
            </a:p>
          </p:txBody>
        </p:sp>
      </p:grpSp>
      <p:cxnSp>
        <p:nvCxnSpPr>
          <p:cNvPr id="17" name="Straight Arrow Connector 12">
            <a:extLst>
              <a:ext uri="{FF2B5EF4-FFF2-40B4-BE49-F238E27FC236}">
                <a16:creationId xmlns:a16="http://schemas.microsoft.com/office/drawing/2014/main" id="{77142D02-4F6E-F74D-480A-75EE192F6125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6453087" y="1743785"/>
            <a:ext cx="2650120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Arrow Connector 12">
            <a:extLst>
              <a:ext uri="{FF2B5EF4-FFF2-40B4-BE49-F238E27FC236}">
                <a16:creationId xmlns:a16="http://schemas.microsoft.com/office/drawing/2014/main" id="{FE13F954-65AC-1F81-2669-0979210D0418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5405731" y="2022427"/>
            <a:ext cx="13375" cy="1137856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3" name="Straight Arrow Connector 12">
            <a:extLst>
              <a:ext uri="{FF2B5EF4-FFF2-40B4-BE49-F238E27FC236}">
                <a16:creationId xmlns:a16="http://schemas.microsoft.com/office/drawing/2014/main" id="{6FA5B588-CBEB-4212-3F65-523E7C17B847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6530752" y="3667648"/>
            <a:ext cx="2468038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6" name="Straight Arrow Connector 12">
            <a:extLst>
              <a:ext uri="{FF2B5EF4-FFF2-40B4-BE49-F238E27FC236}">
                <a16:creationId xmlns:a16="http://schemas.microsoft.com/office/drawing/2014/main" id="{6E004478-AE9A-0BC5-086E-BAA558B12842}"/>
              </a:ext>
            </a:extLst>
          </p:cNvPr>
          <p:cNvCxnSpPr>
            <a:cxnSpLocks/>
            <a:stCxn id="13" idx="0"/>
            <a:endCxn id="9" idx="2"/>
          </p:cNvCxnSpPr>
          <p:nvPr/>
        </p:nvCxnSpPr>
        <p:spPr>
          <a:xfrm flipH="1" flipV="1">
            <a:off x="10123814" y="2114122"/>
            <a:ext cx="4" cy="1046161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008185D7-C73C-8477-B2FD-5588B0A20729}"/>
              </a:ext>
            </a:extLst>
          </p:cNvPr>
          <p:cNvSpPr txBox="1"/>
          <p:nvPr/>
        </p:nvSpPr>
        <p:spPr>
          <a:xfrm>
            <a:off x="5587293" y="2358594"/>
            <a:ext cx="735967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8282980-2607-5BFB-52B6-5788977B6588}"/>
              </a:ext>
            </a:extLst>
          </p:cNvPr>
          <p:cNvSpPr txBox="1"/>
          <p:nvPr/>
        </p:nvSpPr>
        <p:spPr>
          <a:xfrm>
            <a:off x="7237303" y="1134412"/>
            <a:ext cx="101822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charge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09DB9CD-BFA8-3441-A52F-AF4CD4B0ADBA}"/>
              </a:ext>
            </a:extLst>
          </p:cNvPr>
          <p:cNvSpPr txBox="1"/>
          <p:nvPr/>
        </p:nvSpPr>
        <p:spPr>
          <a:xfrm>
            <a:off x="7237303" y="3875653"/>
            <a:ext cx="109383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collect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F2D0267-DC50-4A7D-BE15-9A45827595E9}"/>
              </a:ext>
            </a:extLst>
          </p:cNvPr>
          <p:cNvSpPr txBox="1"/>
          <p:nvPr/>
        </p:nvSpPr>
        <p:spPr>
          <a:xfrm>
            <a:off x="10302148" y="2441719"/>
            <a:ext cx="109383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paid!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19C43892-B5AC-F795-C5E4-C2DE1636A70E}"/>
              </a:ext>
            </a:extLst>
          </p:cNvPr>
          <p:cNvSpPr/>
          <p:nvPr/>
        </p:nvSpPr>
        <p:spPr>
          <a:xfrm>
            <a:off x="7529129" y="1561335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AA03E553-7F91-C85F-C6EB-560C43892E27}"/>
              </a:ext>
            </a:extLst>
          </p:cNvPr>
          <p:cNvSpPr/>
          <p:nvPr/>
        </p:nvSpPr>
        <p:spPr>
          <a:xfrm>
            <a:off x="5225730" y="2390524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BA62240F-F441-4E4A-2B9A-D416A76D56B0}"/>
              </a:ext>
            </a:extLst>
          </p:cNvPr>
          <p:cNvSpPr/>
          <p:nvPr/>
        </p:nvSpPr>
        <p:spPr>
          <a:xfrm>
            <a:off x="7495942" y="3487647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99A4D0A1-A7BF-5D5A-33E8-F786E878AA62}"/>
              </a:ext>
            </a:extLst>
          </p:cNvPr>
          <p:cNvSpPr/>
          <p:nvPr/>
        </p:nvSpPr>
        <p:spPr>
          <a:xfrm>
            <a:off x="9941455" y="2483204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DD63D31-4744-0CF8-2E81-1C4DB46142C4}"/>
              </a:ext>
            </a:extLst>
          </p:cNvPr>
          <p:cNvSpPr txBox="1"/>
          <p:nvPr/>
        </p:nvSpPr>
        <p:spPr>
          <a:xfrm>
            <a:off x="528919" y="433903"/>
            <a:ext cx="2505685" cy="4001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user (buyer)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568B0E9-F08E-C20C-00CA-CA52BF6BBE53}"/>
              </a:ext>
            </a:extLst>
          </p:cNvPr>
          <p:cNvSpPr txBox="1"/>
          <p:nvPr/>
        </p:nvSpPr>
        <p:spPr>
          <a:xfrm>
            <a:off x="8642042" y="380829"/>
            <a:ext cx="2505685" cy="4001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company (seller)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DA87D80-A199-721D-13C4-5FAE94925936}"/>
              </a:ext>
            </a:extLst>
          </p:cNvPr>
          <p:cNvGrpSpPr/>
          <p:nvPr/>
        </p:nvGrpSpPr>
        <p:grpSpPr>
          <a:xfrm>
            <a:off x="4415289" y="797306"/>
            <a:ext cx="1988691" cy="1316816"/>
            <a:chOff x="7388710" y="3835400"/>
            <a:chExt cx="1988691" cy="131681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BC11BFF-3CF1-168D-47C8-838E1CD506F6}"/>
                </a:ext>
              </a:extLst>
            </p:cNvPr>
            <p:cNvGrpSpPr/>
            <p:nvPr/>
          </p:nvGrpSpPr>
          <p:grpSpPr>
            <a:xfrm>
              <a:off x="7388710" y="3835400"/>
              <a:ext cx="1988691" cy="1316816"/>
              <a:chOff x="6139542" y="693286"/>
              <a:chExt cx="1988691" cy="131681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3C810E2-36E5-5270-B9FD-84569C3A7D5F}"/>
                  </a:ext>
                </a:extLst>
              </p:cNvPr>
              <p:cNvSpPr/>
              <p:nvPr/>
            </p:nvSpPr>
            <p:spPr>
              <a:xfrm>
                <a:off x="6139542" y="693286"/>
                <a:ext cx="1988691" cy="13168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C755131-67E5-92EF-BCFF-8E2C4CBECEC4}"/>
                  </a:ext>
                </a:extLst>
              </p:cNvPr>
              <p:cNvSpPr/>
              <p:nvPr/>
            </p:nvSpPr>
            <p:spPr>
              <a:xfrm>
                <a:off x="6236556" y="135184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1AEC73-C944-AFF4-E988-26C363DC93FD}"/>
                </a:ext>
              </a:extLst>
            </p:cNvPr>
            <p:cNvSpPr/>
            <p:nvPr/>
          </p:nvSpPr>
          <p:spPr>
            <a:xfrm>
              <a:off x="8122107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1779CCB-BD3A-16E9-992B-654E8202DB72}"/>
                </a:ext>
              </a:extLst>
            </p:cNvPr>
            <p:cNvSpPr/>
            <p:nvPr/>
          </p:nvSpPr>
          <p:spPr>
            <a:xfrm>
              <a:off x="8754380" y="3928533"/>
              <a:ext cx="530040" cy="47154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A0A640B-AA91-CA40-7D0E-83060F0B621C}"/>
                </a:ext>
              </a:extLst>
            </p:cNvPr>
            <p:cNvSpPr/>
            <p:nvPr/>
          </p:nvSpPr>
          <p:spPr>
            <a:xfrm>
              <a:off x="7482152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B6C0B8F-04FD-4A49-E39B-2FAC8093C5FE}"/>
              </a:ext>
            </a:extLst>
          </p:cNvPr>
          <p:cNvSpPr txBox="1"/>
          <p:nvPr/>
        </p:nvSpPr>
        <p:spPr>
          <a:xfrm>
            <a:off x="4504005" y="765081"/>
            <a:ext cx="5026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44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60D6D7D-52C5-1042-11D3-4D1317531717}"/>
              </a:ext>
            </a:extLst>
          </p:cNvPr>
          <p:cNvGrpSpPr/>
          <p:nvPr/>
        </p:nvGrpSpPr>
        <p:grpSpPr>
          <a:xfrm>
            <a:off x="1331691" y="1883159"/>
            <a:ext cx="1954571" cy="1014729"/>
            <a:chOff x="7494698" y="1006813"/>
            <a:chExt cx="928364" cy="101472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467632F-8FAE-CFA4-F551-5339BE14E00B}"/>
                </a:ext>
              </a:extLst>
            </p:cNvPr>
            <p:cNvSpPr/>
            <p:nvPr/>
          </p:nvSpPr>
          <p:spPr>
            <a:xfrm>
              <a:off x="7494698" y="1006813"/>
              <a:ext cx="928364" cy="1014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33622CB-2793-A846-6A39-DF57A604993D}"/>
                </a:ext>
              </a:extLst>
            </p:cNvPr>
            <p:cNvSpPr/>
            <p:nvPr/>
          </p:nvSpPr>
          <p:spPr>
            <a:xfrm>
              <a:off x="7534955" y="1366273"/>
              <a:ext cx="84784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📦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Storage</a:t>
              </a:r>
            </a:p>
          </p:txBody>
        </p:sp>
      </p:grpSp>
      <p:cxnSp>
        <p:nvCxnSpPr>
          <p:cNvPr id="25" name="Straight Arrow Connector 12">
            <a:extLst>
              <a:ext uri="{FF2B5EF4-FFF2-40B4-BE49-F238E27FC236}">
                <a16:creationId xmlns:a16="http://schemas.microsoft.com/office/drawing/2014/main" id="{8F2C252D-FD98-32FD-7DE3-CC6794AE6EEC}"/>
              </a:ext>
            </a:extLst>
          </p:cNvPr>
          <p:cNvCxnSpPr>
            <a:cxnSpLocks/>
            <a:stCxn id="5" idx="1"/>
            <a:endCxn id="24" idx="2"/>
          </p:cNvCxnSpPr>
          <p:nvPr/>
        </p:nvCxnSpPr>
        <p:spPr>
          <a:xfrm rot="10800000">
            <a:off x="2308977" y="2897888"/>
            <a:ext cx="1971732" cy="769760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C177E1D-E0A5-F9F7-0B8E-A0D86655244E}"/>
              </a:ext>
            </a:extLst>
          </p:cNvPr>
          <p:cNvGrpSpPr/>
          <p:nvPr/>
        </p:nvGrpSpPr>
        <p:grpSpPr>
          <a:xfrm>
            <a:off x="3189215" y="3487647"/>
            <a:ext cx="1093830" cy="788116"/>
            <a:chOff x="3081149" y="3487647"/>
            <a:chExt cx="1093830" cy="788116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14D0A8C-86AF-DE47-C6CE-9FAA6763735D}"/>
                </a:ext>
              </a:extLst>
            </p:cNvPr>
            <p:cNvSpPr txBox="1"/>
            <p:nvPr/>
          </p:nvSpPr>
          <p:spPr>
            <a:xfrm>
              <a:off x="3081149" y="3875653"/>
              <a:ext cx="1093830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receipt</a:t>
              </a: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5BDF00B7-3CE5-9A02-6900-C9AE1022799E}"/>
                </a:ext>
              </a:extLst>
            </p:cNvPr>
            <p:cNvSpPr/>
            <p:nvPr/>
          </p:nvSpPr>
          <p:spPr>
            <a:xfrm>
              <a:off x="3339788" y="3487647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A7B13E1B-24D7-8480-9E44-53B5304C8FB0}"/>
              </a:ext>
            </a:extLst>
          </p:cNvPr>
          <p:cNvSpPr txBox="1"/>
          <p:nvPr/>
        </p:nvSpPr>
        <p:spPr>
          <a:xfrm>
            <a:off x="218143" y="6278524"/>
            <a:ext cx="1037143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PAYER</a:t>
            </a:r>
          </a:p>
        </p:txBody>
      </p:sp>
    </p:spTree>
    <p:extLst>
      <p:ext uri="{BB962C8B-B14F-4D97-AF65-F5344CB8AC3E}">
        <p14:creationId xmlns:p14="http://schemas.microsoft.com/office/powerpoint/2010/main" val="328179439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28A53-2A2B-F068-EACA-A89FF89B8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C7313E9E-B85E-3050-01A9-0B92C8A2DDFE}"/>
              </a:ext>
            </a:extLst>
          </p:cNvPr>
          <p:cNvGrpSpPr/>
          <p:nvPr/>
        </p:nvGrpSpPr>
        <p:grpSpPr>
          <a:xfrm>
            <a:off x="3579239" y="1440928"/>
            <a:ext cx="2836748" cy="1038741"/>
            <a:chOff x="3355998" y="1319213"/>
            <a:chExt cx="2344420" cy="103874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4F8EF71-0620-803B-5DC0-D59E9B925973}"/>
                </a:ext>
              </a:extLst>
            </p:cNvPr>
            <p:cNvSpPr/>
            <p:nvPr/>
          </p:nvSpPr>
          <p:spPr>
            <a:xfrm>
              <a:off x="3446251" y="1706525"/>
              <a:ext cx="2175302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💳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Payer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EFCD24E-4C32-D389-D67C-5996B9838A09}"/>
                </a:ext>
              </a:extLst>
            </p:cNvPr>
            <p:cNvSpPr/>
            <p:nvPr/>
          </p:nvSpPr>
          <p:spPr>
            <a:xfrm>
              <a:off x="3355998" y="1319213"/>
              <a:ext cx="2344420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" tIns="36000" rIns="72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B02E2FB-C95A-82A6-241C-C852297F7A72}"/>
              </a:ext>
            </a:extLst>
          </p:cNvPr>
          <p:cNvGrpSpPr/>
          <p:nvPr/>
        </p:nvGrpSpPr>
        <p:grpSpPr>
          <a:xfrm>
            <a:off x="6999830" y="1443433"/>
            <a:ext cx="3252035" cy="1014729"/>
            <a:chOff x="6896275" y="3372365"/>
            <a:chExt cx="2221184" cy="1014729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C3447E3-D7DD-D95C-D3CC-3A719F28CE5B}"/>
                </a:ext>
              </a:extLst>
            </p:cNvPr>
            <p:cNvSpPr/>
            <p:nvPr/>
          </p:nvSpPr>
          <p:spPr>
            <a:xfrm>
              <a:off x="6964264" y="3735665"/>
              <a:ext cx="208275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🏦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Collector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5B7CB96-F56B-EEA1-023D-51E5A6B64260}"/>
                </a:ext>
              </a:extLst>
            </p:cNvPr>
            <p:cNvSpPr/>
            <p:nvPr/>
          </p:nvSpPr>
          <p:spPr>
            <a:xfrm>
              <a:off x="6896275" y="3372365"/>
              <a:ext cx="2221184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" tIns="36000" rIns="72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seller bound</a:t>
              </a:r>
            </a:p>
          </p:txBody>
        </p:sp>
      </p:grpSp>
      <p:cxnSp>
        <p:nvCxnSpPr>
          <p:cNvPr id="39" name="Straight Arrow Connector 12">
            <a:extLst>
              <a:ext uri="{FF2B5EF4-FFF2-40B4-BE49-F238E27FC236}">
                <a16:creationId xmlns:a16="http://schemas.microsoft.com/office/drawing/2014/main" id="{4455B529-17C0-74D2-8759-99902C018559}"/>
              </a:ext>
            </a:extLst>
          </p:cNvPr>
          <p:cNvCxnSpPr>
            <a:cxnSpLocks/>
            <a:stCxn id="134" idx="0"/>
            <a:endCxn id="2" idx="0"/>
          </p:cNvCxnSpPr>
          <p:nvPr/>
        </p:nvCxnSpPr>
        <p:spPr>
          <a:xfrm rot="16200000" flipH="1">
            <a:off x="9420771" y="1495729"/>
            <a:ext cx="1479366" cy="1403824"/>
          </a:xfrm>
          <a:prstGeom prst="bentConnector3">
            <a:avLst>
              <a:gd name="adj1" fmla="val -33283"/>
            </a:avLst>
          </a:prstGeom>
          <a:noFill/>
          <a:ln w="19050">
            <a:solidFill>
              <a:schemeClr val="tx1"/>
            </a:solidFill>
            <a:prstDash val="solid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3" name="Straight Arrow Connector 12">
            <a:extLst>
              <a:ext uri="{FF2B5EF4-FFF2-40B4-BE49-F238E27FC236}">
                <a16:creationId xmlns:a16="http://schemas.microsoft.com/office/drawing/2014/main" id="{DE61A69F-5663-E754-24B4-D0DB862EEF52}"/>
              </a:ext>
            </a:extLst>
          </p:cNvPr>
          <p:cNvCxnSpPr>
            <a:cxnSpLocks/>
            <a:stCxn id="15" idx="3"/>
            <a:endCxn id="117" idx="2"/>
          </p:cNvCxnSpPr>
          <p:nvPr/>
        </p:nvCxnSpPr>
        <p:spPr>
          <a:xfrm flipV="1">
            <a:off x="2576715" y="2479669"/>
            <a:ext cx="1564253" cy="606403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0" name="Content Placeholder 2">
            <a:extLst>
              <a:ext uri="{FF2B5EF4-FFF2-40B4-BE49-F238E27FC236}">
                <a16:creationId xmlns:a16="http://schemas.microsoft.com/office/drawing/2014/main" id="{3DE62425-5AC2-D175-845F-B455D310DBD2}"/>
              </a:ext>
            </a:extLst>
          </p:cNvPr>
          <p:cNvSpPr txBox="1">
            <a:spLocks/>
          </p:cNvSpPr>
          <p:nvPr/>
        </p:nvSpPr>
        <p:spPr>
          <a:xfrm>
            <a:off x="3105337" y="435256"/>
            <a:ext cx="291153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 B2C service</a:t>
            </a:r>
          </a:p>
        </p:txBody>
      </p: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079D4BE8-97CC-D5FB-DED4-FF501C8AD49B}"/>
              </a:ext>
            </a:extLst>
          </p:cNvPr>
          <p:cNvSpPr/>
          <p:nvPr/>
        </p:nvSpPr>
        <p:spPr>
          <a:xfrm>
            <a:off x="2726711" y="464103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177F16-A808-FE2D-EDD7-6D2BCDADE2DF}"/>
              </a:ext>
            </a:extLst>
          </p:cNvPr>
          <p:cNvSpPr/>
          <p:nvPr/>
        </p:nvSpPr>
        <p:spPr>
          <a:xfrm>
            <a:off x="9906947" y="2937324"/>
            <a:ext cx="1910838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BC65C2-9D7D-63CF-DA95-CF00A200BEE7}"/>
              </a:ext>
            </a:extLst>
          </p:cNvPr>
          <p:cNvSpPr/>
          <p:nvPr/>
        </p:nvSpPr>
        <p:spPr>
          <a:xfrm>
            <a:off x="665877" y="2804980"/>
            <a:ext cx="1910838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813B98C-B417-FAA3-6E43-46E86CE505E0}"/>
              </a:ext>
            </a:extLst>
          </p:cNvPr>
          <p:cNvSpPr/>
          <p:nvPr/>
        </p:nvSpPr>
        <p:spPr>
          <a:xfrm>
            <a:off x="665877" y="682326"/>
            <a:ext cx="1910838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Wallet</a:t>
            </a:r>
          </a:p>
        </p:txBody>
      </p:sp>
      <p:cxnSp>
        <p:nvCxnSpPr>
          <p:cNvPr id="27" name="Straight Arrow Connector 12">
            <a:extLst>
              <a:ext uri="{FF2B5EF4-FFF2-40B4-BE49-F238E27FC236}">
                <a16:creationId xmlns:a16="http://schemas.microsoft.com/office/drawing/2014/main" id="{4A9C8818-EEF2-B806-A111-4ECE0B85A231}"/>
              </a:ext>
            </a:extLst>
          </p:cNvPr>
          <p:cNvCxnSpPr>
            <a:cxnSpLocks/>
            <a:stCxn id="26" idx="3"/>
            <a:endCxn id="117" idx="0"/>
          </p:cNvCxnSpPr>
          <p:nvPr/>
        </p:nvCxnSpPr>
        <p:spPr>
          <a:xfrm>
            <a:off x="2576715" y="963418"/>
            <a:ext cx="1564253" cy="473983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ACFA4FA6-B99D-19F8-306A-5F1769EE0EE4}"/>
              </a:ext>
            </a:extLst>
          </p:cNvPr>
          <p:cNvGrpSpPr/>
          <p:nvPr/>
        </p:nvGrpSpPr>
        <p:grpSpPr>
          <a:xfrm>
            <a:off x="2753087" y="3217116"/>
            <a:ext cx="3290157" cy="400110"/>
            <a:chOff x="3087195" y="3984765"/>
            <a:chExt cx="3290157" cy="400110"/>
          </a:xfrm>
        </p:grpSpPr>
        <p:sp>
          <p:nvSpPr>
            <p:cNvPr id="84" name="Content Placeholder 2">
              <a:extLst>
                <a:ext uri="{FF2B5EF4-FFF2-40B4-BE49-F238E27FC236}">
                  <a16:creationId xmlns:a16="http://schemas.microsoft.com/office/drawing/2014/main" id="{BC3EF660-4E3F-15FC-8B43-AB68DEB1A378}"/>
                </a:ext>
              </a:extLst>
            </p:cNvPr>
            <p:cNvSpPr txBox="1">
              <a:spLocks/>
            </p:cNvSpPr>
            <p:nvPr/>
          </p:nvSpPr>
          <p:spPr>
            <a:xfrm>
              <a:off x="3465821" y="3984765"/>
              <a:ext cx="2911531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pay B2B service</a:t>
              </a:r>
            </a:p>
          </p:txBody>
        </p:sp>
        <p:sp>
          <p:nvSpPr>
            <p:cNvPr id="85" name="Rounded Rectangle 84">
              <a:extLst>
                <a:ext uri="{FF2B5EF4-FFF2-40B4-BE49-F238E27FC236}">
                  <a16:creationId xmlns:a16="http://schemas.microsoft.com/office/drawing/2014/main" id="{C955D8B4-5B7E-CBDC-84EE-B7CDF741EA65}"/>
                </a:ext>
              </a:extLst>
            </p:cNvPr>
            <p:cNvSpPr/>
            <p:nvPr/>
          </p:nvSpPr>
          <p:spPr>
            <a:xfrm>
              <a:off x="3087195" y="4013612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69A83FB2-2BD2-9347-5898-C434D2F612C8}"/>
              </a:ext>
            </a:extLst>
          </p:cNvPr>
          <p:cNvGrpSpPr/>
          <p:nvPr/>
        </p:nvGrpSpPr>
        <p:grpSpPr>
          <a:xfrm>
            <a:off x="5818055" y="438891"/>
            <a:ext cx="3290157" cy="400110"/>
            <a:chOff x="5911634" y="2271354"/>
            <a:chExt cx="3290157" cy="400110"/>
          </a:xfrm>
        </p:grpSpPr>
        <p:sp>
          <p:nvSpPr>
            <p:cNvPr id="89" name="Content Placeholder 2">
              <a:extLst>
                <a:ext uri="{FF2B5EF4-FFF2-40B4-BE49-F238E27FC236}">
                  <a16:creationId xmlns:a16="http://schemas.microsoft.com/office/drawing/2014/main" id="{C6A61252-30B2-C3F1-9A89-9FE156F14512}"/>
                </a:ext>
              </a:extLst>
            </p:cNvPr>
            <p:cNvSpPr txBox="1">
              <a:spLocks/>
            </p:cNvSpPr>
            <p:nvPr/>
          </p:nvSpPr>
          <p:spPr>
            <a:xfrm>
              <a:off x="6290260" y="2271354"/>
              <a:ext cx="2911531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traditional payment</a:t>
              </a:r>
            </a:p>
          </p:txBody>
        </p:sp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EDE88167-E0A6-84F5-FFE1-EBD48FD977A5}"/>
                </a:ext>
              </a:extLst>
            </p:cNvPr>
            <p:cNvSpPr/>
            <p:nvPr/>
          </p:nvSpPr>
          <p:spPr>
            <a:xfrm>
              <a:off x="5911634" y="2300201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BFE0225-2885-3D18-DE0F-74E7178A7DF4}"/>
              </a:ext>
            </a:extLst>
          </p:cNvPr>
          <p:cNvGrpSpPr/>
          <p:nvPr/>
        </p:nvGrpSpPr>
        <p:grpSpPr>
          <a:xfrm>
            <a:off x="9451095" y="435256"/>
            <a:ext cx="2599811" cy="400110"/>
            <a:chOff x="8051584" y="579143"/>
            <a:chExt cx="2599811" cy="400110"/>
          </a:xfrm>
        </p:grpSpPr>
        <p:sp>
          <p:nvSpPr>
            <p:cNvPr id="97" name="Content Placeholder 2">
              <a:extLst>
                <a:ext uri="{FF2B5EF4-FFF2-40B4-BE49-F238E27FC236}">
                  <a16:creationId xmlns:a16="http://schemas.microsoft.com/office/drawing/2014/main" id="{A3565473-2ACF-3246-D51B-9FC0BE932742}"/>
                </a:ext>
              </a:extLst>
            </p:cNvPr>
            <p:cNvSpPr txBox="1">
              <a:spLocks/>
            </p:cNvSpPr>
            <p:nvPr/>
          </p:nvSpPr>
          <p:spPr>
            <a:xfrm>
              <a:off x="8430210" y="579143"/>
              <a:ext cx="222118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paid notification</a:t>
              </a:r>
            </a:p>
          </p:txBody>
        </p:sp>
        <p:sp>
          <p:nvSpPr>
            <p:cNvPr id="98" name="Rounded Rectangle 97">
              <a:extLst>
                <a:ext uri="{FF2B5EF4-FFF2-40B4-BE49-F238E27FC236}">
                  <a16:creationId xmlns:a16="http://schemas.microsoft.com/office/drawing/2014/main" id="{7EEE3A35-A3E3-5B54-7017-3BC43556AD60}"/>
                </a:ext>
              </a:extLst>
            </p:cNvPr>
            <p:cNvSpPr/>
            <p:nvPr/>
          </p:nvSpPr>
          <p:spPr>
            <a:xfrm>
              <a:off x="8051584" y="607990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sp>
        <p:nvSpPr>
          <p:cNvPr id="103" name="Can 102">
            <a:extLst>
              <a:ext uri="{FF2B5EF4-FFF2-40B4-BE49-F238E27FC236}">
                <a16:creationId xmlns:a16="http://schemas.microsoft.com/office/drawing/2014/main" id="{B169E425-D8FF-8CC5-77FE-FAB5725D5774}"/>
              </a:ext>
            </a:extLst>
          </p:cNvPr>
          <p:cNvSpPr/>
          <p:nvPr/>
        </p:nvSpPr>
        <p:spPr>
          <a:xfrm>
            <a:off x="5080488" y="2123874"/>
            <a:ext cx="1026274" cy="707886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receipts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773CDFE-3635-4B84-8545-A718A06907B6}"/>
              </a:ext>
            </a:extLst>
          </p:cNvPr>
          <p:cNvSpPr txBox="1"/>
          <p:nvPr/>
        </p:nvSpPr>
        <p:spPr>
          <a:xfrm>
            <a:off x="5652898" y="1440928"/>
            <a:ext cx="36548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 </a:t>
            </a:r>
          </a:p>
        </p:txBody>
      </p:sp>
      <p:cxnSp>
        <p:nvCxnSpPr>
          <p:cNvPr id="107" name="Straight Arrow Connector 12">
            <a:extLst>
              <a:ext uri="{FF2B5EF4-FFF2-40B4-BE49-F238E27FC236}">
                <a16:creationId xmlns:a16="http://schemas.microsoft.com/office/drawing/2014/main" id="{EAE21600-0FA9-F7F2-F938-BC0BE9D66ED9}"/>
              </a:ext>
            </a:extLst>
          </p:cNvPr>
          <p:cNvCxnSpPr>
            <a:cxnSpLocks/>
            <a:stCxn id="115" idx="0"/>
            <a:endCxn id="109" idx="0"/>
          </p:cNvCxnSpPr>
          <p:nvPr/>
        </p:nvCxnSpPr>
        <p:spPr>
          <a:xfrm rot="5400000" flipH="1" flipV="1">
            <a:off x="6624974" y="648067"/>
            <a:ext cx="22088" cy="1600755"/>
          </a:xfrm>
          <a:prstGeom prst="bentConnector3">
            <a:avLst>
              <a:gd name="adj1" fmla="val 2169902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D959778B-13B9-07DB-6B22-2F018024A8F5}"/>
              </a:ext>
            </a:extLst>
          </p:cNvPr>
          <p:cNvSpPr txBox="1"/>
          <p:nvPr/>
        </p:nvSpPr>
        <p:spPr>
          <a:xfrm>
            <a:off x="7253653" y="1437400"/>
            <a:ext cx="365485" cy="1033157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94C4C6A-9734-1C4B-A6E2-CF911FCDFC4E}"/>
              </a:ext>
            </a:extLst>
          </p:cNvPr>
          <p:cNvSpPr txBox="1"/>
          <p:nvPr/>
        </p:nvSpPr>
        <p:spPr>
          <a:xfrm>
            <a:off x="5652898" y="1459488"/>
            <a:ext cx="365485" cy="1372272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0EA8965-6B1D-BE11-1FF7-4E0615E84077}"/>
              </a:ext>
            </a:extLst>
          </p:cNvPr>
          <p:cNvSpPr txBox="1"/>
          <p:nvPr/>
        </p:nvSpPr>
        <p:spPr>
          <a:xfrm>
            <a:off x="3958225" y="1437401"/>
            <a:ext cx="365485" cy="1042268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</a:t>
            </a:r>
          </a:p>
        </p:txBody>
      </p:sp>
      <p:sp>
        <p:nvSpPr>
          <p:cNvPr id="132" name="Can 131">
            <a:extLst>
              <a:ext uri="{FF2B5EF4-FFF2-40B4-BE49-F238E27FC236}">
                <a16:creationId xmlns:a16="http://schemas.microsoft.com/office/drawing/2014/main" id="{09C1442C-FE1D-A7B1-E4A0-CDAAF9561BB3}"/>
              </a:ext>
            </a:extLst>
          </p:cNvPr>
          <p:cNvSpPr/>
          <p:nvPr/>
        </p:nvSpPr>
        <p:spPr>
          <a:xfrm>
            <a:off x="8957033" y="2045780"/>
            <a:ext cx="1026274" cy="707886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receipts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C19354B9-4FA2-ACAA-7798-37C86AA97F79}"/>
              </a:ext>
            </a:extLst>
          </p:cNvPr>
          <p:cNvSpPr txBox="1"/>
          <p:nvPr/>
        </p:nvSpPr>
        <p:spPr>
          <a:xfrm>
            <a:off x="9275799" y="1457958"/>
            <a:ext cx="365485" cy="1042268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</a:t>
            </a:r>
          </a:p>
        </p:txBody>
      </p:sp>
      <p:cxnSp>
        <p:nvCxnSpPr>
          <p:cNvPr id="145" name="Straight Arrow Connector 12">
            <a:extLst>
              <a:ext uri="{FF2B5EF4-FFF2-40B4-BE49-F238E27FC236}">
                <a16:creationId xmlns:a16="http://schemas.microsoft.com/office/drawing/2014/main" id="{A9B37019-DE30-8A99-B023-D2EDDB81CC31}"/>
              </a:ext>
            </a:extLst>
          </p:cNvPr>
          <p:cNvCxnSpPr>
            <a:cxnSpLocks/>
            <a:stCxn id="109" idx="2"/>
            <a:endCxn id="115" idx="2"/>
          </p:cNvCxnSpPr>
          <p:nvPr/>
        </p:nvCxnSpPr>
        <p:spPr>
          <a:xfrm rot="5400000">
            <a:off x="6455418" y="1850781"/>
            <a:ext cx="361203" cy="1600755"/>
          </a:xfrm>
          <a:prstGeom prst="bentConnector3">
            <a:avLst>
              <a:gd name="adj1" fmla="val 173026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FD35DD19-C8BD-7597-7586-01690322CF4B}"/>
              </a:ext>
            </a:extLst>
          </p:cNvPr>
          <p:cNvGrpSpPr/>
          <p:nvPr/>
        </p:nvGrpSpPr>
        <p:grpSpPr>
          <a:xfrm>
            <a:off x="5806051" y="3217116"/>
            <a:ext cx="3290157" cy="400110"/>
            <a:chOff x="5911634" y="2271354"/>
            <a:chExt cx="3290157" cy="400110"/>
          </a:xfrm>
        </p:grpSpPr>
        <p:sp>
          <p:nvSpPr>
            <p:cNvPr id="160" name="Content Placeholder 2">
              <a:extLst>
                <a:ext uri="{FF2B5EF4-FFF2-40B4-BE49-F238E27FC236}">
                  <a16:creationId xmlns:a16="http://schemas.microsoft.com/office/drawing/2014/main" id="{B72475BA-15B0-845E-A3DF-037353F3186E}"/>
                </a:ext>
              </a:extLst>
            </p:cNvPr>
            <p:cNvSpPr txBox="1">
              <a:spLocks/>
            </p:cNvSpPr>
            <p:nvPr/>
          </p:nvSpPr>
          <p:spPr>
            <a:xfrm>
              <a:off x="6290260" y="2271354"/>
              <a:ext cx="2911531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traditional receipt</a:t>
              </a:r>
            </a:p>
          </p:txBody>
        </p:sp>
        <p:sp>
          <p:nvSpPr>
            <p:cNvPr id="161" name="Rounded Rectangle 160">
              <a:extLst>
                <a:ext uri="{FF2B5EF4-FFF2-40B4-BE49-F238E27FC236}">
                  <a16:creationId xmlns:a16="http://schemas.microsoft.com/office/drawing/2014/main" id="{872548C3-F9E5-02B1-E130-FC5D6666854E}"/>
                </a:ext>
              </a:extLst>
            </p:cNvPr>
            <p:cNvSpPr/>
            <p:nvPr/>
          </p:nvSpPr>
          <p:spPr>
            <a:xfrm>
              <a:off x="5911634" y="2300201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0FCEBC4-8FCA-CA34-530E-A1063241507E}"/>
              </a:ext>
            </a:extLst>
          </p:cNvPr>
          <p:cNvSpPr txBox="1"/>
          <p:nvPr/>
        </p:nvSpPr>
        <p:spPr>
          <a:xfrm>
            <a:off x="147264" y="6233934"/>
            <a:ext cx="4012317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COLLECTOR: Daily usage</a:t>
            </a:r>
          </a:p>
        </p:txBody>
      </p:sp>
    </p:spTree>
    <p:extLst>
      <p:ext uri="{BB962C8B-B14F-4D97-AF65-F5344CB8AC3E}">
        <p14:creationId xmlns:p14="http://schemas.microsoft.com/office/powerpoint/2010/main" val="178725138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BD01F-3289-BB7D-DEC4-E060BC132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13">
            <a:extLst>
              <a:ext uri="{FF2B5EF4-FFF2-40B4-BE49-F238E27FC236}">
                <a16:creationId xmlns:a16="http://schemas.microsoft.com/office/drawing/2014/main" id="{8A5A0A3A-65F2-DF95-B7DB-5E9C5E370816}"/>
              </a:ext>
            </a:extLst>
          </p:cNvPr>
          <p:cNvSpPr/>
          <p:nvPr/>
        </p:nvSpPr>
        <p:spPr>
          <a:xfrm>
            <a:off x="343504" y="345187"/>
            <a:ext cx="5300339" cy="5385786"/>
          </a:xfrm>
          <a:prstGeom prst="rect">
            <a:avLst/>
          </a:prstGeom>
          <a:solidFill>
            <a:schemeClr val="accent4">
              <a:alpha val="151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t"/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user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C4B2EBA0-D5A3-8496-2678-C4422AC7B9D9}"/>
              </a:ext>
            </a:extLst>
          </p:cNvPr>
          <p:cNvSpPr/>
          <p:nvPr/>
        </p:nvSpPr>
        <p:spPr>
          <a:xfrm>
            <a:off x="6188037" y="345188"/>
            <a:ext cx="5660460" cy="5385786"/>
          </a:xfrm>
          <a:prstGeom prst="rect">
            <a:avLst/>
          </a:prstGeom>
          <a:solidFill>
            <a:schemeClr val="accent6">
              <a:alpha val="151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108000" rtlCol="0" anchor="t"/>
          <a:lstStyle/>
          <a:p>
            <a:pPr algn="r"/>
            <a:r>
              <a:rPr lang="en-US" i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glow>
                    <a:schemeClr val="bg1"/>
                  </a:glow>
                </a:effectLst>
              </a:rPr>
              <a:t>seller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BFE7EC1-4057-54C8-6F9B-31F351258B46}"/>
              </a:ext>
            </a:extLst>
          </p:cNvPr>
          <p:cNvSpPr txBox="1"/>
          <p:nvPr/>
        </p:nvSpPr>
        <p:spPr>
          <a:xfrm>
            <a:off x="6675730" y="2265720"/>
            <a:ext cx="304571" cy="1047912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3738168-3A63-C58C-BC8E-A9C0081AA008}"/>
              </a:ext>
            </a:extLst>
          </p:cNvPr>
          <p:cNvGrpSpPr/>
          <p:nvPr/>
        </p:nvGrpSpPr>
        <p:grpSpPr>
          <a:xfrm>
            <a:off x="9752947" y="904531"/>
            <a:ext cx="1668808" cy="1014729"/>
            <a:chOff x="7507403" y="1006813"/>
            <a:chExt cx="959089" cy="101472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AE9FC45-E4F3-47EA-1BD3-12EF2E11E104}"/>
                </a:ext>
              </a:extLst>
            </p:cNvPr>
            <p:cNvSpPr/>
            <p:nvPr/>
          </p:nvSpPr>
          <p:spPr>
            <a:xfrm>
              <a:off x="7507403" y="1006813"/>
              <a:ext cx="959089" cy="1014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8C5D41-5707-1A7A-53C5-1693D6300F7A}"/>
                </a:ext>
              </a:extLst>
            </p:cNvPr>
            <p:cNvSpPr/>
            <p:nvPr/>
          </p:nvSpPr>
          <p:spPr>
            <a:xfrm>
              <a:off x="7553548" y="1378148"/>
              <a:ext cx="86679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Seller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3544D2B-8AE1-9EE5-8A40-09BECE09ADE1}"/>
              </a:ext>
            </a:extLst>
          </p:cNvPr>
          <p:cNvGrpSpPr/>
          <p:nvPr/>
        </p:nvGrpSpPr>
        <p:grpSpPr>
          <a:xfrm>
            <a:off x="9507351" y="3645628"/>
            <a:ext cx="2177418" cy="1014729"/>
            <a:chOff x="6918158" y="3372365"/>
            <a:chExt cx="2177418" cy="101472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B60F644-1B56-DC91-FD86-6326DE13C31A}"/>
                </a:ext>
              </a:extLst>
            </p:cNvPr>
            <p:cNvSpPr/>
            <p:nvPr/>
          </p:nvSpPr>
          <p:spPr>
            <a:xfrm>
              <a:off x="6918158" y="3372365"/>
              <a:ext cx="2177418" cy="1014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" tIns="36000" rIns="72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seller bound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F008019-DD93-559B-A615-E2B02230221E}"/>
                </a:ext>
              </a:extLst>
            </p:cNvPr>
            <p:cNvSpPr/>
            <p:nvPr/>
          </p:nvSpPr>
          <p:spPr>
            <a:xfrm>
              <a:off x="7000692" y="3735665"/>
              <a:ext cx="200989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🏦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Collector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9F882EF-55EC-F621-37EC-109F466AFB92}"/>
              </a:ext>
            </a:extLst>
          </p:cNvPr>
          <p:cNvGrpSpPr/>
          <p:nvPr/>
        </p:nvGrpSpPr>
        <p:grpSpPr>
          <a:xfrm>
            <a:off x="6471497" y="2265720"/>
            <a:ext cx="1937537" cy="1038741"/>
            <a:chOff x="3355998" y="1319213"/>
            <a:chExt cx="2344420" cy="1038741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0BFDA54-2664-1695-CDC4-CF629A88A444}"/>
                </a:ext>
              </a:extLst>
            </p:cNvPr>
            <p:cNvSpPr/>
            <p:nvPr/>
          </p:nvSpPr>
          <p:spPr>
            <a:xfrm>
              <a:off x="3355998" y="1319213"/>
              <a:ext cx="2344420" cy="1038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" tIns="36000" rIns="72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seller bound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0C93E73-1B76-47FF-9F9F-888D4B68006F}"/>
                </a:ext>
              </a:extLst>
            </p:cNvPr>
            <p:cNvSpPr/>
            <p:nvPr/>
          </p:nvSpPr>
          <p:spPr>
            <a:xfrm>
              <a:off x="3460415" y="1706525"/>
              <a:ext cx="213243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🤝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Biller</a:t>
              </a:r>
            </a:p>
          </p:txBody>
        </p:sp>
      </p:grpSp>
      <p:cxnSp>
        <p:nvCxnSpPr>
          <p:cNvPr id="59" name="Straight Arrow Connector 12">
            <a:extLst>
              <a:ext uri="{FF2B5EF4-FFF2-40B4-BE49-F238E27FC236}">
                <a16:creationId xmlns:a16="http://schemas.microsoft.com/office/drawing/2014/main" id="{EB048F09-FB5F-3180-C921-46418F412397}"/>
              </a:ext>
            </a:extLst>
          </p:cNvPr>
          <p:cNvCxnSpPr>
            <a:cxnSpLocks/>
            <a:stCxn id="62" idx="2"/>
            <a:endCxn id="31" idx="3"/>
          </p:cNvCxnSpPr>
          <p:nvPr/>
        </p:nvCxnSpPr>
        <p:spPr>
          <a:xfrm rot="5400000">
            <a:off x="5426716" y="2739686"/>
            <a:ext cx="827355" cy="1975246"/>
          </a:xfrm>
          <a:prstGeom prst="bentConnector2">
            <a:avLst/>
          </a:prstGeom>
          <a:ln>
            <a:solidFill>
              <a:srgbClr val="31C8FF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CE8E4D67-E924-853F-13FB-E484896344FE}"/>
              </a:ext>
            </a:extLst>
          </p:cNvPr>
          <p:cNvSpPr txBox="1"/>
          <p:nvPr/>
        </p:nvSpPr>
        <p:spPr>
          <a:xfrm>
            <a:off x="7938535" y="2271717"/>
            <a:ext cx="304571" cy="1047912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 </a:t>
            </a:r>
          </a:p>
        </p:txBody>
      </p:sp>
      <p:cxnSp>
        <p:nvCxnSpPr>
          <p:cNvPr id="73" name="Straight Arrow Connector 12">
            <a:extLst>
              <a:ext uri="{FF2B5EF4-FFF2-40B4-BE49-F238E27FC236}">
                <a16:creationId xmlns:a16="http://schemas.microsoft.com/office/drawing/2014/main" id="{A0F675F4-C594-AF1A-1C5C-7BF45FDD833C}"/>
              </a:ext>
            </a:extLst>
          </p:cNvPr>
          <p:cNvCxnSpPr>
            <a:cxnSpLocks/>
            <a:stCxn id="62" idx="0"/>
            <a:endCxn id="16" idx="3"/>
          </p:cNvCxnSpPr>
          <p:nvPr/>
        </p:nvCxnSpPr>
        <p:spPr>
          <a:xfrm rot="16200000" flipV="1">
            <a:off x="5468628" y="906332"/>
            <a:ext cx="859196" cy="1859580"/>
          </a:xfrm>
          <a:prstGeom prst="bentConnector2">
            <a:avLst/>
          </a:prstGeom>
          <a:noFill/>
          <a:ln w="19050">
            <a:solidFill>
              <a:schemeClr val="accent4"/>
            </a:solidFill>
            <a:prstDash val="solid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Straight Arrow Connector 12">
            <a:extLst>
              <a:ext uri="{FF2B5EF4-FFF2-40B4-BE49-F238E27FC236}">
                <a16:creationId xmlns:a16="http://schemas.microsoft.com/office/drawing/2014/main" id="{C12B8D83-A17D-9AD2-B4D5-24DD3782229E}"/>
              </a:ext>
            </a:extLst>
          </p:cNvPr>
          <p:cNvCxnSpPr>
            <a:cxnSpLocks/>
            <a:stCxn id="9" idx="1"/>
            <a:endCxn id="64" idx="0"/>
          </p:cNvCxnSpPr>
          <p:nvPr/>
        </p:nvCxnSpPr>
        <p:spPr>
          <a:xfrm rot="10800000" flipV="1">
            <a:off x="8090821" y="1411895"/>
            <a:ext cx="1662126" cy="859821"/>
          </a:xfrm>
          <a:prstGeom prst="bentConnector2">
            <a:avLst/>
          </a:prstGeom>
          <a:noFill/>
          <a:ln w="19050">
            <a:solidFill>
              <a:schemeClr val="accent4"/>
            </a:solidFill>
            <a:prstDash val="solid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4B8B0B85-4277-2CCC-46AB-48EDF2222CBD}"/>
              </a:ext>
            </a:extLst>
          </p:cNvPr>
          <p:cNvSpPr txBox="1"/>
          <p:nvPr/>
        </p:nvSpPr>
        <p:spPr>
          <a:xfrm>
            <a:off x="4780083" y="1442434"/>
            <a:ext cx="426505" cy="49049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 </a:t>
            </a:r>
          </a:p>
        </p:txBody>
      </p:sp>
      <p:cxnSp>
        <p:nvCxnSpPr>
          <p:cNvPr id="113" name="Straight Arrow Connector 12">
            <a:extLst>
              <a:ext uri="{FF2B5EF4-FFF2-40B4-BE49-F238E27FC236}">
                <a16:creationId xmlns:a16="http://schemas.microsoft.com/office/drawing/2014/main" id="{92F0F8FF-0CCC-273E-34AB-C0CAC362150E}"/>
              </a:ext>
            </a:extLst>
          </p:cNvPr>
          <p:cNvCxnSpPr>
            <a:cxnSpLocks/>
            <a:stCxn id="31" idx="2"/>
            <a:endCxn id="34" idx="2"/>
          </p:cNvCxnSpPr>
          <p:nvPr/>
        </p:nvCxnSpPr>
        <p:spPr>
          <a:xfrm rot="16200000" flipH="1">
            <a:off x="7284066" y="1348363"/>
            <a:ext cx="12700" cy="6623988"/>
          </a:xfrm>
          <a:prstGeom prst="bentConnector3">
            <a:avLst>
              <a:gd name="adj1" fmla="val 6257142"/>
            </a:avLst>
          </a:prstGeom>
          <a:ln>
            <a:solidFill>
              <a:srgbClr val="31C8FF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8" name="Content Placeholder 2">
            <a:extLst>
              <a:ext uri="{FF2B5EF4-FFF2-40B4-BE49-F238E27FC236}">
                <a16:creationId xmlns:a16="http://schemas.microsoft.com/office/drawing/2014/main" id="{E4E6E874-9E62-86CC-2D9F-19FF7B852901}"/>
              </a:ext>
            </a:extLst>
          </p:cNvPr>
          <p:cNvSpPr txBox="1">
            <a:spLocks/>
          </p:cNvSpPr>
          <p:nvPr/>
        </p:nvSpPr>
        <p:spPr>
          <a:xfrm>
            <a:off x="6802752" y="3870901"/>
            <a:ext cx="1120224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charge</a:t>
            </a:r>
          </a:p>
        </p:txBody>
      </p:sp>
      <p:sp>
        <p:nvSpPr>
          <p:cNvPr id="130" name="Content Placeholder 2">
            <a:extLst>
              <a:ext uri="{FF2B5EF4-FFF2-40B4-BE49-F238E27FC236}">
                <a16:creationId xmlns:a16="http://schemas.microsoft.com/office/drawing/2014/main" id="{B3021D58-DF1C-C54B-DB91-F6A823E21650}"/>
              </a:ext>
            </a:extLst>
          </p:cNvPr>
          <p:cNvSpPr txBox="1">
            <a:spLocks/>
          </p:cNvSpPr>
          <p:nvPr/>
        </p:nvSpPr>
        <p:spPr>
          <a:xfrm>
            <a:off x="4434253" y="4923413"/>
            <a:ext cx="1753784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payment</a:t>
            </a:r>
          </a:p>
        </p:txBody>
      </p:sp>
      <p:sp>
        <p:nvSpPr>
          <p:cNvPr id="139" name="Content Placeholder 2">
            <a:extLst>
              <a:ext uri="{FF2B5EF4-FFF2-40B4-BE49-F238E27FC236}">
                <a16:creationId xmlns:a16="http://schemas.microsoft.com/office/drawing/2014/main" id="{9AD1A995-D81D-F640-9683-805C0963BDD3}"/>
              </a:ext>
            </a:extLst>
          </p:cNvPr>
          <p:cNvSpPr txBox="1">
            <a:spLocks/>
          </p:cNvSpPr>
          <p:nvPr/>
        </p:nvSpPr>
        <p:spPr>
          <a:xfrm>
            <a:off x="5462505" y="1504350"/>
            <a:ext cx="72553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sign 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14E4D85-B11E-807E-A266-C36F164654D6}"/>
              </a:ext>
            </a:extLst>
          </p:cNvPr>
          <p:cNvSpPr txBox="1">
            <a:spLocks/>
          </p:cNvSpPr>
          <p:nvPr/>
        </p:nvSpPr>
        <p:spPr>
          <a:xfrm>
            <a:off x="8603247" y="1495578"/>
            <a:ext cx="1737739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terms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4426E5-F34A-BCA8-3C01-968B29BF8A04}"/>
              </a:ext>
            </a:extLst>
          </p:cNvPr>
          <p:cNvGrpSpPr/>
          <p:nvPr/>
        </p:nvGrpSpPr>
        <p:grpSpPr>
          <a:xfrm>
            <a:off x="2979745" y="748116"/>
            <a:ext cx="1988691" cy="1316816"/>
            <a:chOff x="7388710" y="3835400"/>
            <a:chExt cx="1988691" cy="131681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30C2566-375A-B8DE-EBB2-9366FA70688E}"/>
                </a:ext>
              </a:extLst>
            </p:cNvPr>
            <p:cNvGrpSpPr/>
            <p:nvPr/>
          </p:nvGrpSpPr>
          <p:grpSpPr>
            <a:xfrm>
              <a:off x="7388710" y="3835400"/>
              <a:ext cx="1988691" cy="1316816"/>
              <a:chOff x="6139542" y="693286"/>
              <a:chExt cx="1988691" cy="1316816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A17789D-D2FE-C252-4D13-017B04F9A47E}"/>
                  </a:ext>
                </a:extLst>
              </p:cNvPr>
              <p:cNvSpPr/>
              <p:nvPr/>
            </p:nvSpPr>
            <p:spPr>
              <a:xfrm>
                <a:off x="6139542" y="693286"/>
                <a:ext cx="1988691" cy="13168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B987D23-7D4B-59B8-E8ED-573F510F9D9E}"/>
                  </a:ext>
                </a:extLst>
              </p:cNvPr>
              <p:cNvSpPr/>
              <p:nvPr/>
            </p:nvSpPr>
            <p:spPr>
              <a:xfrm>
                <a:off x="6236556" y="135184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53291E7-438E-1CE2-3184-93E4E3FFF950}"/>
                </a:ext>
              </a:extLst>
            </p:cNvPr>
            <p:cNvSpPr/>
            <p:nvPr/>
          </p:nvSpPr>
          <p:spPr>
            <a:xfrm>
              <a:off x="8122107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B4745CD-8E71-1375-2873-E2E627A6B715}"/>
                </a:ext>
              </a:extLst>
            </p:cNvPr>
            <p:cNvSpPr/>
            <p:nvPr/>
          </p:nvSpPr>
          <p:spPr>
            <a:xfrm>
              <a:off x="8754380" y="3928533"/>
              <a:ext cx="530040" cy="47154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1D4D771-7B13-A7F9-E8F9-05AA52E7ABCA}"/>
                </a:ext>
              </a:extLst>
            </p:cNvPr>
            <p:cNvSpPr/>
            <p:nvPr/>
          </p:nvSpPr>
          <p:spPr>
            <a:xfrm>
              <a:off x="7482152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cxnSp>
        <p:nvCxnSpPr>
          <p:cNvPr id="56" name="Straight Arrow Connector 12">
            <a:extLst>
              <a:ext uri="{FF2B5EF4-FFF2-40B4-BE49-F238E27FC236}">
                <a16:creationId xmlns:a16="http://schemas.microsoft.com/office/drawing/2014/main" id="{D5B20BF4-5A23-E178-1B0B-CA0B96F4890F}"/>
              </a:ext>
            </a:extLst>
          </p:cNvPr>
          <p:cNvCxnSpPr>
            <a:cxnSpLocks/>
            <a:stCxn id="16" idx="0"/>
            <a:endCxn id="9" idx="0"/>
          </p:cNvCxnSpPr>
          <p:nvPr/>
        </p:nvCxnSpPr>
        <p:spPr>
          <a:xfrm rot="16200000" flipH="1">
            <a:off x="7202513" y="-2480307"/>
            <a:ext cx="156415" cy="6613260"/>
          </a:xfrm>
          <a:prstGeom prst="bentConnector3">
            <a:avLst>
              <a:gd name="adj1" fmla="val -146150"/>
            </a:avLst>
          </a:prstGeom>
          <a:noFill/>
          <a:ln w="19050">
            <a:solidFill>
              <a:schemeClr val="accent4"/>
            </a:solidFill>
            <a:prstDash val="solid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33AD7686-B58B-8F92-EB8F-34C91A1C7566}"/>
              </a:ext>
            </a:extLst>
          </p:cNvPr>
          <p:cNvSpPr txBox="1">
            <a:spLocks/>
          </p:cNvSpPr>
          <p:nvPr/>
        </p:nvSpPr>
        <p:spPr>
          <a:xfrm>
            <a:off x="5486503" y="623983"/>
            <a:ext cx="3056144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register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BB4F450-51FF-BF95-E0EE-29A978B27935}"/>
              </a:ext>
            </a:extLst>
          </p:cNvPr>
          <p:cNvGrpSpPr/>
          <p:nvPr/>
        </p:nvGrpSpPr>
        <p:grpSpPr>
          <a:xfrm>
            <a:off x="607361" y="2261619"/>
            <a:ext cx="1988691" cy="1041649"/>
            <a:chOff x="6139542" y="968452"/>
            <a:chExt cx="1988691" cy="1041649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84B9758-808F-C0F6-0410-965C21C315F1}"/>
                </a:ext>
              </a:extLst>
            </p:cNvPr>
            <p:cNvSpPr/>
            <p:nvPr/>
          </p:nvSpPr>
          <p:spPr>
            <a:xfrm>
              <a:off x="6139542" y="968452"/>
              <a:ext cx="1988691" cy="104164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9473A74-C66C-B565-49FD-C087153875BF}"/>
                </a:ext>
              </a:extLst>
            </p:cNvPr>
            <p:cNvSpPr/>
            <p:nvPr/>
          </p:nvSpPr>
          <p:spPr>
            <a:xfrm>
              <a:off x="6236556" y="1351846"/>
              <a:ext cx="17910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Identity</a:t>
              </a:r>
            </a:p>
          </p:txBody>
        </p:sp>
      </p:grpSp>
      <p:cxnSp>
        <p:nvCxnSpPr>
          <p:cNvPr id="25" name="Straight Arrow Connector 12">
            <a:extLst>
              <a:ext uri="{FF2B5EF4-FFF2-40B4-BE49-F238E27FC236}">
                <a16:creationId xmlns:a16="http://schemas.microsoft.com/office/drawing/2014/main" id="{523CEB57-C8E9-0AB7-1BA1-2826061B13C2}"/>
              </a:ext>
            </a:extLst>
          </p:cNvPr>
          <p:cNvCxnSpPr>
            <a:cxnSpLocks/>
            <a:stCxn id="16" idx="1"/>
            <a:endCxn id="23" idx="0"/>
          </p:cNvCxnSpPr>
          <p:nvPr/>
        </p:nvCxnSpPr>
        <p:spPr>
          <a:xfrm rot="10800000" flipV="1">
            <a:off x="1601707" y="1406523"/>
            <a:ext cx="1378038" cy="855095"/>
          </a:xfrm>
          <a:prstGeom prst="bentConnector2">
            <a:avLst/>
          </a:prstGeom>
          <a:noFill/>
          <a:ln w="19050">
            <a:solidFill>
              <a:schemeClr val="accent4"/>
            </a:solidFill>
            <a:prstDash val="solid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436F4B59-793E-3D4F-9914-D19CFB1FAA49}"/>
              </a:ext>
            </a:extLst>
          </p:cNvPr>
          <p:cNvSpPr txBox="1">
            <a:spLocks/>
          </p:cNvSpPr>
          <p:nvPr/>
        </p:nvSpPr>
        <p:spPr>
          <a:xfrm>
            <a:off x="1189420" y="946057"/>
            <a:ext cx="1810775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authenticate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59CBB5AB-B615-B914-E86A-A9FE7D56301C}"/>
              </a:ext>
            </a:extLst>
          </p:cNvPr>
          <p:cNvSpPr/>
          <p:nvPr/>
        </p:nvSpPr>
        <p:spPr>
          <a:xfrm>
            <a:off x="5105442" y="648790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9D21BEFC-761E-8A45-D7CB-B6BF1E6A2749}"/>
              </a:ext>
            </a:extLst>
          </p:cNvPr>
          <p:cNvSpPr/>
          <p:nvPr/>
        </p:nvSpPr>
        <p:spPr>
          <a:xfrm>
            <a:off x="8231321" y="1524405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3CB9D4F7-6EF4-B91F-130F-8ED14296FF52}"/>
              </a:ext>
            </a:extLst>
          </p:cNvPr>
          <p:cNvSpPr/>
          <p:nvPr/>
        </p:nvSpPr>
        <p:spPr>
          <a:xfrm>
            <a:off x="926952" y="986167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FE85D14A-C03A-CE74-82E0-9923E0AD5E41}"/>
              </a:ext>
            </a:extLst>
          </p:cNvPr>
          <p:cNvSpPr/>
          <p:nvPr/>
        </p:nvSpPr>
        <p:spPr>
          <a:xfrm>
            <a:off x="5090577" y="1524405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63" name="Straight Arrow Connector 12">
            <a:extLst>
              <a:ext uri="{FF2B5EF4-FFF2-40B4-BE49-F238E27FC236}">
                <a16:creationId xmlns:a16="http://schemas.microsoft.com/office/drawing/2014/main" id="{DFEEB09F-AF85-9F0D-FD04-E7CF5AC37E28}"/>
              </a:ext>
            </a:extLst>
          </p:cNvPr>
          <p:cNvCxnSpPr>
            <a:cxnSpLocks/>
            <a:stCxn id="23" idx="3"/>
            <a:endCxn id="48" idx="1"/>
          </p:cNvCxnSpPr>
          <p:nvPr/>
        </p:nvCxnSpPr>
        <p:spPr>
          <a:xfrm>
            <a:off x="2596052" y="2782444"/>
            <a:ext cx="3875445" cy="2647"/>
          </a:xfrm>
          <a:prstGeom prst="straightConnector1">
            <a:avLst/>
          </a:prstGeom>
          <a:noFill/>
          <a:ln w="19050">
            <a:solidFill>
              <a:schemeClr val="accent4"/>
            </a:solidFill>
            <a:prstDash val="solid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F3D1C0FE-D1E8-BD16-50D5-91973B3750B5}"/>
              </a:ext>
            </a:extLst>
          </p:cNvPr>
          <p:cNvSpPr txBox="1">
            <a:spLocks/>
          </p:cNvSpPr>
          <p:nvPr/>
        </p:nvSpPr>
        <p:spPr>
          <a:xfrm>
            <a:off x="3106932" y="2909123"/>
            <a:ext cx="161444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signed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57C9A32C-4D9E-5C5A-9442-F725011112DD}"/>
              </a:ext>
            </a:extLst>
          </p:cNvPr>
          <p:cNvSpPr/>
          <p:nvPr/>
        </p:nvSpPr>
        <p:spPr>
          <a:xfrm>
            <a:off x="2726469" y="2933335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78" name="Straight Arrow Connector 12">
            <a:extLst>
              <a:ext uri="{FF2B5EF4-FFF2-40B4-BE49-F238E27FC236}">
                <a16:creationId xmlns:a16="http://schemas.microsoft.com/office/drawing/2014/main" id="{01719B70-D997-5A1F-06D0-845E4BC8D521}"/>
              </a:ext>
            </a:extLst>
          </p:cNvPr>
          <p:cNvCxnSpPr>
            <a:cxnSpLocks/>
            <a:stCxn id="64" idx="2"/>
            <a:endCxn id="34" idx="1"/>
          </p:cNvCxnSpPr>
          <p:nvPr/>
        </p:nvCxnSpPr>
        <p:spPr>
          <a:xfrm rot="16200000" flipH="1">
            <a:off x="8382404" y="3028046"/>
            <a:ext cx="833364" cy="1416530"/>
          </a:xfrm>
          <a:prstGeom prst="bentConnector2">
            <a:avLst/>
          </a:prstGeom>
          <a:ln>
            <a:solidFill>
              <a:srgbClr val="31C8FF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0" name="Straight Arrow Connector 12">
            <a:extLst>
              <a:ext uri="{FF2B5EF4-FFF2-40B4-BE49-F238E27FC236}">
                <a16:creationId xmlns:a16="http://schemas.microsoft.com/office/drawing/2014/main" id="{B5F70EB8-DAE0-AC7F-13E0-6047719CE66A}"/>
              </a:ext>
            </a:extLst>
          </p:cNvPr>
          <p:cNvCxnSpPr>
            <a:cxnSpLocks/>
            <a:stCxn id="34" idx="0"/>
            <a:endCxn id="9" idx="2"/>
          </p:cNvCxnSpPr>
          <p:nvPr/>
        </p:nvCxnSpPr>
        <p:spPr>
          <a:xfrm flipH="1" flipV="1">
            <a:off x="10587351" y="1919260"/>
            <a:ext cx="8709" cy="1726368"/>
          </a:xfrm>
          <a:prstGeom prst="straightConnector1">
            <a:avLst/>
          </a:prstGeom>
          <a:ln>
            <a:solidFill>
              <a:srgbClr val="31C8FF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6558963B-0966-6DCC-4CEA-915118AA4869}"/>
              </a:ext>
            </a:extLst>
          </p:cNvPr>
          <p:cNvSpPr/>
          <p:nvPr/>
        </p:nvSpPr>
        <p:spPr>
          <a:xfrm>
            <a:off x="7296077" y="3500571"/>
            <a:ext cx="360000" cy="360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CDBB410E-A1E1-CB7F-BDB4-03C9C74F1463}"/>
              </a:ext>
            </a:extLst>
          </p:cNvPr>
          <p:cNvSpPr/>
          <p:nvPr/>
        </p:nvSpPr>
        <p:spPr>
          <a:xfrm>
            <a:off x="4086960" y="4960377"/>
            <a:ext cx="360000" cy="360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98" name="Straight Arrow Connector 12">
            <a:extLst>
              <a:ext uri="{FF2B5EF4-FFF2-40B4-BE49-F238E27FC236}">
                <a16:creationId xmlns:a16="http://schemas.microsoft.com/office/drawing/2014/main" id="{DA8AB1BD-079D-163D-335F-835B9CDCBFD1}"/>
              </a:ext>
            </a:extLst>
          </p:cNvPr>
          <p:cNvCxnSpPr>
            <a:cxnSpLocks/>
            <a:stCxn id="5" idx="2"/>
            <a:endCxn id="48" idx="3"/>
          </p:cNvCxnSpPr>
          <p:nvPr/>
        </p:nvCxnSpPr>
        <p:spPr>
          <a:xfrm rot="5400000">
            <a:off x="8846454" y="1475490"/>
            <a:ext cx="872182" cy="1747021"/>
          </a:xfrm>
          <a:prstGeom prst="bentConnector2">
            <a:avLst/>
          </a:prstGeom>
          <a:ln>
            <a:solidFill>
              <a:srgbClr val="31C8FF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7CDF91A0-F09B-EDA7-CD70-4A6BDDAF0698}"/>
              </a:ext>
            </a:extLst>
          </p:cNvPr>
          <p:cNvSpPr/>
          <p:nvPr/>
        </p:nvSpPr>
        <p:spPr>
          <a:xfrm>
            <a:off x="8548835" y="2924082"/>
            <a:ext cx="360000" cy="360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03" name="Content Placeholder 2">
            <a:extLst>
              <a:ext uri="{FF2B5EF4-FFF2-40B4-BE49-F238E27FC236}">
                <a16:creationId xmlns:a16="http://schemas.microsoft.com/office/drawing/2014/main" id="{CD7D0DD7-D744-3453-DC88-8603E2A90A50}"/>
              </a:ext>
            </a:extLst>
          </p:cNvPr>
          <p:cNvSpPr txBox="1">
            <a:spLocks/>
          </p:cNvSpPr>
          <p:nvPr/>
        </p:nvSpPr>
        <p:spPr>
          <a:xfrm>
            <a:off x="8911066" y="2914412"/>
            <a:ext cx="141653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add to bill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F4872BAC-92F4-2C14-5B0D-FA10248771A1}"/>
              </a:ext>
            </a:extLst>
          </p:cNvPr>
          <p:cNvGrpSpPr/>
          <p:nvPr/>
        </p:nvGrpSpPr>
        <p:grpSpPr>
          <a:xfrm>
            <a:off x="3091373" y="3621616"/>
            <a:ext cx="1761397" cy="1038741"/>
            <a:chOff x="3091373" y="3420280"/>
            <a:chExt cx="1761397" cy="1038741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115BBA2-8704-7561-A0D5-ABDF35C82675}"/>
                </a:ext>
              </a:extLst>
            </p:cNvPr>
            <p:cNvSpPr/>
            <p:nvPr/>
          </p:nvSpPr>
          <p:spPr>
            <a:xfrm>
              <a:off x="3091373" y="3420280"/>
              <a:ext cx="1761397" cy="1038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F87100F-490E-D090-BD5B-E5A863EF752F}"/>
                </a:ext>
              </a:extLst>
            </p:cNvPr>
            <p:cNvSpPr/>
            <p:nvPr/>
          </p:nvSpPr>
          <p:spPr>
            <a:xfrm>
              <a:off x="3169823" y="3807592"/>
              <a:ext cx="1602133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💳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Payer</a:t>
              </a:r>
            </a:p>
          </p:txBody>
        </p:sp>
      </p:grp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F1C1BD20-DD71-9AED-99B1-139E5C39DD7C}"/>
              </a:ext>
            </a:extLst>
          </p:cNvPr>
          <p:cNvSpPr/>
          <p:nvPr/>
        </p:nvSpPr>
        <p:spPr>
          <a:xfrm>
            <a:off x="10732893" y="2053835"/>
            <a:ext cx="360000" cy="360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16" name="Content Placeholder 2">
            <a:extLst>
              <a:ext uri="{FF2B5EF4-FFF2-40B4-BE49-F238E27FC236}">
                <a16:creationId xmlns:a16="http://schemas.microsoft.com/office/drawing/2014/main" id="{B4D321E1-73E1-5495-32FB-741CC7D556A2}"/>
              </a:ext>
            </a:extLst>
          </p:cNvPr>
          <p:cNvSpPr txBox="1">
            <a:spLocks/>
          </p:cNvSpPr>
          <p:nvPr/>
        </p:nvSpPr>
        <p:spPr>
          <a:xfrm>
            <a:off x="11095124" y="2018038"/>
            <a:ext cx="87082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paid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8CD9C57-F14F-E5E6-E18D-808EECE8AF7C}"/>
              </a:ext>
            </a:extLst>
          </p:cNvPr>
          <p:cNvSpPr txBox="1"/>
          <p:nvPr/>
        </p:nvSpPr>
        <p:spPr>
          <a:xfrm>
            <a:off x="6881882" y="4204485"/>
            <a:ext cx="2154234" cy="1190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60"/>
              </a:lnSpc>
            </a:pP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direct debit</a:t>
            </a:r>
          </a:p>
          <a:p>
            <a:pPr>
              <a:lnSpc>
                <a:spcPts val="1660"/>
              </a:lnSpc>
            </a:pP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subscription</a:t>
            </a:r>
            <a:b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pay as you go</a:t>
            </a:r>
            <a:b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deposit</a:t>
            </a:r>
            <a:b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locked credit card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BB447B-38A3-67B8-5294-421C8366E3B4}"/>
              </a:ext>
            </a:extLst>
          </p:cNvPr>
          <p:cNvSpPr txBox="1"/>
          <p:nvPr/>
        </p:nvSpPr>
        <p:spPr>
          <a:xfrm>
            <a:off x="218143" y="6278524"/>
            <a:ext cx="3893695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BILLER: User agreement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99354F-AB64-2D47-45FE-2C077F0D17D0}"/>
              </a:ext>
            </a:extLst>
          </p:cNvPr>
          <p:cNvSpPr txBox="1"/>
          <p:nvPr/>
        </p:nvSpPr>
        <p:spPr>
          <a:xfrm>
            <a:off x="10034227" y="1543577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5A2464-C497-D5F7-9B4C-5A20C9CEC4A7}"/>
              </a:ext>
            </a:extLst>
          </p:cNvPr>
          <p:cNvSpPr txBox="1"/>
          <p:nvPr/>
        </p:nvSpPr>
        <p:spPr>
          <a:xfrm>
            <a:off x="3076205" y="709572"/>
            <a:ext cx="5026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42535081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AFC0F-B96D-BF9C-8763-9D7279A20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13">
            <a:extLst>
              <a:ext uri="{FF2B5EF4-FFF2-40B4-BE49-F238E27FC236}">
                <a16:creationId xmlns:a16="http://schemas.microsoft.com/office/drawing/2014/main" id="{9C21BDD0-2615-36B9-2357-0136268C36DB}"/>
              </a:ext>
            </a:extLst>
          </p:cNvPr>
          <p:cNvSpPr/>
          <p:nvPr/>
        </p:nvSpPr>
        <p:spPr>
          <a:xfrm>
            <a:off x="343504" y="210963"/>
            <a:ext cx="5300339" cy="5969428"/>
          </a:xfrm>
          <a:prstGeom prst="rect">
            <a:avLst/>
          </a:prstGeom>
          <a:solidFill>
            <a:schemeClr val="accent1">
              <a:alpha val="151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t"/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domain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627E448-244C-4CD3-3B55-F3808AB071D5}"/>
              </a:ext>
            </a:extLst>
          </p:cNvPr>
          <p:cNvSpPr/>
          <p:nvPr/>
        </p:nvSpPr>
        <p:spPr>
          <a:xfrm>
            <a:off x="6188037" y="210963"/>
            <a:ext cx="5660460" cy="5969427"/>
          </a:xfrm>
          <a:prstGeom prst="rect">
            <a:avLst/>
          </a:prstGeom>
          <a:solidFill>
            <a:schemeClr val="accent6">
              <a:alpha val="151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108000" rtlCol="0" anchor="t"/>
          <a:lstStyle/>
          <a:p>
            <a:pPr algn="r"/>
            <a:r>
              <a:rPr lang="en-US" i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glow>
                    <a:schemeClr val="bg1"/>
                  </a:glow>
                </a:effectLst>
              </a:rPr>
              <a:t>s</a:t>
            </a:r>
            <a:r>
              <a:rPr lang="en-US" sz="1800" i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glow>
                    <a:schemeClr val="bg1"/>
                  </a:glow>
                </a:effectLst>
              </a:rPr>
              <a:t>eller</a:t>
            </a:r>
            <a:r>
              <a:rPr lang="en-US" sz="1800" i="1" dirty="0">
                <a:solidFill>
                  <a:srgbClr val="5DADFD"/>
                </a:solidFill>
                <a:effectLst>
                  <a:glow>
                    <a:schemeClr val="bg1"/>
                  </a:glow>
                </a:effectLst>
              </a:rPr>
              <a:t> </a:t>
            </a:r>
            <a:endParaRPr lang="en-US" dirty="0">
              <a:solidFill>
                <a:srgbClr val="5DADFD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14E0247-7888-7200-2C98-864D8307806D}"/>
              </a:ext>
            </a:extLst>
          </p:cNvPr>
          <p:cNvSpPr txBox="1"/>
          <p:nvPr/>
        </p:nvSpPr>
        <p:spPr>
          <a:xfrm>
            <a:off x="6675730" y="2889140"/>
            <a:ext cx="304571" cy="1047912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563F4F2-3D64-990B-92D4-1F55FD0F52EF}"/>
              </a:ext>
            </a:extLst>
          </p:cNvPr>
          <p:cNvGrpSpPr/>
          <p:nvPr/>
        </p:nvGrpSpPr>
        <p:grpSpPr>
          <a:xfrm>
            <a:off x="9752947" y="1527951"/>
            <a:ext cx="1668808" cy="1014729"/>
            <a:chOff x="7507403" y="1006813"/>
            <a:chExt cx="959089" cy="101472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4ED8A49-F0D1-A653-D2A2-63A7AE681CB0}"/>
                </a:ext>
              </a:extLst>
            </p:cNvPr>
            <p:cNvSpPr/>
            <p:nvPr/>
          </p:nvSpPr>
          <p:spPr>
            <a:xfrm>
              <a:off x="7507403" y="1006813"/>
              <a:ext cx="959089" cy="1014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1B2486-A3FB-D520-9E99-6BE0262C4034}"/>
                </a:ext>
              </a:extLst>
            </p:cNvPr>
            <p:cNvSpPr/>
            <p:nvPr/>
          </p:nvSpPr>
          <p:spPr>
            <a:xfrm>
              <a:off x="7553548" y="1378148"/>
              <a:ext cx="86679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Seller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A3FFFC-F2FF-2815-4B40-0D15671FECC4}"/>
              </a:ext>
            </a:extLst>
          </p:cNvPr>
          <p:cNvGrpSpPr/>
          <p:nvPr/>
        </p:nvGrpSpPr>
        <p:grpSpPr>
          <a:xfrm>
            <a:off x="9507351" y="4269048"/>
            <a:ext cx="2177418" cy="1014729"/>
            <a:chOff x="6918158" y="3372365"/>
            <a:chExt cx="2177418" cy="101472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6E0156B-3282-667C-3BB6-31B1EFAF3F9B}"/>
                </a:ext>
              </a:extLst>
            </p:cNvPr>
            <p:cNvSpPr/>
            <p:nvPr/>
          </p:nvSpPr>
          <p:spPr>
            <a:xfrm>
              <a:off x="6918158" y="3372365"/>
              <a:ext cx="2177418" cy="1014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" tIns="36000" rIns="72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seller bound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416EDEE-3D25-3365-B912-619058560120}"/>
                </a:ext>
              </a:extLst>
            </p:cNvPr>
            <p:cNvSpPr/>
            <p:nvPr/>
          </p:nvSpPr>
          <p:spPr>
            <a:xfrm>
              <a:off x="7000692" y="3735665"/>
              <a:ext cx="200989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🏦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Collector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F40D5D-086B-8E0D-4EA2-7FB1FA3F7C99}"/>
              </a:ext>
            </a:extLst>
          </p:cNvPr>
          <p:cNvGrpSpPr/>
          <p:nvPr/>
        </p:nvGrpSpPr>
        <p:grpSpPr>
          <a:xfrm>
            <a:off x="6471497" y="2889140"/>
            <a:ext cx="1937537" cy="1038741"/>
            <a:chOff x="3355998" y="1319213"/>
            <a:chExt cx="2344420" cy="1038741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17111C2-42C9-991C-3DBA-FB3A915FF0F0}"/>
                </a:ext>
              </a:extLst>
            </p:cNvPr>
            <p:cNvSpPr/>
            <p:nvPr/>
          </p:nvSpPr>
          <p:spPr>
            <a:xfrm>
              <a:off x="3355998" y="1319213"/>
              <a:ext cx="2344420" cy="1038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" tIns="36000" rIns="72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seller bound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BD397E7-54F0-D9A7-C96D-6076B999CF9C}"/>
                </a:ext>
              </a:extLst>
            </p:cNvPr>
            <p:cNvSpPr/>
            <p:nvPr/>
          </p:nvSpPr>
          <p:spPr>
            <a:xfrm>
              <a:off x="3460415" y="1706525"/>
              <a:ext cx="213243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🤝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Biller</a:t>
              </a:r>
            </a:p>
          </p:txBody>
        </p:sp>
      </p:grpSp>
      <p:cxnSp>
        <p:nvCxnSpPr>
          <p:cNvPr id="59" name="Straight Arrow Connector 12">
            <a:extLst>
              <a:ext uri="{FF2B5EF4-FFF2-40B4-BE49-F238E27FC236}">
                <a16:creationId xmlns:a16="http://schemas.microsoft.com/office/drawing/2014/main" id="{560D17D9-4DA9-F226-5CE1-3A7B2F196042}"/>
              </a:ext>
            </a:extLst>
          </p:cNvPr>
          <p:cNvCxnSpPr>
            <a:cxnSpLocks/>
            <a:stCxn id="62" idx="2"/>
            <a:endCxn id="31" idx="3"/>
          </p:cNvCxnSpPr>
          <p:nvPr/>
        </p:nvCxnSpPr>
        <p:spPr>
          <a:xfrm rot="5400000">
            <a:off x="5426716" y="3363106"/>
            <a:ext cx="827355" cy="1975246"/>
          </a:xfrm>
          <a:prstGeom prst="bentConnector2">
            <a:avLst/>
          </a:prstGeom>
          <a:ln>
            <a:solidFill>
              <a:srgbClr val="31C8FF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3DA1A9F5-3659-A7B8-17E0-96F2255CCB4A}"/>
              </a:ext>
            </a:extLst>
          </p:cNvPr>
          <p:cNvSpPr txBox="1"/>
          <p:nvPr/>
        </p:nvSpPr>
        <p:spPr>
          <a:xfrm>
            <a:off x="7938535" y="2895137"/>
            <a:ext cx="304571" cy="1047912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 </a:t>
            </a:r>
          </a:p>
        </p:txBody>
      </p:sp>
      <p:cxnSp>
        <p:nvCxnSpPr>
          <p:cNvPr id="73" name="Straight Arrow Connector 12">
            <a:extLst>
              <a:ext uri="{FF2B5EF4-FFF2-40B4-BE49-F238E27FC236}">
                <a16:creationId xmlns:a16="http://schemas.microsoft.com/office/drawing/2014/main" id="{5D8559A5-2249-E6F2-8933-847A3C93FEC6}"/>
              </a:ext>
            </a:extLst>
          </p:cNvPr>
          <p:cNvCxnSpPr>
            <a:cxnSpLocks/>
            <a:stCxn id="62" idx="0"/>
            <a:endCxn id="16" idx="3"/>
          </p:cNvCxnSpPr>
          <p:nvPr/>
        </p:nvCxnSpPr>
        <p:spPr>
          <a:xfrm rot="16200000" flipV="1">
            <a:off x="5468628" y="1529752"/>
            <a:ext cx="859196" cy="1859580"/>
          </a:xfrm>
          <a:prstGeom prst="bentConnector2">
            <a:avLst/>
          </a:prstGeom>
          <a:noFill/>
          <a:ln w="19050">
            <a:solidFill>
              <a:schemeClr val="accent4"/>
            </a:solidFill>
            <a:prstDash val="solid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Straight Arrow Connector 12">
            <a:extLst>
              <a:ext uri="{FF2B5EF4-FFF2-40B4-BE49-F238E27FC236}">
                <a16:creationId xmlns:a16="http://schemas.microsoft.com/office/drawing/2014/main" id="{2D0CC377-1DAD-FD7F-0328-6C74C9F4E4E1}"/>
              </a:ext>
            </a:extLst>
          </p:cNvPr>
          <p:cNvCxnSpPr>
            <a:cxnSpLocks/>
            <a:stCxn id="9" idx="1"/>
            <a:endCxn id="64" idx="0"/>
          </p:cNvCxnSpPr>
          <p:nvPr/>
        </p:nvCxnSpPr>
        <p:spPr>
          <a:xfrm rot="10800000" flipV="1">
            <a:off x="8090821" y="2035315"/>
            <a:ext cx="1662126" cy="859821"/>
          </a:xfrm>
          <a:prstGeom prst="bentConnector2">
            <a:avLst/>
          </a:prstGeom>
          <a:noFill/>
          <a:ln w="19050">
            <a:solidFill>
              <a:schemeClr val="accent4"/>
            </a:solidFill>
            <a:prstDash val="solid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7A771DC3-6A7E-3465-D2A7-DA0677446A4E}"/>
              </a:ext>
            </a:extLst>
          </p:cNvPr>
          <p:cNvSpPr txBox="1"/>
          <p:nvPr/>
        </p:nvSpPr>
        <p:spPr>
          <a:xfrm>
            <a:off x="4780083" y="2065854"/>
            <a:ext cx="426505" cy="49049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 </a:t>
            </a:r>
          </a:p>
        </p:txBody>
      </p:sp>
      <p:cxnSp>
        <p:nvCxnSpPr>
          <p:cNvPr id="113" name="Straight Arrow Connector 12">
            <a:extLst>
              <a:ext uri="{FF2B5EF4-FFF2-40B4-BE49-F238E27FC236}">
                <a16:creationId xmlns:a16="http://schemas.microsoft.com/office/drawing/2014/main" id="{F3AA401C-E0A3-B948-58AF-906E1B82C04B}"/>
              </a:ext>
            </a:extLst>
          </p:cNvPr>
          <p:cNvCxnSpPr>
            <a:cxnSpLocks/>
            <a:stCxn id="31" idx="2"/>
            <a:endCxn id="34" idx="2"/>
          </p:cNvCxnSpPr>
          <p:nvPr/>
        </p:nvCxnSpPr>
        <p:spPr>
          <a:xfrm rot="16200000" flipH="1">
            <a:off x="7284066" y="1971783"/>
            <a:ext cx="12700" cy="6623988"/>
          </a:xfrm>
          <a:prstGeom prst="bentConnector3">
            <a:avLst>
              <a:gd name="adj1" fmla="val 6257142"/>
            </a:avLst>
          </a:prstGeom>
          <a:ln>
            <a:solidFill>
              <a:srgbClr val="31C8FF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8" name="Content Placeholder 2">
            <a:extLst>
              <a:ext uri="{FF2B5EF4-FFF2-40B4-BE49-F238E27FC236}">
                <a16:creationId xmlns:a16="http://schemas.microsoft.com/office/drawing/2014/main" id="{9D55EF2F-F8E3-DD27-686C-0853104697CE}"/>
              </a:ext>
            </a:extLst>
          </p:cNvPr>
          <p:cNvSpPr txBox="1">
            <a:spLocks/>
          </p:cNvSpPr>
          <p:nvPr/>
        </p:nvSpPr>
        <p:spPr>
          <a:xfrm>
            <a:off x="6802752" y="4494321"/>
            <a:ext cx="1120224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charge</a:t>
            </a:r>
          </a:p>
        </p:txBody>
      </p:sp>
      <p:sp>
        <p:nvSpPr>
          <p:cNvPr id="130" name="Content Placeholder 2">
            <a:extLst>
              <a:ext uri="{FF2B5EF4-FFF2-40B4-BE49-F238E27FC236}">
                <a16:creationId xmlns:a16="http://schemas.microsoft.com/office/drawing/2014/main" id="{FEDBDE66-4E73-37FF-0D00-760814764F74}"/>
              </a:ext>
            </a:extLst>
          </p:cNvPr>
          <p:cNvSpPr txBox="1">
            <a:spLocks/>
          </p:cNvSpPr>
          <p:nvPr/>
        </p:nvSpPr>
        <p:spPr>
          <a:xfrm>
            <a:off x="4434253" y="5546833"/>
            <a:ext cx="1753784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payment</a:t>
            </a:r>
          </a:p>
        </p:txBody>
      </p:sp>
      <p:sp>
        <p:nvSpPr>
          <p:cNvPr id="139" name="Content Placeholder 2">
            <a:extLst>
              <a:ext uri="{FF2B5EF4-FFF2-40B4-BE49-F238E27FC236}">
                <a16:creationId xmlns:a16="http://schemas.microsoft.com/office/drawing/2014/main" id="{52455E25-8A54-FC45-6E81-D1E874DB08E4}"/>
              </a:ext>
            </a:extLst>
          </p:cNvPr>
          <p:cNvSpPr txBox="1">
            <a:spLocks/>
          </p:cNvSpPr>
          <p:nvPr/>
        </p:nvSpPr>
        <p:spPr>
          <a:xfrm>
            <a:off x="5462505" y="2127770"/>
            <a:ext cx="72553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sign 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140850-53EB-BAE0-FEF1-5323CE4B763A}"/>
              </a:ext>
            </a:extLst>
          </p:cNvPr>
          <p:cNvSpPr txBox="1">
            <a:spLocks/>
          </p:cNvSpPr>
          <p:nvPr/>
        </p:nvSpPr>
        <p:spPr>
          <a:xfrm>
            <a:off x="8603247" y="2118998"/>
            <a:ext cx="1737739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terms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B31D32E-7F40-1ADF-06C4-81AEB1D3DDAA}"/>
              </a:ext>
            </a:extLst>
          </p:cNvPr>
          <p:cNvGrpSpPr/>
          <p:nvPr/>
        </p:nvGrpSpPr>
        <p:grpSpPr>
          <a:xfrm>
            <a:off x="2979745" y="1371536"/>
            <a:ext cx="1988691" cy="1316816"/>
            <a:chOff x="7388710" y="3835400"/>
            <a:chExt cx="1988691" cy="131681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4BACE93-193B-BE3D-FE36-2D8BF3A85CE7}"/>
                </a:ext>
              </a:extLst>
            </p:cNvPr>
            <p:cNvGrpSpPr/>
            <p:nvPr/>
          </p:nvGrpSpPr>
          <p:grpSpPr>
            <a:xfrm>
              <a:off x="7388710" y="3835400"/>
              <a:ext cx="1988691" cy="1316816"/>
              <a:chOff x="6139542" y="693286"/>
              <a:chExt cx="1988691" cy="1316816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B195F9A-7C0D-E706-9732-79668BEB39F8}"/>
                  </a:ext>
                </a:extLst>
              </p:cNvPr>
              <p:cNvSpPr/>
              <p:nvPr/>
            </p:nvSpPr>
            <p:spPr>
              <a:xfrm>
                <a:off x="6139542" y="693286"/>
                <a:ext cx="1988691" cy="13168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5215919-4189-542C-526D-1985E73AD427}"/>
                  </a:ext>
                </a:extLst>
              </p:cNvPr>
              <p:cNvSpPr/>
              <p:nvPr/>
            </p:nvSpPr>
            <p:spPr>
              <a:xfrm>
                <a:off x="6236556" y="135184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5ADB50E-6842-9985-8FF8-7CBD8BA2F769}"/>
                </a:ext>
              </a:extLst>
            </p:cNvPr>
            <p:cNvSpPr/>
            <p:nvPr/>
          </p:nvSpPr>
          <p:spPr>
            <a:xfrm>
              <a:off x="8122107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6C2794B-BE72-3A8B-BE52-06B1DE1F026D}"/>
                </a:ext>
              </a:extLst>
            </p:cNvPr>
            <p:cNvSpPr/>
            <p:nvPr/>
          </p:nvSpPr>
          <p:spPr>
            <a:xfrm>
              <a:off x="8754380" y="3928533"/>
              <a:ext cx="530040" cy="47154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1F6CB6-F7C4-A362-552E-D83CACD05C8E}"/>
                </a:ext>
              </a:extLst>
            </p:cNvPr>
            <p:cNvSpPr/>
            <p:nvPr/>
          </p:nvSpPr>
          <p:spPr>
            <a:xfrm>
              <a:off x="7482152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cxnSp>
        <p:nvCxnSpPr>
          <p:cNvPr id="56" name="Straight Arrow Connector 12">
            <a:extLst>
              <a:ext uri="{FF2B5EF4-FFF2-40B4-BE49-F238E27FC236}">
                <a16:creationId xmlns:a16="http://schemas.microsoft.com/office/drawing/2014/main" id="{1542406E-0F46-A055-5281-2BCDCD7B4CF7}"/>
              </a:ext>
            </a:extLst>
          </p:cNvPr>
          <p:cNvCxnSpPr>
            <a:cxnSpLocks/>
            <a:stCxn id="6" idx="1"/>
          </p:cNvCxnSpPr>
          <p:nvPr/>
        </p:nvCxnSpPr>
        <p:spPr>
          <a:xfrm rot="10800000" flipV="1">
            <a:off x="3348808" y="663948"/>
            <a:ext cx="312204" cy="691714"/>
          </a:xfrm>
          <a:prstGeom prst="bentConnector2">
            <a:avLst/>
          </a:prstGeom>
          <a:noFill/>
          <a:ln w="19050">
            <a:solidFill>
              <a:schemeClr val="bg1">
                <a:lumMod val="50000"/>
                <a:lumOff val="50000"/>
              </a:schemeClr>
            </a:solidFill>
            <a:prstDash val="solid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2DF8028-FE3A-9964-51AF-FFC906394A76}"/>
              </a:ext>
            </a:extLst>
          </p:cNvPr>
          <p:cNvGrpSpPr/>
          <p:nvPr/>
        </p:nvGrpSpPr>
        <p:grpSpPr>
          <a:xfrm>
            <a:off x="607361" y="2885039"/>
            <a:ext cx="1988691" cy="1041649"/>
            <a:chOff x="6139542" y="968452"/>
            <a:chExt cx="1988691" cy="1041649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B300024-495E-94EC-AD95-745494C86C10}"/>
                </a:ext>
              </a:extLst>
            </p:cNvPr>
            <p:cNvSpPr/>
            <p:nvPr/>
          </p:nvSpPr>
          <p:spPr>
            <a:xfrm>
              <a:off x="6139542" y="968452"/>
              <a:ext cx="1988691" cy="104164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1D66D62-D6C0-6937-CB2D-42C5166B5CEF}"/>
                </a:ext>
              </a:extLst>
            </p:cNvPr>
            <p:cNvSpPr/>
            <p:nvPr/>
          </p:nvSpPr>
          <p:spPr>
            <a:xfrm>
              <a:off x="6236556" y="1351846"/>
              <a:ext cx="17910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Identity</a:t>
              </a:r>
            </a:p>
          </p:txBody>
        </p:sp>
      </p:grpSp>
      <p:cxnSp>
        <p:nvCxnSpPr>
          <p:cNvPr id="25" name="Straight Arrow Connector 12">
            <a:extLst>
              <a:ext uri="{FF2B5EF4-FFF2-40B4-BE49-F238E27FC236}">
                <a16:creationId xmlns:a16="http://schemas.microsoft.com/office/drawing/2014/main" id="{8CE20E8A-24FC-59ED-21AA-AEE26CA83F32}"/>
              </a:ext>
            </a:extLst>
          </p:cNvPr>
          <p:cNvCxnSpPr>
            <a:cxnSpLocks/>
            <a:stCxn id="16" idx="1"/>
            <a:endCxn id="23" idx="0"/>
          </p:cNvCxnSpPr>
          <p:nvPr/>
        </p:nvCxnSpPr>
        <p:spPr>
          <a:xfrm rot="10800000" flipV="1">
            <a:off x="1601707" y="2029943"/>
            <a:ext cx="1378038" cy="855095"/>
          </a:xfrm>
          <a:prstGeom prst="bentConnector2">
            <a:avLst/>
          </a:prstGeom>
          <a:noFill/>
          <a:ln w="19050">
            <a:solidFill>
              <a:schemeClr val="accent4"/>
            </a:solidFill>
            <a:prstDash val="solid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BECF4C9C-B5B1-26A1-FF29-6C9E472C6B33}"/>
              </a:ext>
            </a:extLst>
          </p:cNvPr>
          <p:cNvSpPr txBox="1">
            <a:spLocks/>
          </p:cNvSpPr>
          <p:nvPr/>
        </p:nvSpPr>
        <p:spPr>
          <a:xfrm>
            <a:off x="1189420" y="1569477"/>
            <a:ext cx="1810775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authenticate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3F62AAE-858A-42C0-439D-C483B428B50D}"/>
              </a:ext>
            </a:extLst>
          </p:cNvPr>
          <p:cNvSpPr/>
          <p:nvPr/>
        </p:nvSpPr>
        <p:spPr>
          <a:xfrm>
            <a:off x="5105442" y="1219956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4E50A67-25E2-DAE3-0C35-E1EF5EDDA40A}"/>
              </a:ext>
            </a:extLst>
          </p:cNvPr>
          <p:cNvSpPr/>
          <p:nvPr/>
        </p:nvSpPr>
        <p:spPr>
          <a:xfrm>
            <a:off x="8231321" y="2147825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E9D8847-21BE-CC7B-79EA-484804D43C65}"/>
              </a:ext>
            </a:extLst>
          </p:cNvPr>
          <p:cNvSpPr/>
          <p:nvPr/>
        </p:nvSpPr>
        <p:spPr>
          <a:xfrm>
            <a:off x="926952" y="1609587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0AD0FE10-E21D-AA38-8171-AD54BBF4B926}"/>
              </a:ext>
            </a:extLst>
          </p:cNvPr>
          <p:cNvSpPr/>
          <p:nvPr/>
        </p:nvSpPr>
        <p:spPr>
          <a:xfrm>
            <a:off x="5090577" y="2147825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63" name="Straight Arrow Connector 12">
            <a:extLst>
              <a:ext uri="{FF2B5EF4-FFF2-40B4-BE49-F238E27FC236}">
                <a16:creationId xmlns:a16="http://schemas.microsoft.com/office/drawing/2014/main" id="{D9F580D2-C02C-6725-23A1-83CE9EAB8889}"/>
              </a:ext>
            </a:extLst>
          </p:cNvPr>
          <p:cNvCxnSpPr>
            <a:cxnSpLocks/>
            <a:stCxn id="23" idx="3"/>
            <a:endCxn id="48" idx="1"/>
          </p:cNvCxnSpPr>
          <p:nvPr/>
        </p:nvCxnSpPr>
        <p:spPr>
          <a:xfrm>
            <a:off x="2596052" y="3405864"/>
            <a:ext cx="3875445" cy="2647"/>
          </a:xfrm>
          <a:prstGeom prst="straightConnector1">
            <a:avLst/>
          </a:prstGeom>
          <a:noFill/>
          <a:ln w="19050">
            <a:solidFill>
              <a:schemeClr val="accent4"/>
            </a:solidFill>
            <a:prstDash val="solid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8CE39F91-A0C3-C9E1-AF40-42BD6682DF93}"/>
              </a:ext>
            </a:extLst>
          </p:cNvPr>
          <p:cNvSpPr txBox="1">
            <a:spLocks/>
          </p:cNvSpPr>
          <p:nvPr/>
        </p:nvSpPr>
        <p:spPr>
          <a:xfrm>
            <a:off x="3106932" y="3532543"/>
            <a:ext cx="161444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signed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3EC1BC60-2EBF-04A4-EFCD-1D4F09341708}"/>
              </a:ext>
            </a:extLst>
          </p:cNvPr>
          <p:cNvSpPr/>
          <p:nvPr/>
        </p:nvSpPr>
        <p:spPr>
          <a:xfrm>
            <a:off x="2726469" y="3556755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78" name="Straight Arrow Connector 12">
            <a:extLst>
              <a:ext uri="{FF2B5EF4-FFF2-40B4-BE49-F238E27FC236}">
                <a16:creationId xmlns:a16="http://schemas.microsoft.com/office/drawing/2014/main" id="{8BA02A58-28D6-DE87-6EED-6192B4AA7609}"/>
              </a:ext>
            </a:extLst>
          </p:cNvPr>
          <p:cNvCxnSpPr>
            <a:cxnSpLocks/>
            <a:stCxn id="64" idx="2"/>
            <a:endCxn id="34" idx="1"/>
          </p:cNvCxnSpPr>
          <p:nvPr/>
        </p:nvCxnSpPr>
        <p:spPr>
          <a:xfrm rot="16200000" flipH="1">
            <a:off x="8382404" y="3651466"/>
            <a:ext cx="833364" cy="1416530"/>
          </a:xfrm>
          <a:prstGeom prst="bentConnector2">
            <a:avLst/>
          </a:prstGeom>
          <a:ln>
            <a:solidFill>
              <a:srgbClr val="31C8FF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0" name="Straight Arrow Connector 12">
            <a:extLst>
              <a:ext uri="{FF2B5EF4-FFF2-40B4-BE49-F238E27FC236}">
                <a16:creationId xmlns:a16="http://schemas.microsoft.com/office/drawing/2014/main" id="{4CF0F8B2-0D26-6D59-E436-EF666E6629EE}"/>
              </a:ext>
            </a:extLst>
          </p:cNvPr>
          <p:cNvCxnSpPr>
            <a:cxnSpLocks/>
            <a:stCxn id="34" idx="0"/>
            <a:endCxn id="9" idx="2"/>
          </p:cNvCxnSpPr>
          <p:nvPr/>
        </p:nvCxnSpPr>
        <p:spPr>
          <a:xfrm flipH="1" flipV="1">
            <a:off x="10587351" y="2542680"/>
            <a:ext cx="8709" cy="1726368"/>
          </a:xfrm>
          <a:prstGeom prst="straightConnector1">
            <a:avLst/>
          </a:prstGeom>
          <a:ln>
            <a:solidFill>
              <a:srgbClr val="31C8FF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096F2FB1-86C8-24B8-F01B-90D513437B78}"/>
              </a:ext>
            </a:extLst>
          </p:cNvPr>
          <p:cNvSpPr/>
          <p:nvPr/>
        </p:nvSpPr>
        <p:spPr>
          <a:xfrm>
            <a:off x="7296077" y="4123991"/>
            <a:ext cx="360000" cy="360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DB7768A1-E30C-D001-1F55-6373E6CC577D}"/>
              </a:ext>
            </a:extLst>
          </p:cNvPr>
          <p:cNvSpPr/>
          <p:nvPr/>
        </p:nvSpPr>
        <p:spPr>
          <a:xfrm>
            <a:off x="4086960" y="5583797"/>
            <a:ext cx="360000" cy="360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98" name="Straight Arrow Connector 12">
            <a:extLst>
              <a:ext uri="{FF2B5EF4-FFF2-40B4-BE49-F238E27FC236}">
                <a16:creationId xmlns:a16="http://schemas.microsoft.com/office/drawing/2014/main" id="{1EE59996-58FE-7CF6-8C6B-27C616292F7E}"/>
              </a:ext>
            </a:extLst>
          </p:cNvPr>
          <p:cNvCxnSpPr>
            <a:cxnSpLocks/>
            <a:stCxn id="5" idx="2"/>
            <a:endCxn id="48" idx="3"/>
          </p:cNvCxnSpPr>
          <p:nvPr/>
        </p:nvCxnSpPr>
        <p:spPr>
          <a:xfrm rot="5400000">
            <a:off x="8846454" y="2098910"/>
            <a:ext cx="872182" cy="1747021"/>
          </a:xfrm>
          <a:prstGeom prst="bentConnector2">
            <a:avLst/>
          </a:prstGeom>
          <a:ln>
            <a:solidFill>
              <a:srgbClr val="31C8FF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9FEEEE86-6E3B-2194-BBD5-49C995106A96}"/>
              </a:ext>
            </a:extLst>
          </p:cNvPr>
          <p:cNvSpPr/>
          <p:nvPr/>
        </p:nvSpPr>
        <p:spPr>
          <a:xfrm>
            <a:off x="8548835" y="3547502"/>
            <a:ext cx="360000" cy="360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03" name="Content Placeholder 2">
            <a:extLst>
              <a:ext uri="{FF2B5EF4-FFF2-40B4-BE49-F238E27FC236}">
                <a16:creationId xmlns:a16="http://schemas.microsoft.com/office/drawing/2014/main" id="{87D9E053-A9BD-20BA-C4FB-4DB329167AFA}"/>
              </a:ext>
            </a:extLst>
          </p:cNvPr>
          <p:cNvSpPr txBox="1">
            <a:spLocks/>
          </p:cNvSpPr>
          <p:nvPr/>
        </p:nvSpPr>
        <p:spPr>
          <a:xfrm>
            <a:off x="8911066" y="3537832"/>
            <a:ext cx="141653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add to bill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EDADA3F-ADE2-4C21-EEF5-C7BF670B66C6}"/>
              </a:ext>
            </a:extLst>
          </p:cNvPr>
          <p:cNvGrpSpPr/>
          <p:nvPr/>
        </p:nvGrpSpPr>
        <p:grpSpPr>
          <a:xfrm>
            <a:off x="3091373" y="4245036"/>
            <a:ext cx="1761397" cy="1038741"/>
            <a:chOff x="3091373" y="3420280"/>
            <a:chExt cx="1761397" cy="1038741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CCDE854-7C5F-2835-56BE-054159F4359E}"/>
                </a:ext>
              </a:extLst>
            </p:cNvPr>
            <p:cNvSpPr/>
            <p:nvPr/>
          </p:nvSpPr>
          <p:spPr>
            <a:xfrm>
              <a:off x="3091373" y="3420280"/>
              <a:ext cx="1761397" cy="1038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7D4144B-1C5B-8669-00CB-C41750DFF6D2}"/>
                </a:ext>
              </a:extLst>
            </p:cNvPr>
            <p:cNvSpPr/>
            <p:nvPr/>
          </p:nvSpPr>
          <p:spPr>
            <a:xfrm>
              <a:off x="3169823" y="3807592"/>
              <a:ext cx="1602133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💳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Payer</a:t>
              </a:r>
            </a:p>
          </p:txBody>
        </p:sp>
      </p:grp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86B5D57A-F33C-71A2-B2A2-7809543C6DF0}"/>
              </a:ext>
            </a:extLst>
          </p:cNvPr>
          <p:cNvSpPr/>
          <p:nvPr/>
        </p:nvSpPr>
        <p:spPr>
          <a:xfrm>
            <a:off x="10732893" y="2677255"/>
            <a:ext cx="360000" cy="360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16" name="Content Placeholder 2">
            <a:extLst>
              <a:ext uri="{FF2B5EF4-FFF2-40B4-BE49-F238E27FC236}">
                <a16:creationId xmlns:a16="http://schemas.microsoft.com/office/drawing/2014/main" id="{CB385428-B6F1-82F0-E705-41BA1EC91EF7}"/>
              </a:ext>
            </a:extLst>
          </p:cNvPr>
          <p:cNvSpPr txBox="1">
            <a:spLocks/>
          </p:cNvSpPr>
          <p:nvPr/>
        </p:nvSpPr>
        <p:spPr>
          <a:xfrm>
            <a:off x="11095124" y="2641458"/>
            <a:ext cx="87082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paid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7C05653-AF05-2535-E4F6-72B479AD3816}"/>
              </a:ext>
            </a:extLst>
          </p:cNvPr>
          <p:cNvSpPr txBox="1"/>
          <p:nvPr/>
        </p:nvSpPr>
        <p:spPr>
          <a:xfrm>
            <a:off x="6881882" y="4827905"/>
            <a:ext cx="2154234" cy="1190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60"/>
              </a:lnSpc>
            </a:pP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direct debit</a:t>
            </a:r>
          </a:p>
          <a:p>
            <a:pPr>
              <a:lnSpc>
                <a:spcPts val="1660"/>
              </a:lnSpc>
            </a:pP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subscription</a:t>
            </a:r>
            <a:b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pay as you go</a:t>
            </a:r>
            <a:b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deposit</a:t>
            </a:r>
            <a:b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locked credit card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908DEC-64A0-F3D2-65A6-A1C858C7632A}"/>
              </a:ext>
            </a:extLst>
          </p:cNvPr>
          <p:cNvSpPr txBox="1"/>
          <p:nvPr/>
        </p:nvSpPr>
        <p:spPr>
          <a:xfrm>
            <a:off x="218143" y="6278524"/>
            <a:ext cx="4430700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BILLER: Domain agreement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CBEAD7-43F8-BA59-562A-C27D82BA60CE}"/>
              </a:ext>
            </a:extLst>
          </p:cNvPr>
          <p:cNvSpPr txBox="1"/>
          <p:nvPr/>
        </p:nvSpPr>
        <p:spPr>
          <a:xfrm>
            <a:off x="10034227" y="2166997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940E7FB-F21C-CC2D-839D-41B7CBFC4EF4}"/>
              </a:ext>
            </a:extLst>
          </p:cNvPr>
          <p:cNvSpPr txBox="1">
            <a:spLocks/>
          </p:cNvSpPr>
          <p:nvPr/>
        </p:nvSpPr>
        <p:spPr>
          <a:xfrm>
            <a:off x="5512630" y="1195149"/>
            <a:ext cx="129012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register</a:t>
            </a:r>
          </a:p>
        </p:txBody>
      </p:sp>
      <p:cxnSp>
        <p:nvCxnSpPr>
          <p:cNvPr id="20" name="Straight Arrow Connector 12">
            <a:extLst>
              <a:ext uri="{FF2B5EF4-FFF2-40B4-BE49-F238E27FC236}">
                <a16:creationId xmlns:a16="http://schemas.microsoft.com/office/drawing/2014/main" id="{154D5D02-DCF8-374E-F8A3-619AB5C017F8}"/>
              </a:ext>
            </a:extLst>
          </p:cNvPr>
          <p:cNvCxnSpPr>
            <a:cxnSpLocks/>
          </p:cNvCxnSpPr>
          <p:nvPr/>
        </p:nvCxnSpPr>
        <p:spPr>
          <a:xfrm>
            <a:off x="4993335" y="1719240"/>
            <a:ext cx="4718799" cy="0"/>
          </a:xfrm>
          <a:prstGeom prst="straightConnector1">
            <a:avLst/>
          </a:prstGeom>
          <a:noFill/>
          <a:ln w="19050">
            <a:solidFill>
              <a:schemeClr val="accent4"/>
            </a:solidFill>
            <a:prstDash val="solid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FA78647-71FC-0A13-1AEB-844550422D1A}"/>
              </a:ext>
            </a:extLst>
          </p:cNvPr>
          <p:cNvGrpSpPr/>
          <p:nvPr/>
        </p:nvGrpSpPr>
        <p:grpSpPr>
          <a:xfrm>
            <a:off x="2160264" y="552836"/>
            <a:ext cx="1791009" cy="741004"/>
            <a:chOff x="5457816" y="236933"/>
            <a:chExt cx="1791009" cy="741004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3F6A9EE-073C-2B0A-D9C3-785563DFF8B6}"/>
                </a:ext>
              </a:extLst>
            </p:cNvPr>
            <p:cNvSpPr txBox="1"/>
            <p:nvPr/>
          </p:nvSpPr>
          <p:spPr>
            <a:xfrm>
              <a:off x="5457816" y="236933"/>
              <a:ext cx="179100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  <a:buSzPct val="90000"/>
              </a:pP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ADMIN </a:t>
              </a:r>
              <a:b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token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AAF4CF4-51D4-2B33-2869-35C0404BCA7B}"/>
                </a:ext>
              </a:extLst>
            </p:cNvPr>
            <p:cNvSpPr txBox="1"/>
            <p:nvPr/>
          </p:nvSpPr>
          <p:spPr>
            <a:xfrm>
              <a:off x="6187510" y="608605"/>
              <a:ext cx="395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🎫</a:t>
              </a:r>
              <a:endParaRPr lang="en-US" dirty="0"/>
            </a:p>
          </p:txBody>
        </p:sp>
      </p:grp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3819E87-B4A4-541D-E0A1-D9E333B7F8D3}"/>
              </a:ext>
            </a:extLst>
          </p:cNvPr>
          <p:cNvSpPr/>
          <p:nvPr/>
        </p:nvSpPr>
        <p:spPr>
          <a:xfrm>
            <a:off x="1788483" y="625508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0A29DE-BBE0-254B-A448-B92854B1FA60}"/>
              </a:ext>
            </a:extLst>
          </p:cNvPr>
          <p:cNvSpPr/>
          <p:nvPr/>
        </p:nvSpPr>
        <p:spPr>
          <a:xfrm>
            <a:off x="3661012" y="382856"/>
            <a:ext cx="1801493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</a:t>
            </a:r>
          </a:p>
        </p:txBody>
      </p:sp>
      <p:cxnSp>
        <p:nvCxnSpPr>
          <p:cNvPr id="50" name="Straight Arrow Connector 12">
            <a:extLst>
              <a:ext uri="{FF2B5EF4-FFF2-40B4-BE49-F238E27FC236}">
                <a16:creationId xmlns:a16="http://schemas.microsoft.com/office/drawing/2014/main" id="{2D119D56-D698-A1F6-8103-EADC93C4879F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>
            <a:off x="5462505" y="663948"/>
            <a:ext cx="5124846" cy="864003"/>
          </a:xfrm>
          <a:prstGeom prst="bentConnector2">
            <a:avLst/>
          </a:prstGeom>
          <a:ln>
            <a:solidFill>
              <a:srgbClr val="31C8FF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1637441C-0EEC-03DC-8C32-55F0A650BCD5}"/>
              </a:ext>
            </a:extLst>
          </p:cNvPr>
          <p:cNvSpPr/>
          <p:nvPr/>
        </p:nvSpPr>
        <p:spPr>
          <a:xfrm>
            <a:off x="8103277" y="771795"/>
            <a:ext cx="360000" cy="360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3200" b="1" dirty="0">
                <a:solidFill>
                  <a:schemeClr val="tx1"/>
                </a:solidFill>
              </a:rPr>
              <a:t>∞</a:t>
            </a:r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00670E16-5C85-5496-9658-8B8139AD998E}"/>
              </a:ext>
            </a:extLst>
          </p:cNvPr>
          <p:cNvSpPr txBox="1">
            <a:spLocks/>
          </p:cNvSpPr>
          <p:nvPr/>
        </p:nvSpPr>
        <p:spPr>
          <a:xfrm>
            <a:off x="8465508" y="762125"/>
            <a:ext cx="259278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billable requests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4D92CAE-C95D-3B5F-6A94-A44EEAFF334F}"/>
              </a:ext>
            </a:extLst>
          </p:cNvPr>
          <p:cNvSpPr txBox="1"/>
          <p:nvPr/>
        </p:nvSpPr>
        <p:spPr>
          <a:xfrm>
            <a:off x="3067830" y="1332992"/>
            <a:ext cx="5026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24877645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47351</TotalTime>
  <Words>280</Words>
  <Application>Microsoft Macintosh PowerPoint</Application>
  <PresentationFormat>Widescreen</PresentationFormat>
  <Paragraphs>150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Amazon Ember</vt:lpstr>
      <vt:lpstr>Amazon Ember Display</vt:lpstr>
      <vt:lpstr>Segoe UI</vt:lpstr>
      <vt:lpstr>Wingdings</vt:lpstr>
      <vt:lpstr>AWS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Fonseca, Jorge</cp:lastModifiedBy>
  <cp:revision>153</cp:revision>
  <dcterms:created xsi:type="dcterms:W3CDTF">2022-10-07T16:14:37Z</dcterms:created>
  <dcterms:modified xsi:type="dcterms:W3CDTF">2025-04-22T20:20:57Z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2025-04-22T20:20:57Z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bf14e818-fd77-4fbf-9a47-e0cf3bba9b8b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