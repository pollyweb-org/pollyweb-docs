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43" r:id="rId2"/>
    <p:sldId id="1809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⌚ Brand Tapband" id="{2B636F6D-9FEC-3F41-824D-D6C580FF603A}">
          <p14:sldIdLst>
            <p14:sldId id="1843"/>
            <p14:sldId id="18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62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834-1EE8-E5CE-DBFC-1DE06D56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ADF2C-A2E7-9CB6-E23B-C7508EB28790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⌚ Brand Tapband</a:t>
            </a:r>
          </a:p>
        </p:txBody>
      </p:sp>
    </p:spTree>
    <p:extLst>
      <p:ext uri="{BB962C8B-B14F-4D97-AF65-F5344CB8AC3E}">
        <p14:creationId xmlns:p14="http://schemas.microsoft.com/office/powerpoint/2010/main" val="10167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02FF-D414-F1CA-AC5D-67F5AA57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9A52BCC0-2D02-CD42-8511-BE3F472C1E3B}"/>
              </a:ext>
            </a:extLst>
          </p:cNvPr>
          <p:cNvSpPr/>
          <p:nvPr/>
        </p:nvSpPr>
        <p:spPr>
          <a:xfrm>
            <a:off x="1197221" y="1874858"/>
            <a:ext cx="8785765" cy="154133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3F35985-9C1D-5D77-565E-7A24D82D64B5}"/>
              </a:ext>
            </a:extLst>
          </p:cNvPr>
          <p:cNvSpPr/>
          <p:nvPr/>
        </p:nvSpPr>
        <p:spPr>
          <a:xfrm>
            <a:off x="7579581" y="2028028"/>
            <a:ext cx="2275905" cy="12349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B7E7CE1-9E8A-61CD-1847-CD49434F2C88}"/>
              </a:ext>
            </a:extLst>
          </p:cNvPr>
          <p:cNvSpPr/>
          <p:nvPr/>
        </p:nvSpPr>
        <p:spPr>
          <a:xfrm>
            <a:off x="4978510" y="2028028"/>
            <a:ext cx="2275905" cy="12349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B3DBEB9-4E2A-69F5-3D04-3407E4411DB4}"/>
              </a:ext>
            </a:extLst>
          </p:cNvPr>
          <p:cNvSpPr/>
          <p:nvPr/>
        </p:nvSpPr>
        <p:spPr>
          <a:xfrm>
            <a:off x="2371509" y="2036112"/>
            <a:ext cx="2275905" cy="12349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832C281-FE69-3C85-8951-ADCF8B06A8F6}"/>
              </a:ext>
            </a:extLst>
          </p:cNvPr>
          <p:cNvGrpSpPr/>
          <p:nvPr/>
        </p:nvGrpSpPr>
        <p:grpSpPr>
          <a:xfrm>
            <a:off x="5075557" y="2139639"/>
            <a:ext cx="2067194" cy="478982"/>
            <a:chOff x="3341025" y="4600030"/>
            <a:chExt cx="2067194" cy="47898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063FDED-6AA4-69F2-6590-C0D1D412753B}"/>
                </a:ext>
              </a:extLst>
            </p:cNvPr>
            <p:cNvSpPr/>
            <p:nvPr/>
          </p:nvSpPr>
          <p:spPr>
            <a:xfrm>
              <a:off x="3341025" y="4600030"/>
              <a:ext cx="2067194" cy="478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50D4835-0EFF-C03E-D47B-84C6FC2CDA21}"/>
                </a:ext>
              </a:extLst>
            </p:cNvPr>
            <p:cNvSpPr txBox="1"/>
            <p:nvPr/>
          </p:nvSpPr>
          <p:spPr>
            <a:xfrm>
              <a:off x="3341028" y="4670076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  <a:r>
                <a:rPr lang="en-GB" dirty="0"/>
                <a:t> Keyholder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E56CFCF-6D9D-FB19-5A0B-793AF9F46EE0}"/>
              </a:ext>
            </a:extLst>
          </p:cNvPr>
          <p:cNvGrpSpPr/>
          <p:nvPr/>
        </p:nvGrpSpPr>
        <p:grpSpPr>
          <a:xfrm>
            <a:off x="5075560" y="2686405"/>
            <a:ext cx="2067194" cy="478982"/>
            <a:chOff x="7163167" y="4600030"/>
            <a:chExt cx="2067194" cy="47898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2C21D7A-EF17-0440-1B3E-5D1B11ADA230}"/>
                </a:ext>
              </a:extLst>
            </p:cNvPr>
            <p:cNvSpPr/>
            <p:nvPr/>
          </p:nvSpPr>
          <p:spPr>
            <a:xfrm>
              <a:off x="7163167" y="4600030"/>
              <a:ext cx="2067194" cy="478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ABB02BD-8DC5-4306-2718-399D5B1767FF}"/>
                </a:ext>
              </a:extLst>
            </p:cNvPr>
            <p:cNvSpPr txBox="1"/>
            <p:nvPr/>
          </p:nvSpPr>
          <p:spPr>
            <a:xfrm>
              <a:off x="7175632" y="4670076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✨</a:t>
              </a:r>
              <a:r>
                <a:rPr lang="en-GB" dirty="0"/>
                <a:t> NFC Scanner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2B0FEB-BB2F-CA92-F604-87C12CE38EF7}"/>
              </a:ext>
            </a:extLst>
          </p:cNvPr>
          <p:cNvGrpSpPr/>
          <p:nvPr/>
        </p:nvGrpSpPr>
        <p:grpSpPr>
          <a:xfrm>
            <a:off x="5063096" y="3797677"/>
            <a:ext cx="2079650" cy="478800"/>
            <a:chOff x="4941377" y="3971594"/>
            <a:chExt cx="2079650" cy="47880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E480925-E816-547D-442C-334E9C761CB9}"/>
                </a:ext>
              </a:extLst>
            </p:cNvPr>
            <p:cNvSpPr/>
            <p:nvPr/>
          </p:nvSpPr>
          <p:spPr>
            <a:xfrm>
              <a:off x="4953830" y="3971594"/>
              <a:ext cx="2067197" cy="478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F31B4F1-C836-057E-DFC2-8390A920126C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Padlock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3B1FDFC-FF8D-59B7-A3A4-70F15AC77E3F}"/>
              </a:ext>
            </a:extLst>
          </p:cNvPr>
          <p:cNvGrpSpPr/>
          <p:nvPr/>
        </p:nvGrpSpPr>
        <p:grpSpPr>
          <a:xfrm>
            <a:off x="2474480" y="2143133"/>
            <a:ext cx="2067194" cy="475488"/>
            <a:chOff x="3332319" y="5234459"/>
            <a:chExt cx="2067194" cy="47548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B672FE9-1AD8-7CEB-543C-E065D832BF58}"/>
                </a:ext>
              </a:extLst>
            </p:cNvPr>
            <p:cNvSpPr/>
            <p:nvPr/>
          </p:nvSpPr>
          <p:spPr>
            <a:xfrm>
              <a:off x="3332319" y="5234459"/>
              <a:ext cx="2067194" cy="4754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C61623E-3095-71CD-2D48-DBE430241818}"/>
                </a:ext>
              </a:extLst>
            </p:cNvPr>
            <p:cNvSpPr txBox="1"/>
            <p:nvPr/>
          </p:nvSpPr>
          <p:spPr>
            <a:xfrm>
              <a:off x="3344784" y="5302243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 </a:t>
              </a:r>
              <a:r>
                <a:rPr lang="en-GB" dirty="0"/>
                <a:t>Userable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7C67A08-8077-6D0B-20B8-84CDF3B9A9C3}"/>
              </a:ext>
            </a:extLst>
          </p:cNvPr>
          <p:cNvGrpSpPr/>
          <p:nvPr/>
        </p:nvGrpSpPr>
        <p:grpSpPr>
          <a:xfrm>
            <a:off x="2474480" y="2686405"/>
            <a:ext cx="2067194" cy="475488"/>
            <a:chOff x="7166923" y="5234459"/>
            <a:chExt cx="2067194" cy="475488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4234404-FB46-D7FC-3F43-C9C52D41CE7C}"/>
                </a:ext>
              </a:extLst>
            </p:cNvPr>
            <p:cNvSpPr/>
            <p:nvPr/>
          </p:nvSpPr>
          <p:spPr>
            <a:xfrm>
              <a:off x="7166923" y="5234459"/>
              <a:ext cx="2067194" cy="4754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2BB4D1A-E313-ADA1-8C8C-ED1FE069120C}"/>
                </a:ext>
              </a:extLst>
            </p:cNvPr>
            <p:cNvSpPr txBox="1"/>
            <p:nvPr/>
          </p:nvSpPr>
          <p:spPr>
            <a:xfrm>
              <a:off x="7179388" y="5302243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 </a:t>
              </a:r>
              <a:r>
                <a:rPr lang="en-GB" dirty="0"/>
                <a:t>NFC Emulator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D337D7C2-9728-42E7-1409-FE4543E04D6E}"/>
              </a:ext>
            </a:extLst>
          </p:cNvPr>
          <p:cNvSpPr/>
          <p:nvPr/>
        </p:nvSpPr>
        <p:spPr>
          <a:xfrm>
            <a:off x="2474480" y="3790607"/>
            <a:ext cx="2067192" cy="47880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Scanner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ACEFA2FA-EAEB-6349-0429-6124F42DA4A4}"/>
              </a:ext>
            </a:extLst>
          </p:cNvPr>
          <p:cNvCxnSpPr>
            <a:cxnSpLocks/>
            <a:stCxn id="77" idx="0"/>
            <a:endCxn id="74" idx="2"/>
          </p:cNvCxnSpPr>
          <p:nvPr/>
        </p:nvCxnSpPr>
        <p:spPr>
          <a:xfrm flipV="1">
            <a:off x="3508076" y="3161893"/>
            <a:ext cx="1" cy="6287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9B572BF5-6363-3EF3-6F00-81EA1E202314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6109148" y="3165387"/>
            <a:ext cx="9" cy="6322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285AD7D-959F-6FE5-74C7-7CDC3E872246}"/>
              </a:ext>
            </a:extLst>
          </p:cNvPr>
          <p:cNvGrpSpPr/>
          <p:nvPr/>
        </p:nvGrpSpPr>
        <p:grpSpPr>
          <a:xfrm>
            <a:off x="5075551" y="546899"/>
            <a:ext cx="2067196" cy="940628"/>
            <a:chOff x="7511446" y="1006814"/>
            <a:chExt cx="670622" cy="94062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9563121-104A-E32A-1055-38E7D0259358}"/>
                </a:ext>
              </a:extLst>
            </p:cNvPr>
            <p:cNvSpPr/>
            <p:nvPr/>
          </p:nvSpPr>
          <p:spPr>
            <a:xfrm>
              <a:off x="7538137" y="1386858"/>
              <a:ext cx="617307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E18F95A-4D45-AC01-7F1D-E7896A423C9D}"/>
                </a:ext>
              </a:extLst>
            </p:cNvPr>
            <p:cNvSpPr/>
            <p:nvPr/>
          </p:nvSpPr>
          <p:spPr>
            <a:xfrm>
              <a:off x="7511446" y="1006814"/>
              <a:ext cx="670622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7801821-1E97-69D0-8D92-6BC1AFDD13D5}"/>
              </a:ext>
            </a:extLst>
          </p:cNvPr>
          <p:cNvGrpSpPr/>
          <p:nvPr/>
        </p:nvGrpSpPr>
        <p:grpSpPr>
          <a:xfrm>
            <a:off x="2474480" y="546900"/>
            <a:ext cx="2067192" cy="940628"/>
            <a:chOff x="6104399" y="5100899"/>
            <a:chExt cx="3662157" cy="940628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BBA916E-518D-79DF-42B1-0EA0BC78DBF1}"/>
                </a:ext>
              </a:extLst>
            </p:cNvPr>
            <p:cNvSpPr/>
            <p:nvPr/>
          </p:nvSpPr>
          <p:spPr>
            <a:xfrm>
              <a:off x="6258929" y="5490229"/>
              <a:ext cx="3377655" cy="46939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🎩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Custodian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9E9C00C-E972-4F95-175E-83BA5BEDD584}"/>
                </a:ext>
              </a:extLst>
            </p:cNvPr>
            <p:cNvSpPr/>
            <p:nvPr/>
          </p:nvSpPr>
          <p:spPr>
            <a:xfrm>
              <a:off x="6104399" y="5100899"/>
              <a:ext cx="3662157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76564867-3C5E-F3D0-6F35-4764198BDCDC}"/>
              </a:ext>
            </a:extLst>
          </p:cNvPr>
          <p:cNvCxnSpPr>
            <a:cxnSpLocks/>
            <a:stCxn id="70" idx="0"/>
            <a:endCxn id="93" idx="2"/>
          </p:cNvCxnSpPr>
          <p:nvPr/>
        </p:nvCxnSpPr>
        <p:spPr>
          <a:xfrm flipH="1" flipV="1">
            <a:off x="3508076" y="1487528"/>
            <a:ext cx="1" cy="6556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F8C36E7B-91B1-DFB4-6A53-086DCD3568F7}"/>
              </a:ext>
            </a:extLst>
          </p:cNvPr>
          <p:cNvCxnSpPr>
            <a:cxnSpLocks/>
            <a:stCxn id="60" idx="0"/>
            <a:endCxn id="89" idx="2"/>
          </p:cNvCxnSpPr>
          <p:nvPr/>
        </p:nvCxnSpPr>
        <p:spPr>
          <a:xfrm flipH="1" flipV="1">
            <a:off x="6109149" y="1487527"/>
            <a:ext cx="5" cy="6521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DEC4EC2-D3E1-EE3D-4130-462722F47E1C}"/>
              </a:ext>
            </a:extLst>
          </p:cNvPr>
          <p:cNvGrpSpPr/>
          <p:nvPr/>
        </p:nvGrpSpPr>
        <p:grpSpPr>
          <a:xfrm>
            <a:off x="7676631" y="2686405"/>
            <a:ext cx="2089613" cy="478982"/>
            <a:chOff x="7163167" y="3988593"/>
            <a:chExt cx="2089613" cy="47898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7BB9247-4E4F-7A1C-7860-0CC771550737}"/>
                </a:ext>
              </a:extLst>
            </p:cNvPr>
            <p:cNvSpPr/>
            <p:nvPr/>
          </p:nvSpPr>
          <p:spPr>
            <a:xfrm>
              <a:off x="7163167" y="3988593"/>
              <a:ext cx="2067194" cy="478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80E4F07-9A51-BD22-169F-8F0AAE27A1B1}"/>
                </a:ext>
              </a:extLst>
            </p:cNvPr>
            <p:cNvSpPr txBox="1"/>
            <p:nvPr/>
          </p:nvSpPr>
          <p:spPr>
            <a:xfrm>
              <a:off x="7198051" y="4057488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effectLst>
                    <a:glow>
                      <a:schemeClr val="bg1"/>
                    </a:glow>
                  </a:effectLst>
                </a:rPr>
                <a:t>❤️</a:t>
              </a:r>
              <a:r>
                <a:rPr lang="en-GB" dirty="0"/>
                <a:t> Health sensors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A8E6A6B7-770A-972C-585C-6C453C6F3C34}"/>
              </a:ext>
            </a:extLst>
          </p:cNvPr>
          <p:cNvSpPr txBox="1"/>
          <p:nvPr/>
        </p:nvSpPr>
        <p:spPr>
          <a:xfrm>
            <a:off x="972288" y="2186774"/>
            <a:ext cx="16414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⌚</a:t>
            </a:r>
          </a:p>
        </p:txBody>
      </p:sp>
      <p:sp>
        <p:nvSpPr>
          <p:cNvPr id="112" name="Content Placeholder 2">
            <a:extLst>
              <a:ext uri="{FF2B5EF4-FFF2-40B4-BE49-F238E27FC236}">
                <a16:creationId xmlns:a16="http://schemas.microsoft.com/office/drawing/2014/main" id="{5E17A81F-43DA-982E-A7AE-C0241CF50FE9}"/>
              </a:ext>
            </a:extLst>
          </p:cNvPr>
          <p:cNvSpPr txBox="1">
            <a:spLocks/>
          </p:cNvSpPr>
          <p:nvPr/>
        </p:nvSpPr>
        <p:spPr>
          <a:xfrm rot="16200000">
            <a:off x="239133" y="2418566"/>
            <a:ext cx="152720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Tapband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80557EC-B0C9-4E5B-E364-2F3D1319A2F8}"/>
              </a:ext>
            </a:extLst>
          </p:cNvPr>
          <p:cNvGrpSpPr/>
          <p:nvPr/>
        </p:nvGrpSpPr>
        <p:grpSpPr>
          <a:xfrm>
            <a:off x="7676629" y="2133601"/>
            <a:ext cx="2067194" cy="485020"/>
            <a:chOff x="3328563" y="3990488"/>
            <a:chExt cx="2067194" cy="48502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FC6A4D9-51E3-0D4F-28AE-F57C88ABC1CB}"/>
                </a:ext>
              </a:extLst>
            </p:cNvPr>
            <p:cNvSpPr/>
            <p:nvPr/>
          </p:nvSpPr>
          <p:spPr>
            <a:xfrm>
              <a:off x="3328563" y="3990488"/>
              <a:ext cx="2067194" cy="4850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68FD793-488B-C624-224C-D34F86E38454}"/>
                </a:ext>
              </a:extLst>
            </p:cNvPr>
            <p:cNvSpPr txBox="1"/>
            <p:nvPr/>
          </p:nvSpPr>
          <p:spPr>
            <a:xfrm>
              <a:off x="3341028" y="4060534"/>
              <a:ext cx="2054729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🔷</a:t>
              </a:r>
              <a:r>
                <a:rPr lang="en-GB" dirty="0"/>
                <a:t> Bluetooth</a:t>
              </a: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92EECEF-0434-54EB-AEBE-50BE27FEA05E}"/>
              </a:ext>
            </a:extLst>
          </p:cNvPr>
          <p:cNvSpPr txBox="1"/>
          <p:nvPr/>
        </p:nvSpPr>
        <p:spPr>
          <a:xfrm>
            <a:off x="8409986" y="936261"/>
            <a:ext cx="615095" cy="465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endParaRPr lang="en-GB" sz="3600" dirty="0"/>
          </a:p>
          <a:p>
            <a:pPr algn="ctr">
              <a:lnSpc>
                <a:spcPts val="90"/>
              </a:lnSpc>
            </a:pPr>
            <a:r>
              <a:rPr lang="en-GB" sz="3600" dirty="0"/>
              <a:t>🌐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478569-266D-34C2-12FD-0E743251696E}"/>
              </a:ext>
            </a:extLst>
          </p:cNvPr>
          <p:cNvSpPr txBox="1"/>
          <p:nvPr/>
        </p:nvSpPr>
        <p:spPr>
          <a:xfrm>
            <a:off x="7889519" y="551160"/>
            <a:ext cx="1641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internet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625D1AC1-2B36-76A4-3CB5-3F79E0C03934}"/>
              </a:ext>
            </a:extLst>
          </p:cNvPr>
          <p:cNvSpPr txBox="1">
            <a:spLocks/>
          </p:cNvSpPr>
          <p:nvPr/>
        </p:nvSpPr>
        <p:spPr>
          <a:xfrm>
            <a:off x="2591753" y="4294592"/>
            <a:ext cx="1757279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pay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access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untraceable</a:t>
            </a:r>
          </a:p>
        </p:txBody>
      </p: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F1ABFD3B-641F-2A2D-2E8E-0426FB4902AC}"/>
              </a:ext>
            </a:extLst>
          </p:cNvPr>
          <p:cNvSpPr txBox="1">
            <a:spLocks/>
          </p:cNvSpPr>
          <p:nvPr/>
        </p:nvSpPr>
        <p:spPr>
          <a:xfrm>
            <a:off x="5199566" y="4304019"/>
            <a:ext cx="11860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unlock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9804B2B-B9DD-B0DF-09AB-87FF8A8EE5FF}"/>
              </a:ext>
            </a:extLst>
          </p:cNvPr>
          <p:cNvSpPr/>
          <p:nvPr/>
        </p:nvSpPr>
        <p:spPr>
          <a:xfrm>
            <a:off x="9868591" y="926943"/>
            <a:ext cx="1519467" cy="478684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137" name="Straight Arrow Connector 12">
            <a:extLst>
              <a:ext uri="{FF2B5EF4-FFF2-40B4-BE49-F238E27FC236}">
                <a16:creationId xmlns:a16="http://schemas.microsoft.com/office/drawing/2014/main" id="{37D4687D-353F-B6EE-6164-52455C87E8BE}"/>
              </a:ext>
            </a:extLst>
          </p:cNvPr>
          <p:cNvCxnSpPr>
            <a:cxnSpLocks/>
            <a:stCxn id="135" idx="1"/>
            <a:endCxn id="125" idx="3"/>
          </p:cNvCxnSpPr>
          <p:nvPr/>
        </p:nvCxnSpPr>
        <p:spPr>
          <a:xfrm flipH="1">
            <a:off x="9025081" y="1166285"/>
            <a:ext cx="843510" cy="271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12">
            <a:extLst>
              <a:ext uri="{FF2B5EF4-FFF2-40B4-BE49-F238E27FC236}">
                <a16:creationId xmlns:a16="http://schemas.microsoft.com/office/drawing/2014/main" id="{D9E3655E-A5B4-7D28-DB4F-609B014C8F99}"/>
              </a:ext>
            </a:extLst>
          </p:cNvPr>
          <p:cNvCxnSpPr>
            <a:cxnSpLocks/>
            <a:stCxn id="122" idx="3"/>
            <a:endCxn id="135" idx="2"/>
          </p:cNvCxnSpPr>
          <p:nvPr/>
        </p:nvCxnSpPr>
        <p:spPr>
          <a:xfrm flipV="1">
            <a:off x="9743823" y="1405627"/>
            <a:ext cx="884502" cy="98781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E955CCC-586D-2AD3-D827-672DCBEA3EA6}"/>
              </a:ext>
            </a:extLst>
          </p:cNvPr>
          <p:cNvSpPr txBox="1"/>
          <p:nvPr/>
        </p:nvSpPr>
        <p:spPr>
          <a:xfrm>
            <a:off x="708294" y="322108"/>
            <a:ext cx="1641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recycle locator</a:t>
            </a:r>
            <a:endParaRPr lang="en-US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58" name="Straight Arrow Connector 12">
            <a:extLst>
              <a:ext uri="{FF2B5EF4-FFF2-40B4-BE49-F238E27FC236}">
                <a16:creationId xmlns:a16="http://schemas.microsoft.com/office/drawing/2014/main" id="{8B2C3415-FF23-1081-9E19-12C3E230AB96}"/>
              </a:ext>
            </a:extLst>
          </p:cNvPr>
          <p:cNvCxnSpPr>
            <a:cxnSpLocks/>
            <a:stCxn id="93" idx="0"/>
            <a:endCxn id="93" idx="1"/>
          </p:cNvCxnSpPr>
          <p:nvPr/>
        </p:nvCxnSpPr>
        <p:spPr>
          <a:xfrm rot="16200000" flipH="1" flipV="1">
            <a:off x="2756121" y="265259"/>
            <a:ext cx="470314" cy="1033596"/>
          </a:xfrm>
          <a:prstGeom prst="bentConnector4">
            <a:avLst>
              <a:gd name="adj1" fmla="val -48606"/>
              <a:gd name="adj2" fmla="val 12211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5891E12-BA18-CAC4-2B0B-FF5027540BBD}"/>
              </a:ext>
            </a:extLst>
          </p:cNvPr>
          <p:cNvSpPr txBox="1"/>
          <p:nvPr/>
        </p:nvSpPr>
        <p:spPr>
          <a:xfrm>
            <a:off x="218143" y="6278524"/>
            <a:ext cx="158857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TAPBAND</a:t>
            </a:r>
          </a:p>
        </p:txBody>
      </p:sp>
    </p:spTree>
    <p:extLst>
      <p:ext uri="{BB962C8B-B14F-4D97-AF65-F5344CB8AC3E}">
        <p14:creationId xmlns:p14="http://schemas.microsoft.com/office/powerpoint/2010/main" val="363565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52</Words>
  <Application>Microsoft Macintosh PowerPoint</Application>
  <PresentationFormat>Widescreen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Amazon Ember</vt:lpstr>
      <vt:lpstr>Amazon Ember Display</vt:lpstr>
      <vt:lpstr>Wingdings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2025-04-22T20:16:45Z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199c14d3-410b-4324-a765-177f6c003c66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