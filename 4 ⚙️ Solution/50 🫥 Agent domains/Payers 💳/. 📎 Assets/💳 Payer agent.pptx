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683" r:id="rId2"/>
  </p:sldIdLst>
  <p:sldSz cx="12192000" cy="6858000"/>
  <p:notesSz cx="6858000" cy="9144000"/>
  <p:embeddedFontLst>
    <p:embeddedFont>
      <p:font typeface="Amazon Ember" panose="020B0603020204020204" pitchFamily="34" charset="0"/>
      <p:regular r:id="rId5"/>
      <p:bold r:id="rId6"/>
      <p:italic r:id="rId7"/>
      <p:boldItalic r:id="rId8"/>
    </p:embeddedFont>
    <p:embeddedFont>
      <p:font typeface="Amazon Ember Display" panose="020F0603020204020204" pitchFamily="34" charset="0"/>
      <p:regular r:id="rId9"/>
      <p:bold r:id="rId10"/>
      <p:italic r:id="rId11"/>
      <p:boldItalic r:id="rId12"/>
    </p:embeddedFont>
    <p:embeddedFont>
      <p:font typeface="Segoe UI" panose="020B05020402040202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💳 User Payments" id="{1A9CE56E-D584-2B48-BB32-CC12D44B6CEE}">
          <p14:sldIdLst>
            <p14:sldId id="1683"/>
          </p14:sldIdLst>
        </p14:section>
        <p14:section name="Default Section" id="{95EB813E-D102-FA40-8E25-4F35EBD22952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46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10/16/25 11:07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457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80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03A8D415-BF70-2DCC-A431-B495FE67AB50}"/>
              </a:ext>
            </a:extLst>
          </p:cNvPr>
          <p:cNvSpPr/>
          <p:nvPr/>
        </p:nvSpPr>
        <p:spPr>
          <a:xfrm>
            <a:off x="8642042" y="403410"/>
            <a:ext cx="3012078" cy="4213411"/>
          </a:xfrm>
          <a:prstGeom prst="rect">
            <a:avLst/>
          </a:prstGeom>
          <a:solidFill>
            <a:schemeClr val="accent3">
              <a:alpha val="12959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55A2B4A-1E6F-F134-E998-32629D487114}"/>
              </a:ext>
            </a:extLst>
          </p:cNvPr>
          <p:cNvSpPr/>
          <p:nvPr/>
        </p:nvSpPr>
        <p:spPr>
          <a:xfrm>
            <a:off x="528919" y="403411"/>
            <a:ext cx="6355459" cy="4213411"/>
          </a:xfrm>
          <a:prstGeom prst="rect">
            <a:avLst/>
          </a:prstGeom>
          <a:solidFill>
            <a:schemeClr val="accent4">
              <a:alpha val="1297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329AB5-1770-F737-E2FB-90EE8C47CCDE}"/>
              </a:ext>
            </a:extLst>
          </p:cNvPr>
          <p:cNvGrpSpPr/>
          <p:nvPr/>
        </p:nvGrpSpPr>
        <p:grpSpPr>
          <a:xfrm>
            <a:off x="4280709" y="3160283"/>
            <a:ext cx="2250043" cy="1014729"/>
            <a:chOff x="3355998" y="1343225"/>
            <a:chExt cx="2250043" cy="101472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77623C-241E-B472-EE4E-3E60FB486A6B}"/>
                </a:ext>
              </a:extLst>
            </p:cNvPr>
            <p:cNvSpPr/>
            <p:nvPr/>
          </p:nvSpPr>
          <p:spPr>
            <a:xfrm>
              <a:off x="3355998" y="1343225"/>
              <a:ext cx="2250043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AE36DFA-5B98-FF38-07D3-F61EDAE0D3DE}"/>
                </a:ext>
              </a:extLst>
            </p:cNvPr>
            <p:cNvSpPr/>
            <p:nvPr/>
          </p:nvSpPr>
          <p:spPr>
            <a:xfrm>
              <a:off x="3460415" y="1706525"/>
              <a:ext cx="206796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💳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Payer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652008D-A553-582A-FA76-5DE478BDE374}"/>
              </a:ext>
            </a:extLst>
          </p:cNvPr>
          <p:cNvGrpSpPr/>
          <p:nvPr/>
        </p:nvGrpSpPr>
        <p:grpSpPr>
          <a:xfrm>
            <a:off x="8998790" y="1099393"/>
            <a:ext cx="2250048" cy="1014729"/>
            <a:chOff x="7125195" y="1395349"/>
            <a:chExt cx="2250048" cy="10147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B673340-7A08-85CC-9DA2-1A4C97DF45FF}"/>
                </a:ext>
              </a:extLst>
            </p:cNvPr>
            <p:cNvSpPr/>
            <p:nvPr/>
          </p:nvSpPr>
          <p:spPr>
            <a:xfrm>
              <a:off x="7125195" y="1395349"/>
              <a:ext cx="2250048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 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host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DD5F42-A662-E4DD-FADB-AD80854D1A79}"/>
                </a:ext>
              </a:extLst>
            </p:cNvPr>
            <p:cNvSpPr/>
            <p:nvPr/>
          </p:nvSpPr>
          <p:spPr>
            <a:xfrm>
              <a:off x="7229612" y="1758649"/>
              <a:ext cx="206796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Seller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11959FE-2937-349D-9A59-1FAF42A8E4AE}"/>
              </a:ext>
            </a:extLst>
          </p:cNvPr>
          <p:cNvGrpSpPr/>
          <p:nvPr/>
        </p:nvGrpSpPr>
        <p:grpSpPr>
          <a:xfrm>
            <a:off x="8998790" y="3160283"/>
            <a:ext cx="2250056" cy="1014729"/>
            <a:chOff x="6896275" y="3372365"/>
            <a:chExt cx="2250056" cy="101472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70A4AA-F1B1-E01D-8F14-680D3B325690}"/>
                </a:ext>
              </a:extLst>
            </p:cNvPr>
            <p:cNvSpPr/>
            <p:nvPr/>
          </p:nvSpPr>
          <p:spPr>
            <a:xfrm>
              <a:off x="6896275" y="3372365"/>
              <a:ext cx="2250056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800" tIns="36000" rIns="72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seller bound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650AAC2-85AD-C121-FE8A-A610F99DB5D0}"/>
                </a:ext>
              </a:extLst>
            </p:cNvPr>
            <p:cNvSpPr/>
            <p:nvPr/>
          </p:nvSpPr>
          <p:spPr>
            <a:xfrm>
              <a:off x="7000692" y="3735665"/>
              <a:ext cx="2067962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Collector</a:t>
              </a:r>
            </a:p>
          </p:txBody>
        </p:sp>
      </p:grp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77142D02-4F6E-F74D-480A-75EE192F612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453087" y="1743785"/>
            <a:ext cx="265012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FE13F954-65AC-1F81-2669-0979210D0418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5405731" y="2022427"/>
            <a:ext cx="13375" cy="1137856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6FA5B588-CBEB-4212-3F65-523E7C17B847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6530752" y="3667648"/>
            <a:ext cx="2468038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6E004478-AE9A-0BC5-086E-BAA558B12842}"/>
              </a:ext>
            </a:extLst>
          </p:cNvPr>
          <p:cNvCxnSpPr>
            <a:cxnSpLocks/>
            <a:stCxn id="13" idx="0"/>
            <a:endCxn id="9" idx="2"/>
          </p:cNvCxnSpPr>
          <p:nvPr/>
        </p:nvCxnSpPr>
        <p:spPr>
          <a:xfrm flipH="1" flipV="1">
            <a:off x="10123814" y="2114122"/>
            <a:ext cx="4" cy="104616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08185D7-C73C-8477-B2FD-5588B0A20729}"/>
              </a:ext>
            </a:extLst>
          </p:cNvPr>
          <p:cNvSpPr txBox="1"/>
          <p:nvPr/>
        </p:nvSpPr>
        <p:spPr>
          <a:xfrm>
            <a:off x="5587293" y="2358594"/>
            <a:ext cx="73596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282980-2607-5BFB-52B6-5788977B6588}"/>
              </a:ext>
            </a:extLst>
          </p:cNvPr>
          <p:cNvSpPr txBox="1"/>
          <p:nvPr/>
        </p:nvSpPr>
        <p:spPr>
          <a:xfrm>
            <a:off x="7237303" y="1134412"/>
            <a:ext cx="101822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charge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9DB9CD-BFA8-3441-A52F-AF4CD4B0ADBA}"/>
              </a:ext>
            </a:extLst>
          </p:cNvPr>
          <p:cNvSpPr txBox="1"/>
          <p:nvPr/>
        </p:nvSpPr>
        <p:spPr>
          <a:xfrm>
            <a:off x="7237303" y="3875653"/>
            <a:ext cx="109383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collect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2D0267-DC50-4A7D-BE15-9A45827595E9}"/>
              </a:ext>
            </a:extLst>
          </p:cNvPr>
          <p:cNvSpPr txBox="1"/>
          <p:nvPr/>
        </p:nvSpPr>
        <p:spPr>
          <a:xfrm>
            <a:off x="10302148" y="2441719"/>
            <a:ext cx="109383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paid!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19C43892-B5AC-F795-C5E4-C2DE1636A70E}"/>
              </a:ext>
            </a:extLst>
          </p:cNvPr>
          <p:cNvSpPr/>
          <p:nvPr/>
        </p:nvSpPr>
        <p:spPr>
          <a:xfrm>
            <a:off x="7529129" y="1561335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A03E553-7F91-C85F-C6EB-560C43892E27}"/>
              </a:ext>
            </a:extLst>
          </p:cNvPr>
          <p:cNvSpPr/>
          <p:nvPr/>
        </p:nvSpPr>
        <p:spPr>
          <a:xfrm>
            <a:off x="5225730" y="2390524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A62240F-F441-4E4A-2B9A-D416A76D56B0}"/>
              </a:ext>
            </a:extLst>
          </p:cNvPr>
          <p:cNvSpPr/>
          <p:nvPr/>
        </p:nvSpPr>
        <p:spPr>
          <a:xfrm>
            <a:off x="7495942" y="3487647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99A4D0A1-A7BF-5D5A-33E8-F786E878AA62}"/>
              </a:ext>
            </a:extLst>
          </p:cNvPr>
          <p:cNvSpPr/>
          <p:nvPr/>
        </p:nvSpPr>
        <p:spPr>
          <a:xfrm>
            <a:off x="9941455" y="2483204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DD63D31-4744-0CF8-2E81-1C4DB46142C4}"/>
              </a:ext>
            </a:extLst>
          </p:cNvPr>
          <p:cNvSpPr txBox="1"/>
          <p:nvPr/>
        </p:nvSpPr>
        <p:spPr>
          <a:xfrm>
            <a:off x="528919" y="433903"/>
            <a:ext cx="2505685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 (buyer)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568B0E9-F08E-C20C-00CA-CA52BF6BBE53}"/>
              </a:ext>
            </a:extLst>
          </p:cNvPr>
          <p:cNvSpPr txBox="1"/>
          <p:nvPr/>
        </p:nvSpPr>
        <p:spPr>
          <a:xfrm>
            <a:off x="8642042" y="380829"/>
            <a:ext cx="2505685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company (seller)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A87D80-A199-721D-13C4-5FAE94925936}"/>
              </a:ext>
            </a:extLst>
          </p:cNvPr>
          <p:cNvGrpSpPr/>
          <p:nvPr/>
        </p:nvGrpSpPr>
        <p:grpSpPr>
          <a:xfrm>
            <a:off x="4415289" y="797306"/>
            <a:ext cx="1988691" cy="1316816"/>
            <a:chOff x="7388710" y="3835400"/>
            <a:chExt cx="1988691" cy="131681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BC11BFF-3CF1-168D-47C8-838E1CD506F6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3C810E2-36E5-5270-B9FD-84569C3A7D5F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C755131-67E5-92EF-BCFF-8E2C4CBECEC4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1AEC73-C944-AFF4-E988-26C363DC93FD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1779CCB-BD3A-16E9-992B-654E8202DB72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A0A640B-AA91-CA40-7D0E-83060F0B621C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B6C0B8F-04FD-4A49-E39B-2FAC8093C5FE}"/>
              </a:ext>
            </a:extLst>
          </p:cNvPr>
          <p:cNvSpPr txBox="1"/>
          <p:nvPr/>
        </p:nvSpPr>
        <p:spPr>
          <a:xfrm>
            <a:off x="4504005" y="765081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60D6D7D-52C5-1042-11D3-4D1317531717}"/>
              </a:ext>
            </a:extLst>
          </p:cNvPr>
          <p:cNvGrpSpPr/>
          <p:nvPr/>
        </p:nvGrpSpPr>
        <p:grpSpPr>
          <a:xfrm>
            <a:off x="1331691" y="1883159"/>
            <a:ext cx="1954571" cy="1014729"/>
            <a:chOff x="7494698" y="1006813"/>
            <a:chExt cx="928364" cy="101472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467632F-8FAE-CFA4-F551-5339BE14E00B}"/>
                </a:ext>
              </a:extLst>
            </p:cNvPr>
            <p:cNvSpPr/>
            <p:nvPr/>
          </p:nvSpPr>
          <p:spPr>
            <a:xfrm>
              <a:off x="7494698" y="1006813"/>
              <a:ext cx="928364" cy="1014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33622CB-2793-A846-6A39-DF57A604993D}"/>
                </a:ext>
              </a:extLst>
            </p:cNvPr>
            <p:cNvSpPr/>
            <p:nvPr/>
          </p:nvSpPr>
          <p:spPr>
            <a:xfrm>
              <a:off x="7534955" y="1366273"/>
              <a:ext cx="84784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Storage</a:t>
              </a:r>
            </a:p>
          </p:txBody>
        </p:sp>
      </p:grp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8F2C252D-FD98-32FD-7DE3-CC6794AE6EEC}"/>
              </a:ext>
            </a:extLst>
          </p:cNvPr>
          <p:cNvCxnSpPr>
            <a:cxnSpLocks/>
            <a:stCxn id="5" idx="1"/>
            <a:endCxn id="24" idx="2"/>
          </p:cNvCxnSpPr>
          <p:nvPr/>
        </p:nvCxnSpPr>
        <p:spPr>
          <a:xfrm rot="10800000">
            <a:off x="2308977" y="2897888"/>
            <a:ext cx="1971732" cy="769760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177E1D-E0A5-F9F7-0B8E-A0D86655244E}"/>
              </a:ext>
            </a:extLst>
          </p:cNvPr>
          <p:cNvGrpSpPr/>
          <p:nvPr/>
        </p:nvGrpSpPr>
        <p:grpSpPr>
          <a:xfrm>
            <a:off x="3189215" y="3487647"/>
            <a:ext cx="1093830" cy="788116"/>
            <a:chOff x="3081149" y="3487647"/>
            <a:chExt cx="1093830" cy="78811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4D0A8C-86AF-DE47-C6CE-9FAA6763735D}"/>
                </a:ext>
              </a:extLst>
            </p:cNvPr>
            <p:cNvSpPr txBox="1"/>
            <p:nvPr/>
          </p:nvSpPr>
          <p:spPr>
            <a:xfrm>
              <a:off x="3081149" y="3875653"/>
              <a:ext cx="1093830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receipt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5BDF00B7-3CE5-9A02-6900-C9AE1022799E}"/>
                </a:ext>
              </a:extLst>
            </p:cNvPr>
            <p:cNvSpPr/>
            <p:nvPr/>
          </p:nvSpPr>
          <p:spPr>
            <a:xfrm>
              <a:off x="3339788" y="3487647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7B13E1B-24D7-8480-9E44-53B5304C8FB0}"/>
              </a:ext>
            </a:extLst>
          </p:cNvPr>
          <p:cNvSpPr txBox="1"/>
          <p:nvPr/>
        </p:nvSpPr>
        <p:spPr>
          <a:xfrm>
            <a:off x="218143" y="6278524"/>
            <a:ext cx="103714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PAYER</a:t>
            </a:r>
          </a:p>
        </p:txBody>
      </p:sp>
    </p:spTree>
    <p:extLst>
      <p:ext uri="{BB962C8B-B14F-4D97-AF65-F5344CB8AC3E}">
        <p14:creationId xmlns:p14="http://schemas.microsoft.com/office/powerpoint/2010/main" val="328179439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47550</TotalTime>
  <Words>51</Words>
  <Application>Microsoft Macintosh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155</cp:revision>
  <dcterms:created xsi:type="dcterms:W3CDTF">2022-10-07T16:14:37Z</dcterms:created>
  <dcterms:modified xsi:type="dcterms:W3CDTF">2025-10-16T10:07:57Z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2025-04-22T20:20:57Z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bf14e818-fd77-4fbf-9a47-e0cf3bba9b8b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