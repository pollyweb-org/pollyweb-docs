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26" r:id="rId2"/>
    <p:sldId id="1704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F0603020204020204" pitchFamily="34" charset="0"/>
      <p:regular r:id="rId10"/>
      <p:bold r:id="rId11"/>
      <p:italic r:id="rId12"/>
      <p:boldItalic r:id="rId13"/>
    </p:embeddedFont>
    <p:embeddedFont>
      <p:font typeface="Segoe UI" panose="020B05020402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🗄️ User Data" id="{F9BD9DF6-9445-C042-BFFC-16D7A1554B8A}">
          <p14:sldIdLst>
            <p14:sldId id="1826"/>
            <p14:sldId id="1704"/>
          </p14:sldIdLst>
        </p14:section>
        <p14:section name="." id="{4C3050E7-71FD-354D-B394-185F1158456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80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7C14-A422-B479-956F-3FE3ECB6D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285A5-404E-1499-DE52-1F55331E3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A84EC-4638-4E76-10F3-929815F96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0601A42-2D5D-A9FF-6254-3F5C555C1E4C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EF35F-AC6B-7200-5101-FD204C66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D97CE4-ABAB-F7AD-496B-49FA31C2FBC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10/16/25 2:17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39340-0100-4A0A-3BD5-247CF67F447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152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5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12893-5170-17E7-90AD-C099162E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45763-C400-D7C2-BDB2-5917FB36C9E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📦 Storage vault</a:t>
            </a:r>
          </a:p>
        </p:txBody>
      </p:sp>
    </p:spTree>
    <p:extLst>
      <p:ext uri="{BB962C8B-B14F-4D97-AF65-F5344CB8AC3E}">
        <p14:creationId xmlns:p14="http://schemas.microsoft.com/office/powerpoint/2010/main" val="201640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A013-9D41-07BD-2D95-33EB8342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Arrow Connector 12">
            <a:extLst>
              <a:ext uri="{FF2B5EF4-FFF2-40B4-BE49-F238E27FC236}">
                <a16:creationId xmlns:a16="http://schemas.microsoft.com/office/drawing/2014/main" id="{3000EF22-06D1-91D3-2AE5-42F61F5066DF}"/>
              </a:ext>
            </a:extLst>
          </p:cNvPr>
          <p:cNvCxnSpPr>
            <a:cxnSpLocks/>
          </p:cNvCxnSpPr>
          <p:nvPr/>
        </p:nvCxnSpPr>
        <p:spPr>
          <a:xfrm flipV="1">
            <a:off x="5085548" y="1463444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F6D71E17-C947-99DD-6B43-5A5999FAFA33}"/>
              </a:ext>
            </a:extLst>
          </p:cNvPr>
          <p:cNvSpPr txBox="1">
            <a:spLocks/>
          </p:cNvSpPr>
          <p:nvPr/>
        </p:nvSpPr>
        <p:spPr>
          <a:xfrm>
            <a:off x="5309659" y="1613767"/>
            <a:ext cx="135174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share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storage</a:t>
            </a: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DB864F17-58F5-BC55-3C21-1B681D157EC3}"/>
              </a:ext>
            </a:extLst>
          </p:cNvPr>
          <p:cNvSpPr/>
          <p:nvPr/>
        </p:nvSpPr>
        <p:spPr>
          <a:xfrm>
            <a:off x="4905371" y="164628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2B4097B-BB29-F32B-71E7-F447F464D689}"/>
              </a:ext>
            </a:extLst>
          </p:cNvPr>
          <p:cNvGrpSpPr/>
          <p:nvPr/>
        </p:nvGrpSpPr>
        <p:grpSpPr>
          <a:xfrm>
            <a:off x="1998410" y="434742"/>
            <a:ext cx="3418797" cy="1014729"/>
            <a:chOff x="6139542" y="968452"/>
            <a:chExt cx="3418797" cy="1014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BB93680-03DF-D83C-B540-37B43009F755}"/>
                </a:ext>
              </a:extLst>
            </p:cNvPr>
            <p:cNvSpPr/>
            <p:nvPr/>
          </p:nvSpPr>
          <p:spPr>
            <a:xfrm>
              <a:off x="6236556" y="135184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C2A7AB86-D70C-B639-08DB-9CD9D1E178EB}"/>
                </a:ext>
              </a:extLst>
            </p:cNvPr>
            <p:cNvSpPr/>
            <p:nvPr/>
          </p:nvSpPr>
          <p:spPr>
            <a:xfrm>
              <a:off x="6139542" y="968452"/>
              <a:ext cx="341879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E711CB9-DE1B-AF6E-8606-F4F42F1DC596}"/>
              </a:ext>
            </a:extLst>
          </p:cNvPr>
          <p:cNvGrpSpPr/>
          <p:nvPr/>
        </p:nvGrpSpPr>
        <p:grpSpPr>
          <a:xfrm>
            <a:off x="1995634" y="2852348"/>
            <a:ext cx="3418797" cy="1490223"/>
            <a:chOff x="6096000" y="4418672"/>
            <a:chExt cx="2505685" cy="14902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4DACB05-AE11-E8D8-D455-472673403BB3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BED5D46-46F6-9D9B-BE39-53165DC5694D}"/>
                </a:ext>
              </a:extLst>
            </p:cNvPr>
            <p:cNvSpPr/>
            <p:nvPr/>
          </p:nvSpPr>
          <p:spPr>
            <a:xfrm>
              <a:off x="6214847" y="5213618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7BEFDF-4AF3-6356-16AD-A8DE2DACC541}"/>
                </a:ext>
              </a:extLst>
            </p:cNvPr>
            <p:cNvSpPr/>
            <p:nvPr/>
          </p:nvSpPr>
          <p:spPr>
            <a:xfrm>
              <a:off x="7930386" y="4546027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A80E4B-1026-8DA3-C024-6165BE7E5620}"/>
                </a:ext>
              </a:extLst>
            </p:cNvPr>
            <p:cNvSpPr/>
            <p:nvPr/>
          </p:nvSpPr>
          <p:spPr>
            <a:xfrm>
              <a:off x="6214847" y="4546027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Broker</a:t>
              </a:r>
            </a:p>
          </p:txBody>
        </p:sp>
      </p:grpSp>
      <p:cxnSp>
        <p:nvCxnSpPr>
          <p:cNvPr id="10" name="Straight Arrow Connector 12">
            <a:extLst>
              <a:ext uri="{FF2B5EF4-FFF2-40B4-BE49-F238E27FC236}">
                <a16:creationId xmlns:a16="http://schemas.microsoft.com/office/drawing/2014/main" id="{AFCF4742-C837-C701-A309-B0597D5D3E97}"/>
              </a:ext>
            </a:extLst>
          </p:cNvPr>
          <p:cNvCxnSpPr>
            <a:cxnSpLocks/>
          </p:cNvCxnSpPr>
          <p:nvPr/>
        </p:nvCxnSpPr>
        <p:spPr>
          <a:xfrm flipV="1">
            <a:off x="2334108" y="1449471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79308FD-9847-0A63-47F8-08B5C78C0A37}"/>
              </a:ext>
            </a:extLst>
          </p:cNvPr>
          <p:cNvSpPr txBox="1">
            <a:spLocks/>
          </p:cNvSpPr>
          <p:nvPr/>
        </p:nvSpPr>
        <p:spPr>
          <a:xfrm>
            <a:off x="2379945" y="2247387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EE8E0A-7F6C-A5C1-61A6-05A6B388520F}"/>
              </a:ext>
            </a:extLst>
          </p:cNvPr>
          <p:cNvSpPr/>
          <p:nvPr/>
        </p:nvSpPr>
        <p:spPr>
          <a:xfrm>
            <a:off x="2150665" y="223096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B6B4E0D-E8FD-1EE2-98A4-497B674C15FD}"/>
              </a:ext>
            </a:extLst>
          </p:cNvPr>
          <p:cNvGrpSpPr/>
          <p:nvPr/>
        </p:nvGrpSpPr>
        <p:grpSpPr>
          <a:xfrm>
            <a:off x="8413530" y="428837"/>
            <a:ext cx="1954571" cy="1014729"/>
            <a:chOff x="7494698" y="1006813"/>
            <a:chExt cx="928364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F66AD3-D5C7-05FB-C45E-01A3A462B876}"/>
                </a:ext>
              </a:extLst>
            </p:cNvPr>
            <p:cNvSpPr/>
            <p:nvPr/>
          </p:nvSpPr>
          <p:spPr>
            <a:xfrm>
              <a:off x="7534955" y="1366273"/>
              <a:ext cx="84784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Storage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14517E8-8D83-E674-1D69-7CD620B45C56}"/>
                </a:ext>
              </a:extLst>
            </p:cNvPr>
            <p:cNvSpPr/>
            <p:nvPr/>
          </p:nvSpPr>
          <p:spPr>
            <a:xfrm>
              <a:off x="7494698" y="1006813"/>
              <a:ext cx="928364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BB740F6B-F7E6-D84D-3B2C-309BD9C21D7F}"/>
              </a:ext>
            </a:extLst>
          </p:cNvPr>
          <p:cNvCxnSpPr>
            <a:cxnSpLocks/>
            <a:stCxn id="15" idx="1"/>
            <a:endCxn id="154" idx="3"/>
          </p:cNvCxnSpPr>
          <p:nvPr/>
        </p:nvCxnSpPr>
        <p:spPr>
          <a:xfrm flipH="1">
            <a:off x="5417207" y="936202"/>
            <a:ext cx="2996323" cy="5905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9A0A866-7204-9052-313B-0155B0053BFB}"/>
              </a:ext>
            </a:extLst>
          </p:cNvPr>
          <p:cNvSpPr txBox="1">
            <a:spLocks/>
          </p:cNvSpPr>
          <p:nvPr/>
        </p:nvSpPr>
        <p:spPr>
          <a:xfrm>
            <a:off x="5948876" y="400798"/>
            <a:ext cx="19545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store user data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AC4B238-3AC1-0D71-0B20-A2C78D147C53}"/>
              </a:ext>
            </a:extLst>
          </p:cNvPr>
          <p:cNvSpPr/>
          <p:nvPr/>
        </p:nvSpPr>
        <p:spPr>
          <a:xfrm>
            <a:off x="5571557" y="437491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EB4D1801-27EB-E6DE-8901-B6A8353512F0}"/>
              </a:ext>
            </a:extLst>
          </p:cNvPr>
          <p:cNvCxnSpPr>
            <a:cxnSpLocks/>
            <a:stCxn id="15" idx="2"/>
            <a:endCxn id="4" idx="3"/>
          </p:cNvCxnSpPr>
          <p:nvPr/>
        </p:nvCxnSpPr>
        <p:spPr>
          <a:xfrm rot="5400000">
            <a:off x="6325677" y="532321"/>
            <a:ext cx="2153894" cy="3976385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9650436-835A-501B-721E-1EFD41AE6D2F}"/>
              </a:ext>
            </a:extLst>
          </p:cNvPr>
          <p:cNvSpPr/>
          <p:nvPr/>
        </p:nvSpPr>
        <p:spPr>
          <a:xfrm>
            <a:off x="5580294" y="376766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9CA8BB3-402B-384C-561E-80B8673E6759}"/>
              </a:ext>
            </a:extLst>
          </p:cNvPr>
          <p:cNvSpPr txBox="1">
            <a:spLocks/>
          </p:cNvSpPr>
          <p:nvPr/>
        </p:nvSpPr>
        <p:spPr>
          <a:xfrm>
            <a:off x="5852225" y="3697641"/>
            <a:ext cx="1513378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📦</a:t>
            </a: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storage</a:t>
            </a:r>
          </a:p>
        </p:txBody>
      </p: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DB288754-4C41-6EA8-5DEA-C5B6AF51EE55}"/>
              </a:ext>
            </a:extLst>
          </p:cNvPr>
          <p:cNvCxnSpPr>
            <a:cxnSpLocks/>
          </p:cNvCxnSpPr>
          <p:nvPr/>
        </p:nvCxnSpPr>
        <p:spPr>
          <a:xfrm flipV="1">
            <a:off x="3613069" y="1463444"/>
            <a:ext cx="0" cy="138890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C0EF798-7195-7CA5-A142-1E903189694E}"/>
              </a:ext>
            </a:extLst>
          </p:cNvPr>
          <p:cNvSpPr txBox="1">
            <a:spLocks/>
          </p:cNvSpPr>
          <p:nvPr/>
        </p:nvSpPr>
        <p:spPr>
          <a:xfrm>
            <a:off x="3649634" y="1640164"/>
            <a:ext cx="101965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2482765-A370-0895-C34D-7CB44F16C8C3}"/>
              </a:ext>
            </a:extLst>
          </p:cNvPr>
          <p:cNvSpPr/>
          <p:nvPr/>
        </p:nvSpPr>
        <p:spPr>
          <a:xfrm>
            <a:off x="3432892" y="164628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CEBE65-2CC6-8140-0A09-DEEB02823F06}"/>
              </a:ext>
            </a:extLst>
          </p:cNvPr>
          <p:cNvSpPr txBox="1"/>
          <p:nvPr/>
        </p:nvSpPr>
        <p:spPr>
          <a:xfrm>
            <a:off x="178670" y="6248084"/>
            <a:ext cx="157414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STORAGE</a:t>
            </a:r>
          </a:p>
        </p:txBody>
      </p:sp>
    </p:spTree>
    <p:extLst>
      <p:ext uri="{BB962C8B-B14F-4D97-AF65-F5344CB8AC3E}">
        <p14:creationId xmlns:p14="http://schemas.microsoft.com/office/powerpoint/2010/main" val="309475189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47351</TotalTime>
  <Words>38</Words>
  <Application>Microsoft Macintosh PowerPoint</Application>
  <PresentationFormat>Widescreen</PresentationFormat>
  <Paragraphs>21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156</cp:revision>
  <dcterms:created xsi:type="dcterms:W3CDTF">2022-10-07T16:14:37Z</dcterms:created>
  <dcterms:modified xsi:type="dcterms:W3CDTF">2025-10-16T01:17:12Z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2025-04-22T20:23:32Z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3a50ff92-e40b-46f6-b4eb-c1a821740062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