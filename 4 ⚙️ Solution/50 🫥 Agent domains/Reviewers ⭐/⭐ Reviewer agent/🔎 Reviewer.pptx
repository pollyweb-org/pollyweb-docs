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724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F0603020204020204" pitchFamily="34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🔎 User Search" id="{25C240E7-9785-5442-AC31-077BA8F0CCC1}">
          <p14:sldIdLst>
            <p14:sldId id="17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69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84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B648F-DF9C-5499-16F1-9A967BAC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CA654-C0EA-E443-28B0-A6CFBDB98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2B16F-9A36-6622-A395-93CDF41C9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9C9CC92-2ACD-C740-AD7B-DE84B15E203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149DD-5699-A4C5-AFD6-065EA9FA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AB5483-EBF5-A989-79BF-F7B4F75076E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9:00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E5F56-A65A-0EC1-3990-A96028B97B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580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00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0941-885F-A1B6-B1A5-349CACF7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98">
            <a:extLst>
              <a:ext uri="{FF2B5EF4-FFF2-40B4-BE49-F238E27FC236}">
                <a16:creationId xmlns:a16="http://schemas.microsoft.com/office/drawing/2014/main" id="{4E73810B-D05E-A070-30A0-DA6095DAF932}"/>
              </a:ext>
            </a:extLst>
          </p:cNvPr>
          <p:cNvSpPr txBox="1"/>
          <p:nvPr/>
        </p:nvSpPr>
        <p:spPr>
          <a:xfrm>
            <a:off x="2323864" y="2590477"/>
            <a:ext cx="136695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107F71-5EDC-9652-6FBD-794F2A9F1A8F}"/>
              </a:ext>
            </a:extLst>
          </p:cNvPr>
          <p:cNvSpPr/>
          <p:nvPr/>
        </p:nvSpPr>
        <p:spPr>
          <a:xfrm>
            <a:off x="335198" y="653853"/>
            <a:ext cx="56746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EB474D-889F-43BA-61D7-B5AD1AB910F1}"/>
              </a:ext>
            </a:extLst>
          </p:cNvPr>
          <p:cNvSpPr/>
          <p:nvPr/>
        </p:nvSpPr>
        <p:spPr>
          <a:xfrm>
            <a:off x="335198" y="1633675"/>
            <a:ext cx="56746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116BCB-6AE6-5644-AEEF-983398A448AA}"/>
              </a:ext>
            </a:extLst>
          </p:cNvPr>
          <p:cNvSpPr/>
          <p:nvPr/>
        </p:nvSpPr>
        <p:spPr>
          <a:xfrm>
            <a:off x="335198" y="2731296"/>
            <a:ext cx="56746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CE4C60-1755-5B9F-79E4-8393903E0DEF}"/>
              </a:ext>
            </a:extLst>
          </p:cNvPr>
          <p:cNvSpPr/>
          <p:nvPr/>
        </p:nvSpPr>
        <p:spPr>
          <a:xfrm>
            <a:off x="1799985" y="2731296"/>
            <a:ext cx="59674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⭐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09AE4D-0E69-7AE2-BC4E-6BF4D784F04D}"/>
              </a:ext>
            </a:extLst>
          </p:cNvPr>
          <p:cNvGrpSpPr/>
          <p:nvPr/>
        </p:nvGrpSpPr>
        <p:grpSpPr>
          <a:xfrm>
            <a:off x="3078031" y="415573"/>
            <a:ext cx="2131291" cy="1038741"/>
            <a:chOff x="7507403" y="1006813"/>
            <a:chExt cx="691415" cy="103874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EF2FE-4B4A-4E93-6412-FE6391B2DE27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⭐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Reviewer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FC18F0C-658F-4BAC-6F8D-62DC55706A7F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2A310E8-DDF9-8AA8-FBD0-6B9C087E4545}"/>
              </a:ext>
            </a:extLst>
          </p:cNvPr>
          <p:cNvGrpSpPr/>
          <p:nvPr/>
        </p:nvGrpSpPr>
        <p:grpSpPr>
          <a:xfrm>
            <a:off x="3078031" y="2493016"/>
            <a:ext cx="2131291" cy="1038741"/>
            <a:chOff x="7507403" y="1006813"/>
            <a:chExt cx="691415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6B45F16-CBA7-E60B-A41A-A5133E7AA3F9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3D8BC3B-D6F1-5A93-37C8-D0EF51B4CCF8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58" name="Straight Arrow Connector 12">
            <a:extLst>
              <a:ext uri="{FF2B5EF4-FFF2-40B4-BE49-F238E27FC236}">
                <a16:creationId xmlns:a16="http://schemas.microsoft.com/office/drawing/2014/main" id="{E6DA65F3-FA1C-150A-059F-4116ED2EF745}"/>
              </a:ext>
            </a:extLst>
          </p:cNvPr>
          <p:cNvCxnSpPr>
            <a:cxnSpLocks/>
            <a:stCxn id="30" idx="3"/>
            <a:endCxn id="52" idx="1"/>
          </p:cNvCxnSpPr>
          <p:nvPr/>
        </p:nvCxnSpPr>
        <p:spPr>
          <a:xfrm flipV="1">
            <a:off x="902662" y="934944"/>
            <a:ext cx="2175369" cy="1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6E764E1F-DD76-3823-0B06-09888338283D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902662" y="3012388"/>
            <a:ext cx="897323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12">
            <a:extLst>
              <a:ext uri="{FF2B5EF4-FFF2-40B4-BE49-F238E27FC236}">
                <a16:creationId xmlns:a16="http://schemas.microsoft.com/office/drawing/2014/main" id="{92F292A5-6C3B-933B-406E-EF964D4E09F0}"/>
              </a:ext>
            </a:extLst>
          </p:cNvPr>
          <p:cNvCxnSpPr>
            <a:cxnSpLocks/>
            <a:stCxn id="34" idx="3"/>
            <a:endCxn id="57" idx="1"/>
          </p:cNvCxnSpPr>
          <p:nvPr/>
        </p:nvCxnSpPr>
        <p:spPr>
          <a:xfrm flipV="1">
            <a:off x="2396731" y="3012387"/>
            <a:ext cx="681300" cy="1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EDB3D7CF-BFD6-0F34-5F52-0CB44D71FCB7}"/>
              </a:ext>
            </a:extLst>
          </p:cNvPr>
          <p:cNvCxnSpPr>
            <a:cxnSpLocks/>
            <a:stCxn id="52" idx="2"/>
            <a:endCxn id="57" idx="0"/>
          </p:cNvCxnSpPr>
          <p:nvPr/>
        </p:nvCxnSpPr>
        <p:spPr>
          <a:xfrm>
            <a:off x="4143677" y="1454314"/>
            <a:ext cx="0" cy="10387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12">
            <a:extLst>
              <a:ext uri="{FF2B5EF4-FFF2-40B4-BE49-F238E27FC236}">
                <a16:creationId xmlns:a16="http://schemas.microsoft.com/office/drawing/2014/main" id="{43B5D772-D1E4-9011-E653-19339107EDFD}"/>
              </a:ext>
            </a:extLst>
          </p:cNvPr>
          <p:cNvCxnSpPr>
            <a:cxnSpLocks/>
            <a:stCxn id="32" idx="3"/>
            <a:endCxn id="34" idx="0"/>
          </p:cNvCxnSpPr>
          <p:nvPr/>
        </p:nvCxnSpPr>
        <p:spPr>
          <a:xfrm>
            <a:off x="902662" y="1914767"/>
            <a:ext cx="1195696" cy="81652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B82160C-B6D1-FE79-6447-ADB02AA302BA}"/>
              </a:ext>
            </a:extLst>
          </p:cNvPr>
          <p:cNvGrpSpPr/>
          <p:nvPr/>
        </p:nvGrpSpPr>
        <p:grpSpPr>
          <a:xfrm>
            <a:off x="7325811" y="1315257"/>
            <a:ext cx="1988691" cy="1316816"/>
            <a:chOff x="7388710" y="3835400"/>
            <a:chExt cx="1988691" cy="131681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C3BADD5-775D-A815-281A-C223BE617D7F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258AC17-74BA-5F84-B02F-CC212B8292F9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B04BF58-E0F2-DC29-C329-3769A7B7FC13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02664B5-A37F-45B9-9A17-CEFD39E32D0C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C7FB9F5-16FC-A69C-7F72-89AE239E779F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EEDB39A-4949-A570-AECA-EE25323CBB0D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808A83C4-9096-10E0-9467-99E83B1ED087}"/>
              </a:ext>
            </a:extLst>
          </p:cNvPr>
          <p:cNvCxnSpPr>
            <a:cxnSpLocks/>
            <a:stCxn id="85" idx="0"/>
            <a:endCxn id="52" idx="3"/>
          </p:cNvCxnSpPr>
          <p:nvPr/>
        </p:nvCxnSpPr>
        <p:spPr>
          <a:xfrm rot="16200000" flipV="1">
            <a:off x="6574584" y="-430317"/>
            <a:ext cx="380313" cy="311083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Straight Arrow Connector 12">
            <a:extLst>
              <a:ext uri="{FF2B5EF4-FFF2-40B4-BE49-F238E27FC236}">
                <a16:creationId xmlns:a16="http://schemas.microsoft.com/office/drawing/2014/main" id="{07091E04-B01C-006E-467B-200CF20B1419}"/>
              </a:ext>
            </a:extLst>
          </p:cNvPr>
          <p:cNvCxnSpPr>
            <a:cxnSpLocks/>
            <a:stCxn id="85" idx="2"/>
            <a:endCxn id="57" idx="3"/>
          </p:cNvCxnSpPr>
          <p:nvPr/>
        </p:nvCxnSpPr>
        <p:spPr>
          <a:xfrm rot="5400000">
            <a:off x="6574583" y="1266813"/>
            <a:ext cx="380314" cy="311083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E822595C-3DE8-41A9-78D5-3FEC3C98C881}"/>
              </a:ext>
            </a:extLst>
          </p:cNvPr>
          <p:cNvSpPr txBox="1">
            <a:spLocks/>
          </p:cNvSpPr>
          <p:nvPr/>
        </p:nvSpPr>
        <p:spPr>
          <a:xfrm>
            <a:off x="5775501" y="3141505"/>
            <a:ext cx="222118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search domains </a:t>
            </a:r>
            <a:r>
              <a:rPr lang="en-GB" sz="1400" dirty="0"/>
              <a:t>🔍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BA3B3860-A732-47C3-31A2-31BB0BC4F839}"/>
              </a:ext>
            </a:extLst>
          </p:cNvPr>
          <p:cNvSpPr/>
          <p:nvPr/>
        </p:nvSpPr>
        <p:spPr>
          <a:xfrm>
            <a:off x="5405833" y="317149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6" name="Content Placeholder 2">
            <a:extLst>
              <a:ext uri="{FF2B5EF4-FFF2-40B4-BE49-F238E27FC236}">
                <a16:creationId xmlns:a16="http://schemas.microsoft.com/office/drawing/2014/main" id="{BB23B1EA-BB15-2566-314A-F020D13D5342}"/>
              </a:ext>
            </a:extLst>
          </p:cNvPr>
          <p:cNvSpPr txBox="1">
            <a:spLocks/>
          </p:cNvSpPr>
          <p:nvPr/>
        </p:nvSpPr>
        <p:spPr>
          <a:xfrm>
            <a:off x="5765833" y="409462"/>
            <a:ext cx="268426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submit review </a:t>
            </a:r>
            <a:r>
              <a:rPr lang="en-GB" sz="1400" dirty="0"/>
              <a:t>⭐ ⭐ ⭐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AB81183B-2A24-CDED-53E5-27CD779D1502}"/>
              </a:ext>
            </a:extLst>
          </p:cNvPr>
          <p:cNvSpPr/>
          <p:nvPr/>
        </p:nvSpPr>
        <p:spPr>
          <a:xfrm>
            <a:off x="5396165" y="43945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BD7CA27-AE8C-9EEE-8108-D042514B4DB2}"/>
              </a:ext>
            </a:extLst>
          </p:cNvPr>
          <p:cNvSpPr txBox="1"/>
          <p:nvPr/>
        </p:nvSpPr>
        <p:spPr>
          <a:xfrm>
            <a:off x="4045041" y="1683933"/>
            <a:ext cx="213128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broadcast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46570D-80AF-BFA9-8655-781E80201B29}"/>
              </a:ext>
            </a:extLst>
          </p:cNvPr>
          <p:cNvSpPr txBox="1"/>
          <p:nvPr/>
        </p:nvSpPr>
        <p:spPr>
          <a:xfrm>
            <a:off x="935611" y="565611"/>
            <a:ext cx="1634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300" dirty="0"/>
              <a:t>⭐ ⭐ ⭐ ⭐ ⭐</a:t>
            </a:r>
            <a:endParaRPr lang="en-GB" spc="-3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D21A47-1925-895D-84A1-69DCA9AE06C6}"/>
              </a:ext>
            </a:extLst>
          </p:cNvPr>
          <p:cNvSpPr txBox="1"/>
          <p:nvPr/>
        </p:nvSpPr>
        <p:spPr>
          <a:xfrm>
            <a:off x="917134" y="1550741"/>
            <a:ext cx="1634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300" dirty="0"/>
              <a:t>⭐ </a:t>
            </a:r>
            <a:endParaRPr lang="en-GB" spc="-3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BFB805B-5E3F-3EF9-03E2-55DAB89218EE}"/>
              </a:ext>
            </a:extLst>
          </p:cNvPr>
          <p:cNvSpPr txBox="1"/>
          <p:nvPr/>
        </p:nvSpPr>
        <p:spPr>
          <a:xfrm>
            <a:off x="927697" y="2647275"/>
            <a:ext cx="611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300" dirty="0"/>
              <a:t>⭐ ⭐</a:t>
            </a:r>
            <a:endParaRPr lang="en-GB" spc="-300" dirty="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D6F1DFFB-04A6-CB0F-466D-F933AAAEB783}"/>
              </a:ext>
            </a:extLst>
          </p:cNvPr>
          <p:cNvSpPr/>
          <p:nvPr/>
        </p:nvSpPr>
        <p:spPr>
          <a:xfrm>
            <a:off x="3658636" y="175628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BCA1843-AA28-3823-95FA-5A325AD3029C}"/>
              </a:ext>
            </a:extLst>
          </p:cNvPr>
          <p:cNvGrpSpPr/>
          <p:nvPr/>
        </p:nvGrpSpPr>
        <p:grpSpPr>
          <a:xfrm>
            <a:off x="9933645" y="412665"/>
            <a:ext cx="1988691" cy="1041649"/>
            <a:chOff x="6139542" y="968452"/>
            <a:chExt cx="1988691" cy="1041649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9B0298C-2E3A-50E0-6365-7A64C82BD20F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1272159-C833-DB51-B818-30D28969C3C4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109" name="Straight Arrow Connector 12">
            <a:extLst>
              <a:ext uri="{FF2B5EF4-FFF2-40B4-BE49-F238E27FC236}">
                <a16:creationId xmlns:a16="http://schemas.microsoft.com/office/drawing/2014/main" id="{F055D60C-46C7-C11F-2533-07E7F8CA5569}"/>
              </a:ext>
            </a:extLst>
          </p:cNvPr>
          <p:cNvCxnSpPr>
            <a:cxnSpLocks/>
            <a:endCxn id="107" idx="1"/>
          </p:cNvCxnSpPr>
          <p:nvPr/>
        </p:nvCxnSpPr>
        <p:spPr>
          <a:xfrm flipV="1">
            <a:off x="8450099" y="933490"/>
            <a:ext cx="1483546" cy="1453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4237904E-EBF7-EC3F-6AD4-E116ADFDAC06}"/>
              </a:ext>
            </a:extLst>
          </p:cNvPr>
          <p:cNvSpPr/>
          <p:nvPr/>
        </p:nvSpPr>
        <p:spPr>
          <a:xfrm>
            <a:off x="9469531" y="213446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DF9F6F26-A603-7F1E-4136-33F72ADF782D}"/>
              </a:ext>
            </a:extLst>
          </p:cNvPr>
          <p:cNvSpPr txBox="1">
            <a:spLocks/>
          </p:cNvSpPr>
          <p:nvPr/>
        </p:nvSpPr>
        <p:spPr>
          <a:xfrm>
            <a:off x="9843251" y="2112753"/>
            <a:ext cx="220239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anti-bot check</a:t>
            </a:r>
            <a:endParaRPr lang="en-GB" sz="1400" dirty="0"/>
          </a:p>
        </p:txBody>
      </p:sp>
      <p:cxnSp>
        <p:nvCxnSpPr>
          <p:cNvPr id="115" name="Straight Arrow Connector 12">
            <a:extLst>
              <a:ext uri="{FF2B5EF4-FFF2-40B4-BE49-F238E27FC236}">
                <a16:creationId xmlns:a16="http://schemas.microsoft.com/office/drawing/2014/main" id="{2856365A-0A8C-6226-5620-B39E18D765D4}"/>
              </a:ext>
            </a:extLst>
          </p:cNvPr>
          <p:cNvCxnSpPr>
            <a:cxnSpLocks/>
            <a:stCxn id="107" idx="2"/>
            <a:endCxn id="85" idx="3"/>
          </p:cNvCxnSpPr>
          <p:nvPr/>
        </p:nvCxnSpPr>
        <p:spPr>
          <a:xfrm rot="5400000">
            <a:off x="9861572" y="907245"/>
            <a:ext cx="519351" cy="161348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AEE96876-BE70-84FC-A770-997FCD7CB3CB}"/>
              </a:ext>
            </a:extLst>
          </p:cNvPr>
          <p:cNvSpPr/>
          <p:nvPr/>
        </p:nvSpPr>
        <p:spPr>
          <a:xfrm>
            <a:off x="8988386" y="43700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47D53C38-C5BA-01C4-F9AC-997D05CB5E7D}"/>
              </a:ext>
            </a:extLst>
          </p:cNvPr>
          <p:cNvSpPr txBox="1">
            <a:spLocks/>
          </p:cNvSpPr>
          <p:nvPr/>
        </p:nvSpPr>
        <p:spPr>
          <a:xfrm>
            <a:off x="9362106" y="415299"/>
            <a:ext cx="6054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OK</a:t>
            </a:r>
            <a:endParaRPr lang="en-GB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CF5F3-9826-8A80-5EED-74A96C42A46E}"/>
              </a:ext>
            </a:extLst>
          </p:cNvPr>
          <p:cNvSpPr txBox="1"/>
          <p:nvPr/>
        </p:nvSpPr>
        <p:spPr>
          <a:xfrm>
            <a:off x="178670" y="6248084"/>
            <a:ext cx="170719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REVIEWER</a:t>
            </a:r>
          </a:p>
        </p:txBody>
      </p:sp>
    </p:spTree>
    <p:extLst>
      <p:ext uri="{BB962C8B-B14F-4D97-AF65-F5344CB8AC3E}">
        <p14:creationId xmlns:p14="http://schemas.microsoft.com/office/powerpoint/2010/main" val="355795215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49923</TotalTime>
  <Words>57</Words>
  <Application>Microsoft Macintosh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2025-10-15T20:00:21Z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2025-04-22T20:19:07Z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95b68642-ed85-41cb-99aa-3b883b9396ca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