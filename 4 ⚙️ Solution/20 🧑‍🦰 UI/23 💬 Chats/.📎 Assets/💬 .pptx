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825" r:id="rId2"/>
    <p:sldId id="1696" r:id="rId3"/>
    <p:sldId id="1714" r:id="rId4"/>
    <p:sldId id="1721" r:id="rId5"/>
    <p:sldId id="1712" r:id="rId6"/>
  </p:sldIdLst>
  <p:sldSz cx="12192000" cy="6858000"/>
  <p:notesSz cx="6858000" cy="9144000"/>
  <p:embeddedFontLst>
    <p:embeddedFont>
      <p:font typeface="Amazon Ember" panose="020B0603020204020204" pitchFamily="34" charset="0"/>
      <p:regular r:id="rId9"/>
      <p:bold r:id="rId10"/>
      <p:italic r:id="rId11"/>
      <p:boldItalic r:id="rId12"/>
    </p:embeddedFont>
    <p:embeddedFont>
      <p:font typeface="Amazon Ember Display" panose="020B0603020204020204" pitchFamily="34" charset="0"/>
      <p:regular r:id="rId13"/>
      <p:bold r:id="rId14"/>
      <p:italic r:id="rId15"/>
      <p:boldItalic r:id="rId16"/>
    </p:embeddedFont>
    <p:embeddedFont>
      <p:font typeface="Segoe UI" panose="020B05020402040202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💬 User Chats" id="{56E71F63-9C4A-9B47-BF54-219E0CBE47D8}">
          <p14:sldIdLst>
            <p14:sldId id="1825"/>
            <p14:sldId id="1696"/>
            <p14:sldId id="1714"/>
            <p14:sldId id="1721"/>
            <p14:sldId id="171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33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92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0CD53-A1E2-31E0-BB54-0098EF97F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012F6-9643-5074-584D-D2A91B81E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93F2EC-D7EE-3939-945F-B253E6E37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EA3BF26-8E07-9792-6599-0D3B7D53904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1A679-030F-D061-74C6-E801B071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4339A7-700A-A83D-9E4A-B72D8C087B6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61730-382F-2CF4-2C4D-153943EF6D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259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AF1E3-0250-8E81-F045-C29E002D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E45F2-CE2D-17B6-A727-BC8C42F73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688BC-52A7-794F-6A5E-16DFA087F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FD6D1A6-8FB4-A97C-5B77-D72E24CF814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E01C2-9A21-502F-8759-189BC49D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6A4303-D199-B521-0449-2F5DB070783F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6CFDD-570B-B449-57D9-21F875D4192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545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057E3-6140-CC42-23EC-2D216EAD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8E219-2688-6DFD-6E32-C6155B205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956E1-47E6-F09F-0840-9A5B37433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7FC4EDC-D44E-AD6F-D84D-049E507B8A3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556FE-8696-6586-BFBC-D06E6B47E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7EDBFAE-36E8-2C92-9968-5C5B14A125A6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72EBE-B8AA-7EE8-EE57-AB796A9741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96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61E0F-7663-1DEE-FD0A-D30BF24B4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7EF33-5207-619F-CEBD-B61F6BA6A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275FC-6752-8140-5D16-A258EEEDE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44810AA-68A3-AD7F-28A1-FD295CB10F7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1271B-239B-A0AE-ACAC-A733D1AB7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529C15B-4FEB-974C-4E27-B7E5F98F0B3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49478-3820-78D5-8D21-C413B9BEA4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516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80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32A79-E15D-22E0-200E-50CB9806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00D803-F0A1-DE9D-88A4-54A6D972F4B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💬 User </a:t>
            </a:r>
          </a:p>
          <a:p>
            <a:pPr algn="ctr"/>
            <a:r>
              <a:rPr lang="en-GB" sz="11500" dirty="0">
                <a:solidFill>
                  <a:srgbClr val="FFFF00"/>
                </a:solidFill>
              </a:rPr>
              <a:t>Chats</a:t>
            </a:r>
          </a:p>
        </p:txBody>
      </p:sp>
    </p:spTree>
    <p:extLst>
      <p:ext uri="{BB962C8B-B14F-4D97-AF65-F5344CB8AC3E}">
        <p14:creationId xmlns:p14="http://schemas.microsoft.com/office/powerpoint/2010/main" val="411515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24787-3DAE-0E67-EA05-42BB4CF59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D90CF87-B3D3-DF2D-10D7-942B6AA5A409}"/>
              </a:ext>
            </a:extLst>
          </p:cNvPr>
          <p:cNvGrpSpPr/>
          <p:nvPr/>
        </p:nvGrpSpPr>
        <p:grpSpPr>
          <a:xfrm>
            <a:off x="1171542" y="2602175"/>
            <a:ext cx="1504486" cy="1014729"/>
            <a:chOff x="7507403" y="1006813"/>
            <a:chExt cx="714587" cy="1014729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08E5900-83BA-919E-DEA5-A40D91064B75}"/>
                </a:ext>
              </a:extLst>
            </p:cNvPr>
            <p:cNvSpPr/>
            <p:nvPr/>
          </p:nvSpPr>
          <p:spPr>
            <a:xfrm>
              <a:off x="7553549" y="1378148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A1510338-3F37-09A3-5989-24186F3F2C6C}"/>
                </a:ext>
              </a:extLst>
            </p:cNvPr>
            <p:cNvSpPr/>
            <p:nvPr/>
          </p:nvSpPr>
          <p:spPr>
            <a:xfrm>
              <a:off x="7507403" y="1006813"/>
              <a:ext cx="71458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4826ADA6-3FF8-3943-9B86-399BB72D6CE4}"/>
              </a:ext>
            </a:extLst>
          </p:cNvPr>
          <p:cNvGrpSpPr/>
          <p:nvPr/>
        </p:nvGrpSpPr>
        <p:grpSpPr>
          <a:xfrm>
            <a:off x="4724623" y="455243"/>
            <a:ext cx="2505685" cy="1490223"/>
            <a:chOff x="6096000" y="4418672"/>
            <a:chExt cx="2505685" cy="1490223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50CC97A2-3E4D-1ABE-2FE5-1C9A43F482FB}"/>
                </a:ext>
              </a:extLst>
            </p:cNvPr>
            <p:cNvSpPr/>
            <p:nvPr/>
          </p:nvSpPr>
          <p:spPr>
            <a:xfrm>
              <a:off x="6096000" y="4418672"/>
              <a:ext cx="2505685" cy="149022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77D1ECC-8687-CC32-8C47-E0C94E0038FB}"/>
                </a:ext>
              </a:extLst>
            </p:cNvPr>
            <p:cNvSpPr/>
            <p:nvPr/>
          </p:nvSpPr>
          <p:spPr>
            <a:xfrm>
              <a:off x="6214847" y="4553221"/>
              <a:ext cx="22807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 App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76FE380-608D-ED19-D772-160871C76C12}"/>
                </a:ext>
              </a:extLst>
            </p:cNvPr>
            <p:cNvSpPr/>
            <p:nvPr/>
          </p:nvSpPr>
          <p:spPr>
            <a:xfrm>
              <a:off x="7930386" y="5223362"/>
              <a:ext cx="5621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63BDEF6B-886E-63D7-84EA-4D884121ABAA}"/>
                </a:ext>
              </a:extLst>
            </p:cNvPr>
            <p:cNvSpPr/>
            <p:nvPr/>
          </p:nvSpPr>
          <p:spPr>
            <a:xfrm>
              <a:off x="6214847" y="5223362"/>
              <a:ext cx="15912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Broker</a:t>
              </a:r>
            </a:p>
          </p:txBody>
        </p:sp>
      </p:grpSp>
      <p:sp>
        <p:nvSpPr>
          <p:cNvPr id="166" name="Can 165">
            <a:extLst>
              <a:ext uri="{FF2B5EF4-FFF2-40B4-BE49-F238E27FC236}">
                <a16:creationId xmlns:a16="http://schemas.microsoft.com/office/drawing/2014/main" id="{21F5BAA8-8B4F-A545-305C-514E2D6CF7F1}"/>
              </a:ext>
            </a:extLst>
          </p:cNvPr>
          <p:cNvSpPr/>
          <p:nvPr/>
        </p:nvSpPr>
        <p:spPr>
          <a:xfrm>
            <a:off x="2032912" y="3446097"/>
            <a:ext cx="1119975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sessions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108510BA-6ACC-A82C-F701-A658531D589C}"/>
              </a:ext>
            </a:extLst>
          </p:cNvPr>
          <p:cNvGrpSpPr/>
          <p:nvPr/>
        </p:nvGrpSpPr>
        <p:grpSpPr>
          <a:xfrm>
            <a:off x="9001197" y="2602175"/>
            <a:ext cx="1571397" cy="1014729"/>
            <a:chOff x="7507403" y="1006813"/>
            <a:chExt cx="746368" cy="1014729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F70FF8C3-4E24-E95F-90BA-8D3BF48DCF04}"/>
                </a:ext>
              </a:extLst>
            </p:cNvPr>
            <p:cNvSpPr/>
            <p:nvPr/>
          </p:nvSpPr>
          <p:spPr>
            <a:xfrm>
              <a:off x="7553549" y="1378148"/>
              <a:ext cx="66844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Vault</a:t>
              </a: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B1BCEC72-957E-EBD9-E929-238F221AA25A}"/>
                </a:ext>
              </a:extLst>
            </p:cNvPr>
            <p:cNvSpPr/>
            <p:nvPr/>
          </p:nvSpPr>
          <p:spPr>
            <a:xfrm>
              <a:off x="7507403" y="1006813"/>
              <a:ext cx="746368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170" name="Can 169">
            <a:extLst>
              <a:ext uri="{FF2B5EF4-FFF2-40B4-BE49-F238E27FC236}">
                <a16:creationId xmlns:a16="http://schemas.microsoft.com/office/drawing/2014/main" id="{294A319E-BB5F-20FB-11F8-24BC16B996EA}"/>
              </a:ext>
            </a:extLst>
          </p:cNvPr>
          <p:cNvSpPr/>
          <p:nvPr/>
        </p:nvSpPr>
        <p:spPr>
          <a:xfrm>
            <a:off x="9862572" y="3446097"/>
            <a:ext cx="1504417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disclosures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A6B8C48-2A0B-EE0E-5ACB-C67FD5DA9D0A}"/>
              </a:ext>
            </a:extLst>
          </p:cNvPr>
          <p:cNvSpPr/>
          <p:nvPr/>
        </p:nvSpPr>
        <p:spPr>
          <a:xfrm>
            <a:off x="4724624" y="2622347"/>
            <a:ext cx="2505685" cy="2453035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00969E7F-907D-CE0E-BE7C-1112C2858B6F}"/>
              </a:ext>
            </a:extLst>
          </p:cNvPr>
          <p:cNvSpPr txBox="1"/>
          <p:nvPr/>
        </p:nvSpPr>
        <p:spPr>
          <a:xfrm>
            <a:off x="4924142" y="3028679"/>
            <a:ext cx="2290186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sharing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bindings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tokens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goodbye!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73" name="Straight Arrow Connector 12">
            <a:extLst>
              <a:ext uri="{FF2B5EF4-FFF2-40B4-BE49-F238E27FC236}">
                <a16:creationId xmlns:a16="http://schemas.microsoft.com/office/drawing/2014/main" id="{0E4AB0BD-0D13-0E80-0C36-1296FAC3F488}"/>
              </a:ext>
            </a:extLst>
          </p:cNvPr>
          <p:cNvCxnSpPr>
            <a:cxnSpLocks/>
            <a:stCxn id="159" idx="1"/>
            <a:endCxn id="154" idx="0"/>
          </p:cNvCxnSpPr>
          <p:nvPr/>
        </p:nvCxnSpPr>
        <p:spPr>
          <a:xfrm rot="10800000" flipV="1">
            <a:off x="1923785" y="1200355"/>
            <a:ext cx="2800838" cy="1401820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1A185FD4-0021-5024-5DEC-BC3618BE456C}"/>
              </a:ext>
            </a:extLst>
          </p:cNvPr>
          <p:cNvSpPr txBox="1"/>
          <p:nvPr/>
        </p:nvSpPr>
        <p:spPr>
          <a:xfrm>
            <a:off x="4736498" y="2628569"/>
            <a:ext cx="2505685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😃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session talker</a:t>
            </a:r>
          </a:p>
        </p:txBody>
      </p:sp>
      <p:cxnSp>
        <p:nvCxnSpPr>
          <p:cNvPr id="178" name="Straight Arrow Connector 12">
            <a:extLst>
              <a:ext uri="{FF2B5EF4-FFF2-40B4-BE49-F238E27FC236}">
                <a16:creationId xmlns:a16="http://schemas.microsoft.com/office/drawing/2014/main" id="{435F9D06-FEF9-844D-9CBA-B606C6C7C838}"/>
              </a:ext>
            </a:extLst>
          </p:cNvPr>
          <p:cNvCxnSpPr>
            <a:cxnSpLocks/>
            <a:stCxn id="159" idx="3"/>
            <a:endCxn id="169" idx="0"/>
          </p:cNvCxnSpPr>
          <p:nvPr/>
        </p:nvCxnSpPr>
        <p:spPr>
          <a:xfrm>
            <a:off x="7230308" y="1200355"/>
            <a:ext cx="2556588" cy="1401820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5" name="Straight Arrow Connector 12">
            <a:extLst>
              <a:ext uri="{FF2B5EF4-FFF2-40B4-BE49-F238E27FC236}">
                <a16:creationId xmlns:a16="http://schemas.microsoft.com/office/drawing/2014/main" id="{785F9C63-7201-CDC3-E3B5-C59A4DA845E7}"/>
              </a:ext>
            </a:extLst>
          </p:cNvPr>
          <p:cNvCxnSpPr>
            <a:cxnSpLocks/>
            <a:stCxn id="169" idx="2"/>
            <a:endCxn id="213" idx="3"/>
          </p:cNvCxnSpPr>
          <p:nvPr/>
        </p:nvCxnSpPr>
        <p:spPr>
          <a:xfrm rot="5400000">
            <a:off x="7230398" y="3035372"/>
            <a:ext cx="1974966" cy="3138031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6" name="Straight Arrow Connector 12">
            <a:extLst>
              <a:ext uri="{FF2B5EF4-FFF2-40B4-BE49-F238E27FC236}">
                <a16:creationId xmlns:a16="http://schemas.microsoft.com/office/drawing/2014/main" id="{596A3AB3-F84B-B3A1-1C9D-F20B633A7C5A}"/>
              </a:ext>
            </a:extLst>
          </p:cNvPr>
          <p:cNvCxnSpPr>
            <a:cxnSpLocks/>
            <a:endCxn id="153" idx="3"/>
          </p:cNvCxnSpPr>
          <p:nvPr/>
        </p:nvCxnSpPr>
        <p:spPr>
          <a:xfrm flipH="1">
            <a:off x="2592900" y="3254602"/>
            <a:ext cx="2115743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Arrow Connector 12">
            <a:extLst>
              <a:ext uri="{FF2B5EF4-FFF2-40B4-BE49-F238E27FC236}">
                <a16:creationId xmlns:a16="http://schemas.microsoft.com/office/drawing/2014/main" id="{8C7A82BF-D111-B72D-1CDC-DE713AC6E5F2}"/>
              </a:ext>
            </a:extLst>
          </p:cNvPr>
          <p:cNvCxnSpPr>
            <a:cxnSpLocks/>
            <a:endCxn id="168" idx="1"/>
          </p:cNvCxnSpPr>
          <p:nvPr/>
        </p:nvCxnSpPr>
        <p:spPr>
          <a:xfrm>
            <a:off x="7242183" y="3254602"/>
            <a:ext cx="1856169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4" name="Content Placeholder 2">
            <a:extLst>
              <a:ext uri="{FF2B5EF4-FFF2-40B4-BE49-F238E27FC236}">
                <a16:creationId xmlns:a16="http://schemas.microsoft.com/office/drawing/2014/main" id="{5E61E1F4-4463-1AAC-9711-C89C4111AF83}"/>
              </a:ext>
            </a:extLst>
          </p:cNvPr>
          <p:cNvSpPr txBox="1">
            <a:spLocks/>
          </p:cNvSpPr>
          <p:nvPr/>
        </p:nvSpPr>
        <p:spPr>
          <a:xfrm>
            <a:off x="7594934" y="670828"/>
            <a:ext cx="135806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disclose</a:t>
            </a:r>
          </a:p>
        </p:txBody>
      </p:sp>
      <p:sp>
        <p:nvSpPr>
          <p:cNvPr id="205" name="Content Placeholder 2">
            <a:extLst>
              <a:ext uri="{FF2B5EF4-FFF2-40B4-BE49-F238E27FC236}">
                <a16:creationId xmlns:a16="http://schemas.microsoft.com/office/drawing/2014/main" id="{590CDAD6-7D2E-A06C-E448-B282126F63D2}"/>
              </a:ext>
            </a:extLst>
          </p:cNvPr>
          <p:cNvSpPr txBox="1">
            <a:spLocks/>
          </p:cNvSpPr>
          <p:nvPr/>
        </p:nvSpPr>
        <p:spPr>
          <a:xfrm>
            <a:off x="3116330" y="679538"/>
            <a:ext cx="135806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</a:t>
            </a:r>
          </a:p>
        </p:txBody>
      </p:sp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D6EEBCE6-606C-943D-6359-FD31F2931BA2}"/>
              </a:ext>
            </a:extLst>
          </p:cNvPr>
          <p:cNvSpPr/>
          <p:nvPr/>
        </p:nvSpPr>
        <p:spPr>
          <a:xfrm>
            <a:off x="4225192" y="69959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9" name="Straight Arrow Connector 12">
            <a:extLst>
              <a:ext uri="{FF2B5EF4-FFF2-40B4-BE49-F238E27FC236}">
                <a16:creationId xmlns:a16="http://schemas.microsoft.com/office/drawing/2014/main" id="{79320CF7-D4A0-DC0B-2634-0448745F38F5}"/>
              </a:ext>
            </a:extLst>
          </p:cNvPr>
          <p:cNvCxnSpPr>
            <a:cxnSpLocks/>
            <a:stCxn id="159" idx="2"/>
            <a:endCxn id="171" idx="0"/>
          </p:cNvCxnSpPr>
          <p:nvPr/>
        </p:nvCxnSpPr>
        <p:spPr>
          <a:xfrm>
            <a:off x="5977466" y="1945466"/>
            <a:ext cx="1" cy="67688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7F2F1798-AF65-347B-2926-84A6231FE96E}"/>
              </a:ext>
            </a:extLst>
          </p:cNvPr>
          <p:cNvSpPr txBox="1"/>
          <p:nvPr/>
        </p:nvSpPr>
        <p:spPr>
          <a:xfrm>
            <a:off x="5180856" y="5391815"/>
            <a:ext cx="146800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ℹ️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 info</a:t>
            </a:r>
          </a:p>
        </p:txBody>
      </p:sp>
      <p:cxnSp>
        <p:nvCxnSpPr>
          <p:cNvPr id="215" name="Straight Arrow Connector 12">
            <a:extLst>
              <a:ext uri="{FF2B5EF4-FFF2-40B4-BE49-F238E27FC236}">
                <a16:creationId xmlns:a16="http://schemas.microsoft.com/office/drawing/2014/main" id="{F9497136-3035-646C-4A9C-9C6FDE6B7607}"/>
              </a:ext>
            </a:extLst>
          </p:cNvPr>
          <p:cNvCxnSpPr>
            <a:cxnSpLocks/>
            <a:stCxn id="213" idx="1"/>
            <a:endCxn id="154" idx="2"/>
          </p:cNvCxnSpPr>
          <p:nvPr/>
        </p:nvCxnSpPr>
        <p:spPr>
          <a:xfrm rot="10800000">
            <a:off x="1923786" y="3616904"/>
            <a:ext cx="3257071" cy="1974966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8" name="Rounded Rectangle 217">
            <a:extLst>
              <a:ext uri="{FF2B5EF4-FFF2-40B4-BE49-F238E27FC236}">
                <a16:creationId xmlns:a16="http://schemas.microsoft.com/office/drawing/2014/main" id="{A1CDB884-C71E-78C4-B09B-58F3B2BDB15C}"/>
              </a:ext>
            </a:extLst>
          </p:cNvPr>
          <p:cNvSpPr/>
          <p:nvPr/>
        </p:nvSpPr>
        <p:spPr>
          <a:xfrm>
            <a:off x="2821859" y="275576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1" name="Rounded Rectangle 220">
            <a:extLst>
              <a:ext uri="{FF2B5EF4-FFF2-40B4-BE49-F238E27FC236}">
                <a16:creationId xmlns:a16="http://schemas.microsoft.com/office/drawing/2014/main" id="{10D8762B-FD51-D5EE-5891-34574C9A7E53}"/>
              </a:ext>
            </a:extLst>
          </p:cNvPr>
          <p:cNvSpPr/>
          <p:nvPr/>
        </p:nvSpPr>
        <p:spPr>
          <a:xfrm>
            <a:off x="7361030" y="696614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22" name="Rounded Rectangle 221">
            <a:extLst>
              <a:ext uri="{FF2B5EF4-FFF2-40B4-BE49-F238E27FC236}">
                <a16:creationId xmlns:a16="http://schemas.microsoft.com/office/drawing/2014/main" id="{15149B9D-F21C-58AA-8BEB-D6164015A0C6}"/>
              </a:ext>
            </a:extLst>
          </p:cNvPr>
          <p:cNvSpPr/>
          <p:nvPr/>
        </p:nvSpPr>
        <p:spPr>
          <a:xfrm>
            <a:off x="8509775" y="2754056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23" name="Rounded Rectangle 222">
            <a:extLst>
              <a:ext uri="{FF2B5EF4-FFF2-40B4-BE49-F238E27FC236}">
                <a16:creationId xmlns:a16="http://schemas.microsoft.com/office/drawing/2014/main" id="{2BF52716-2DBD-6435-444D-87307B55A1BF}"/>
              </a:ext>
            </a:extLst>
          </p:cNvPr>
          <p:cNvSpPr/>
          <p:nvPr/>
        </p:nvSpPr>
        <p:spPr>
          <a:xfrm>
            <a:off x="5464993" y="2093820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4" name="Rounded Rectangle 223">
            <a:extLst>
              <a:ext uri="{FF2B5EF4-FFF2-40B4-BE49-F238E27FC236}">
                <a16:creationId xmlns:a16="http://schemas.microsoft.com/office/drawing/2014/main" id="{FE81FE34-E43B-0CCE-2591-A04BB2A2C448}"/>
              </a:ext>
            </a:extLst>
          </p:cNvPr>
          <p:cNvSpPr/>
          <p:nvPr/>
        </p:nvSpPr>
        <p:spPr>
          <a:xfrm>
            <a:off x="9300462" y="3735764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B8733A-F5D2-F40A-ED89-F32F86FAF82E}"/>
              </a:ext>
            </a:extLst>
          </p:cNvPr>
          <p:cNvSpPr txBox="1"/>
          <p:nvPr/>
        </p:nvSpPr>
        <p:spPr>
          <a:xfrm>
            <a:off x="4795798" y="1156034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AA626-2B28-5830-D774-0EE964056B8F}"/>
              </a:ext>
            </a:extLst>
          </p:cNvPr>
          <p:cNvSpPr txBox="1"/>
          <p:nvPr/>
        </p:nvSpPr>
        <p:spPr>
          <a:xfrm>
            <a:off x="147264" y="6233934"/>
            <a:ext cx="94577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HOST</a:t>
            </a:r>
          </a:p>
        </p:txBody>
      </p:sp>
    </p:spTree>
    <p:extLst>
      <p:ext uri="{BB962C8B-B14F-4D97-AF65-F5344CB8AC3E}">
        <p14:creationId xmlns:p14="http://schemas.microsoft.com/office/powerpoint/2010/main" val="151704079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16273-7335-5ECA-9259-3612E292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1274943-BDB4-0D24-D0DE-6A10FC2744BC}"/>
              </a:ext>
            </a:extLst>
          </p:cNvPr>
          <p:cNvGrpSpPr/>
          <p:nvPr/>
        </p:nvGrpSpPr>
        <p:grpSpPr>
          <a:xfrm>
            <a:off x="922711" y="2862692"/>
            <a:ext cx="1629295" cy="1038741"/>
            <a:chOff x="7500885" y="1006813"/>
            <a:chExt cx="703516" cy="10387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D11BD7-8356-D02F-3FEB-7E9F453E85A8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1531C1-D522-D9F1-167C-058E06E59B9B}"/>
                </a:ext>
              </a:extLst>
            </p:cNvPr>
            <p:cNvSpPr/>
            <p:nvPr/>
          </p:nvSpPr>
          <p:spPr>
            <a:xfrm>
              <a:off x="7500885" y="1006813"/>
              <a:ext cx="703516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960F9DA-E0B9-C211-F15D-9A0EBE8C3C44}"/>
              </a:ext>
            </a:extLst>
          </p:cNvPr>
          <p:cNvGrpSpPr/>
          <p:nvPr/>
        </p:nvGrpSpPr>
        <p:grpSpPr>
          <a:xfrm>
            <a:off x="8354291" y="2874817"/>
            <a:ext cx="2377441" cy="1014729"/>
            <a:chOff x="7520352" y="1006813"/>
            <a:chExt cx="933236" cy="101472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553B26-866E-96B6-F7A4-42C0D367A435}"/>
                </a:ext>
              </a:extLst>
            </p:cNvPr>
            <p:cNvSpPr/>
            <p:nvPr/>
          </p:nvSpPr>
          <p:spPr>
            <a:xfrm>
              <a:off x="7553548" y="1378148"/>
              <a:ext cx="8667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Integrator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973C92-DBAF-D0E7-CA1E-CD872D3AC966}"/>
                </a:ext>
              </a:extLst>
            </p:cNvPr>
            <p:cNvSpPr/>
            <p:nvPr/>
          </p:nvSpPr>
          <p:spPr>
            <a:xfrm>
              <a:off x="7520352" y="1006813"/>
              <a:ext cx="933236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F0DCA0C-402E-9AED-074D-C66C7274602B}"/>
              </a:ext>
            </a:extLst>
          </p:cNvPr>
          <p:cNvGrpSpPr/>
          <p:nvPr/>
        </p:nvGrpSpPr>
        <p:grpSpPr>
          <a:xfrm>
            <a:off x="6769290" y="474039"/>
            <a:ext cx="1784198" cy="1014729"/>
            <a:chOff x="712971" y="2543574"/>
            <a:chExt cx="2158880" cy="101472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AA51B80-4032-D44E-E27E-1F46E4B3A9B0}"/>
                </a:ext>
              </a:extLst>
            </p:cNvPr>
            <p:cNvSpPr/>
            <p:nvPr/>
          </p:nvSpPr>
          <p:spPr>
            <a:xfrm>
              <a:off x="797539" y="2928855"/>
              <a:ext cx="19983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68CAECD-7062-B728-F8D8-597957407EEB}"/>
                </a:ext>
              </a:extLst>
            </p:cNvPr>
            <p:cNvSpPr/>
            <p:nvPr/>
          </p:nvSpPr>
          <p:spPr>
            <a:xfrm>
              <a:off x="712971" y="2543574"/>
              <a:ext cx="2158880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Listeners</a:t>
              </a:r>
            </a:p>
          </p:txBody>
        </p:sp>
      </p:grpSp>
      <p:cxnSp>
        <p:nvCxnSpPr>
          <p:cNvPr id="18" name="Straight Arrow Connector 12">
            <a:extLst>
              <a:ext uri="{FF2B5EF4-FFF2-40B4-BE49-F238E27FC236}">
                <a16:creationId xmlns:a16="http://schemas.microsoft.com/office/drawing/2014/main" id="{7C97C75C-5325-0A59-F97D-C46B98924D4C}"/>
              </a:ext>
            </a:extLst>
          </p:cNvPr>
          <p:cNvCxnSpPr>
            <a:cxnSpLocks/>
            <a:stCxn id="6" idx="0"/>
            <a:endCxn id="145" idx="1"/>
          </p:cNvCxnSpPr>
          <p:nvPr/>
        </p:nvCxnSpPr>
        <p:spPr>
          <a:xfrm rot="5400000" flipH="1" flipV="1">
            <a:off x="2255746" y="1351215"/>
            <a:ext cx="993090" cy="2029864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12">
            <a:extLst>
              <a:ext uri="{FF2B5EF4-FFF2-40B4-BE49-F238E27FC236}">
                <a16:creationId xmlns:a16="http://schemas.microsoft.com/office/drawing/2014/main" id="{9F533B29-6283-789F-F345-9C1F45596C65}"/>
              </a:ext>
            </a:extLst>
          </p:cNvPr>
          <p:cNvCxnSpPr>
            <a:cxnSpLocks/>
            <a:stCxn id="9" idx="0"/>
            <a:endCxn id="14" idx="3"/>
          </p:cNvCxnSpPr>
          <p:nvPr/>
        </p:nvCxnSpPr>
        <p:spPr>
          <a:xfrm rot="16200000" flipV="1">
            <a:off x="8101544" y="1433349"/>
            <a:ext cx="1893413" cy="989524"/>
          </a:xfrm>
          <a:prstGeom prst="bentConnector2">
            <a:avLst/>
          </a:prstGeom>
          <a:noFill/>
          <a:ln w="19050">
            <a:solidFill>
              <a:srgbClr val="5A6B86"/>
            </a:solidFill>
            <a:prstDash val="lgDash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CF1269-E07D-9D6B-C58F-26F5CAAD79C2}"/>
              </a:ext>
            </a:extLst>
          </p:cNvPr>
          <p:cNvGrpSpPr/>
          <p:nvPr/>
        </p:nvGrpSpPr>
        <p:grpSpPr>
          <a:xfrm>
            <a:off x="9796446" y="1805529"/>
            <a:ext cx="1714197" cy="856034"/>
            <a:chOff x="7507403" y="1006814"/>
            <a:chExt cx="814194" cy="85603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D9EC61-E4C2-24CC-B959-3AFFD5EAAC78}"/>
                </a:ext>
              </a:extLst>
            </p:cNvPr>
            <p:cNvSpPr/>
            <p:nvPr/>
          </p:nvSpPr>
          <p:spPr>
            <a:xfrm>
              <a:off x="7507403" y="1006814"/>
              <a:ext cx="814194" cy="8560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📜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Manifest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051FB2-A201-341D-3A63-4AE00C68DDFB}"/>
                </a:ext>
              </a:extLst>
            </p:cNvPr>
            <p:cNvSpPr/>
            <p:nvPr/>
          </p:nvSpPr>
          <p:spPr>
            <a:xfrm>
              <a:off x="7553548" y="1378149"/>
              <a:ext cx="730942" cy="40632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🧩 </a:t>
              </a:r>
              <a:r>
                <a:rPr lang="en-GB" sz="20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Schema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5E3A2D6A-E22A-1191-9179-C363EA269C12}"/>
              </a:ext>
            </a:extLst>
          </p:cNvPr>
          <p:cNvSpPr txBox="1"/>
          <p:nvPr/>
        </p:nvSpPr>
        <p:spPr>
          <a:xfrm>
            <a:off x="2477666" y="3412720"/>
            <a:ext cx="426505" cy="49049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29763B0D-408C-493E-8726-1C6695F8C818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552006" y="3382063"/>
            <a:ext cx="5802285" cy="119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E2F9E063-929C-F5D0-F3CA-51FE0CF62BE7}"/>
              </a:ext>
            </a:extLst>
          </p:cNvPr>
          <p:cNvSpPr txBox="1">
            <a:spLocks/>
          </p:cNvSpPr>
          <p:nvPr/>
        </p:nvSpPr>
        <p:spPr>
          <a:xfrm>
            <a:off x="2118032" y="1105451"/>
            <a:ext cx="1370111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discover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schema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8DEFF183-02E5-502D-BC86-983BD1696D94}"/>
              </a:ext>
            </a:extLst>
          </p:cNvPr>
          <p:cNvSpPr/>
          <p:nvPr/>
        </p:nvSpPr>
        <p:spPr>
          <a:xfrm>
            <a:off x="1726623" y="137027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44D94B5B-BB4D-0B57-812C-A76F14682C9E}"/>
              </a:ext>
            </a:extLst>
          </p:cNvPr>
          <p:cNvSpPr txBox="1">
            <a:spLocks/>
          </p:cNvSpPr>
          <p:nvPr/>
        </p:nvSpPr>
        <p:spPr>
          <a:xfrm>
            <a:off x="3401950" y="2884740"/>
            <a:ext cx="222118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Invoke API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7A5B9B6F-AAC5-C087-73B0-181922D9AD04}"/>
              </a:ext>
            </a:extLst>
          </p:cNvPr>
          <p:cNvSpPr/>
          <p:nvPr/>
        </p:nvSpPr>
        <p:spPr>
          <a:xfrm>
            <a:off x="3032282" y="290479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2" name="Content Placeholder 2">
            <a:extLst>
              <a:ext uri="{FF2B5EF4-FFF2-40B4-BE49-F238E27FC236}">
                <a16:creationId xmlns:a16="http://schemas.microsoft.com/office/drawing/2014/main" id="{DDEFEE83-1060-1DC4-A7DB-E86592215795}"/>
              </a:ext>
            </a:extLst>
          </p:cNvPr>
          <p:cNvSpPr txBox="1">
            <a:spLocks/>
          </p:cNvSpPr>
          <p:nvPr/>
        </p:nvSpPr>
        <p:spPr>
          <a:xfrm>
            <a:off x="10104734" y="965233"/>
            <a:ext cx="122315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publish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BEF7F092-C1A7-CBAE-7D23-3C48C322C06E}"/>
              </a:ext>
            </a:extLst>
          </p:cNvPr>
          <p:cNvSpPr/>
          <p:nvPr/>
        </p:nvSpPr>
        <p:spPr>
          <a:xfrm>
            <a:off x="9735065" y="985288"/>
            <a:ext cx="360000" cy="360000"/>
          </a:xfrm>
          <a:prstGeom prst="roundRect">
            <a:avLst/>
          </a:prstGeom>
          <a:solidFill>
            <a:srgbClr val="5A6B8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A69B091E-576B-81C1-AFA9-4398F47BF20F}"/>
              </a:ext>
            </a:extLst>
          </p:cNvPr>
          <p:cNvGrpSpPr/>
          <p:nvPr/>
        </p:nvGrpSpPr>
        <p:grpSpPr>
          <a:xfrm>
            <a:off x="3767223" y="1350231"/>
            <a:ext cx="1761397" cy="1038741"/>
            <a:chOff x="7507403" y="1006813"/>
            <a:chExt cx="691415" cy="1038741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147D7F7-3E22-9835-4F11-6A608E162372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5691782A-2AEF-5425-A840-3C166071EA63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47" name="Straight Arrow Connector 12">
            <a:extLst>
              <a:ext uri="{FF2B5EF4-FFF2-40B4-BE49-F238E27FC236}">
                <a16:creationId xmlns:a16="http://schemas.microsoft.com/office/drawing/2014/main" id="{90C438AD-1CE6-2503-3FAE-5BC0053D2E3A}"/>
              </a:ext>
            </a:extLst>
          </p:cNvPr>
          <p:cNvCxnSpPr>
            <a:cxnSpLocks/>
            <a:stCxn id="14" idx="1"/>
            <a:endCxn id="145" idx="0"/>
          </p:cNvCxnSpPr>
          <p:nvPr/>
        </p:nvCxnSpPr>
        <p:spPr>
          <a:xfrm rot="10800000" flipV="1">
            <a:off x="4647922" y="981403"/>
            <a:ext cx="2121368" cy="368827"/>
          </a:xfrm>
          <a:prstGeom prst="bentConnector2">
            <a:avLst/>
          </a:prstGeom>
          <a:noFill/>
          <a:ln w="19050">
            <a:solidFill>
              <a:srgbClr val="5A6B86"/>
            </a:solidFill>
            <a:prstDash val="lgDash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Content Placeholder 2">
            <a:extLst>
              <a:ext uri="{FF2B5EF4-FFF2-40B4-BE49-F238E27FC236}">
                <a16:creationId xmlns:a16="http://schemas.microsoft.com/office/drawing/2014/main" id="{CDCE48FA-5EA5-3A72-9D1A-4CEDBFD37438}"/>
              </a:ext>
            </a:extLst>
          </p:cNvPr>
          <p:cNvSpPr txBox="1">
            <a:spLocks/>
          </p:cNvSpPr>
          <p:nvPr/>
        </p:nvSpPr>
        <p:spPr>
          <a:xfrm>
            <a:off x="4975958" y="478640"/>
            <a:ext cx="137011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8F664F76-1515-F104-06FC-A0C947461680}"/>
              </a:ext>
            </a:extLst>
          </p:cNvPr>
          <p:cNvSpPr/>
          <p:nvPr/>
        </p:nvSpPr>
        <p:spPr>
          <a:xfrm>
            <a:off x="4615958" y="494463"/>
            <a:ext cx="360000" cy="360000"/>
          </a:xfrm>
          <a:prstGeom prst="roundRect">
            <a:avLst/>
          </a:prstGeom>
          <a:solidFill>
            <a:srgbClr val="5A6B8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07FDBB-A3C3-4919-6409-A419E961B16D}"/>
              </a:ext>
            </a:extLst>
          </p:cNvPr>
          <p:cNvSpPr txBox="1"/>
          <p:nvPr/>
        </p:nvSpPr>
        <p:spPr>
          <a:xfrm>
            <a:off x="147264" y="6233934"/>
            <a:ext cx="2138406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INTEGRATOR</a:t>
            </a:r>
          </a:p>
        </p:txBody>
      </p:sp>
    </p:spTree>
    <p:extLst>
      <p:ext uri="{BB962C8B-B14F-4D97-AF65-F5344CB8AC3E}">
        <p14:creationId xmlns:p14="http://schemas.microsoft.com/office/powerpoint/2010/main" val="139822458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32944-0B93-F597-20E0-8EF8DB1F7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A0584BB-18F8-00A7-7FD7-BB4D22AFAD06}"/>
              </a:ext>
            </a:extLst>
          </p:cNvPr>
          <p:cNvGrpSpPr/>
          <p:nvPr/>
        </p:nvGrpSpPr>
        <p:grpSpPr>
          <a:xfrm>
            <a:off x="1357942" y="2034784"/>
            <a:ext cx="1601270" cy="1038741"/>
            <a:chOff x="7507403" y="1006813"/>
            <a:chExt cx="691415" cy="10387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DBE8CC1-E46C-0827-FEFD-E24E7E6EC709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3B5B77-ACA4-122E-107D-AB36B9B7EFF3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BC53678-2916-996C-92F3-B8713AC3EB7B}"/>
              </a:ext>
            </a:extLst>
          </p:cNvPr>
          <p:cNvGrpSpPr/>
          <p:nvPr/>
        </p:nvGrpSpPr>
        <p:grpSpPr>
          <a:xfrm>
            <a:off x="8852496" y="2046909"/>
            <a:ext cx="2221184" cy="1014729"/>
            <a:chOff x="7507403" y="1006813"/>
            <a:chExt cx="959089" cy="101472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639445-BD87-9FEA-B1DB-D130D4BD44CB}"/>
                </a:ext>
              </a:extLst>
            </p:cNvPr>
            <p:cNvSpPr/>
            <p:nvPr/>
          </p:nvSpPr>
          <p:spPr>
            <a:xfrm>
              <a:off x="7553548" y="1378148"/>
              <a:ext cx="8667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🪣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Dataset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C1E7F6-C880-9E1F-5892-79A02B273696}"/>
                </a:ext>
              </a:extLst>
            </p:cNvPr>
            <p:cNvSpPr/>
            <p:nvPr/>
          </p:nvSpPr>
          <p:spPr>
            <a:xfrm>
              <a:off x="7507403" y="1006813"/>
              <a:ext cx="959089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🪢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Integrator</a:t>
              </a:r>
            </a:p>
          </p:txBody>
        </p:sp>
      </p:grpSp>
      <p:cxnSp>
        <p:nvCxnSpPr>
          <p:cNvPr id="18" name="Straight Arrow Connector 12">
            <a:extLst>
              <a:ext uri="{FF2B5EF4-FFF2-40B4-BE49-F238E27FC236}">
                <a16:creationId xmlns:a16="http://schemas.microsoft.com/office/drawing/2014/main" id="{B213B2CC-DC7F-A7C9-7A82-9DF44D6B0118}"/>
              </a:ext>
            </a:extLst>
          </p:cNvPr>
          <p:cNvCxnSpPr>
            <a:cxnSpLocks/>
            <a:stCxn id="6" idx="0"/>
            <a:endCxn id="145" idx="1"/>
          </p:cNvCxnSpPr>
          <p:nvPr/>
        </p:nvCxnSpPr>
        <p:spPr>
          <a:xfrm rot="5400000" flipH="1" flipV="1">
            <a:off x="2676422" y="523849"/>
            <a:ext cx="993090" cy="2028781"/>
          </a:xfrm>
          <a:prstGeom prst="bentConnector2">
            <a:avLst/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9DD793D8-F200-1807-4AB7-255DBB3338F8}"/>
              </a:ext>
            </a:extLst>
          </p:cNvPr>
          <p:cNvSpPr txBox="1"/>
          <p:nvPr/>
        </p:nvSpPr>
        <p:spPr>
          <a:xfrm>
            <a:off x="2897801" y="2584812"/>
            <a:ext cx="426505" cy="49049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F96096D-8003-1B8D-3A30-01F21EC089C7}"/>
              </a:ext>
            </a:extLst>
          </p:cNvPr>
          <p:cNvSpPr txBox="1"/>
          <p:nvPr/>
        </p:nvSpPr>
        <p:spPr>
          <a:xfrm>
            <a:off x="8866222" y="2574566"/>
            <a:ext cx="426505" cy="49049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87A13EAB-E562-89C2-DECB-685F56DAE45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959212" y="2554155"/>
            <a:ext cx="5893284" cy="119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6E31469F-4446-DCD5-BB31-77C280B1E91D}"/>
              </a:ext>
            </a:extLst>
          </p:cNvPr>
          <p:cNvSpPr txBox="1">
            <a:spLocks/>
          </p:cNvSpPr>
          <p:nvPr/>
        </p:nvSpPr>
        <p:spPr>
          <a:xfrm>
            <a:off x="2538167" y="277543"/>
            <a:ext cx="1370111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discover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schema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33C5181E-E8E3-CB0E-3AA1-4F16D65D55EA}"/>
              </a:ext>
            </a:extLst>
          </p:cNvPr>
          <p:cNvSpPr/>
          <p:nvPr/>
        </p:nvSpPr>
        <p:spPr>
          <a:xfrm>
            <a:off x="2146758" y="54236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38E2FB59-AE4B-40BF-40D0-89EA6A1615E5}"/>
              </a:ext>
            </a:extLst>
          </p:cNvPr>
          <p:cNvSpPr txBox="1">
            <a:spLocks/>
          </p:cNvSpPr>
          <p:nvPr/>
        </p:nvSpPr>
        <p:spPr>
          <a:xfrm>
            <a:off x="3451380" y="2056832"/>
            <a:ext cx="222118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get dataset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631D53F1-55A9-DB37-4EBF-272E534C6B09}"/>
              </a:ext>
            </a:extLst>
          </p:cNvPr>
          <p:cNvSpPr/>
          <p:nvPr/>
        </p:nvSpPr>
        <p:spPr>
          <a:xfrm>
            <a:off x="3081712" y="207688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6FABCD09-BAAE-1319-628C-09D0DA5BE2D4}"/>
              </a:ext>
            </a:extLst>
          </p:cNvPr>
          <p:cNvGrpSpPr/>
          <p:nvPr/>
        </p:nvGrpSpPr>
        <p:grpSpPr>
          <a:xfrm>
            <a:off x="4187358" y="522323"/>
            <a:ext cx="1761397" cy="1038741"/>
            <a:chOff x="7507403" y="1006813"/>
            <a:chExt cx="691415" cy="1038741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8950BB60-CBB0-DC32-2B94-9C048C0349FA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40A7EA42-A442-8F32-547A-CD23A3C8C959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037D65A-CC78-328C-3581-FCF34838C3CF}"/>
              </a:ext>
            </a:extLst>
          </p:cNvPr>
          <p:cNvGrpSpPr/>
          <p:nvPr/>
        </p:nvGrpSpPr>
        <p:grpSpPr>
          <a:xfrm>
            <a:off x="4196698" y="3130220"/>
            <a:ext cx="1988691" cy="1316816"/>
            <a:chOff x="7388710" y="3835400"/>
            <a:chExt cx="1988691" cy="1316816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E64D8FE6-B743-D813-E207-919E5DC27FE4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C046A22B-1053-D4D7-DAFA-0B202AB8CE9A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1311F4BE-4761-C8AD-949D-7043DE1D356E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16B80E71-376C-9090-CFEE-BF403A9AA111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8AD4F58C-8F1C-6CDC-7079-DE10D9EEE2DF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4153C5C1-F6A8-4DDC-E034-A06821047A3A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183" name="Straight Arrow Connector 12">
            <a:extLst>
              <a:ext uri="{FF2B5EF4-FFF2-40B4-BE49-F238E27FC236}">
                <a16:creationId xmlns:a16="http://schemas.microsoft.com/office/drawing/2014/main" id="{D6DFE0C5-C2BA-5F09-E124-D57337365823}"/>
              </a:ext>
            </a:extLst>
          </p:cNvPr>
          <p:cNvCxnSpPr>
            <a:cxnSpLocks/>
            <a:stCxn id="6" idx="2"/>
            <a:endCxn id="182" idx="1"/>
          </p:cNvCxnSpPr>
          <p:nvPr/>
        </p:nvCxnSpPr>
        <p:spPr>
          <a:xfrm rot="16200000" flipH="1">
            <a:off x="2820086" y="2412015"/>
            <a:ext cx="715103" cy="2038121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7" name="Content Placeholder 2">
            <a:extLst>
              <a:ext uri="{FF2B5EF4-FFF2-40B4-BE49-F238E27FC236}">
                <a16:creationId xmlns:a16="http://schemas.microsoft.com/office/drawing/2014/main" id="{29BA2C6A-7E0A-D721-76EE-C655C0D93460}"/>
              </a:ext>
            </a:extLst>
          </p:cNvPr>
          <p:cNvSpPr txBox="1">
            <a:spLocks/>
          </p:cNvSpPr>
          <p:nvPr/>
        </p:nvSpPr>
        <p:spPr>
          <a:xfrm>
            <a:off x="2512811" y="3917777"/>
            <a:ext cx="222118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 on chat</a:t>
            </a:r>
          </a:p>
        </p:txBody>
      </p:sp>
      <p:sp>
        <p:nvSpPr>
          <p:cNvPr id="188" name="Rounded Rectangle 187">
            <a:extLst>
              <a:ext uri="{FF2B5EF4-FFF2-40B4-BE49-F238E27FC236}">
                <a16:creationId xmlns:a16="http://schemas.microsoft.com/office/drawing/2014/main" id="{F80CE01A-E7FD-EDCC-F09B-40EC93DF2066}"/>
              </a:ext>
            </a:extLst>
          </p:cNvPr>
          <p:cNvSpPr/>
          <p:nvPr/>
        </p:nvSpPr>
        <p:spPr>
          <a:xfrm>
            <a:off x="2143143" y="3937832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278961-00F6-DFB3-B56B-22935B6C83B8}"/>
              </a:ext>
            </a:extLst>
          </p:cNvPr>
          <p:cNvSpPr txBox="1"/>
          <p:nvPr/>
        </p:nvSpPr>
        <p:spPr>
          <a:xfrm>
            <a:off x="4265654" y="3083112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6D85B-7CE6-189A-B534-92E30C61B5D5}"/>
              </a:ext>
            </a:extLst>
          </p:cNvPr>
          <p:cNvSpPr txBox="1"/>
          <p:nvPr/>
        </p:nvSpPr>
        <p:spPr>
          <a:xfrm>
            <a:off x="147264" y="6233934"/>
            <a:ext cx="148117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103976366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DBE0A7-39E9-FA6B-6E17-E764611E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93">
            <a:extLst>
              <a:ext uri="{FF2B5EF4-FFF2-40B4-BE49-F238E27FC236}">
                <a16:creationId xmlns:a16="http://schemas.microsoft.com/office/drawing/2014/main" id="{7DD9389F-272C-20B3-B0C1-4A857F2F2409}"/>
              </a:ext>
            </a:extLst>
          </p:cNvPr>
          <p:cNvSpPr/>
          <p:nvPr/>
        </p:nvSpPr>
        <p:spPr>
          <a:xfrm>
            <a:off x="2263873" y="357049"/>
            <a:ext cx="8168991" cy="416857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71A4F3-A3FE-6B79-CEE5-790126132863}"/>
              </a:ext>
            </a:extLst>
          </p:cNvPr>
          <p:cNvSpPr/>
          <p:nvPr/>
        </p:nvSpPr>
        <p:spPr>
          <a:xfrm>
            <a:off x="2414219" y="505441"/>
            <a:ext cx="7886061" cy="3163461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D690A0-3301-2A57-2C3D-5E1655F23EFD}"/>
              </a:ext>
            </a:extLst>
          </p:cNvPr>
          <p:cNvSpPr/>
          <p:nvPr/>
        </p:nvSpPr>
        <p:spPr>
          <a:xfrm>
            <a:off x="2540943" y="1114790"/>
            <a:ext cx="1346477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✨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Scan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6F91C-6C94-E6CC-8E17-C87DA87751CE}"/>
              </a:ext>
            </a:extLst>
          </p:cNvPr>
          <p:cNvSpPr/>
          <p:nvPr/>
        </p:nvSpPr>
        <p:spPr>
          <a:xfrm>
            <a:off x="6232281" y="1114790"/>
            <a:ext cx="2006895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Chats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6C5352-D35D-3A95-4440-92B813A8B329}"/>
              </a:ext>
            </a:extLst>
          </p:cNvPr>
          <p:cNvSpPr/>
          <p:nvPr/>
        </p:nvSpPr>
        <p:spPr>
          <a:xfrm>
            <a:off x="8415783" y="1114789"/>
            <a:ext cx="1745478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🔗 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Binds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A47CDC-AA77-F2E1-C5C3-0777E048A6A2}"/>
              </a:ext>
            </a:extLst>
          </p:cNvPr>
          <p:cNvSpPr/>
          <p:nvPr/>
        </p:nvSpPr>
        <p:spPr>
          <a:xfrm>
            <a:off x="4058014" y="1114789"/>
            <a:ext cx="2006895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🔐 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Tokens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BB2FE1-0AD8-A351-DB25-3B857D3F780D}"/>
              </a:ext>
            </a:extLst>
          </p:cNvPr>
          <p:cNvSpPr txBox="1"/>
          <p:nvPr/>
        </p:nvSpPr>
        <p:spPr>
          <a:xfrm>
            <a:off x="2453909" y="570818"/>
            <a:ext cx="21758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🧑‍🦰 </a:t>
            </a:r>
            <a:r>
              <a:rPr lang="en-GB" sz="2400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Wallet app</a:t>
            </a:r>
          </a:p>
        </p:txBody>
      </p:sp>
      <p:cxnSp>
        <p:nvCxnSpPr>
          <p:cNvPr id="22" name="Straight Arrow Connector 12">
            <a:extLst>
              <a:ext uri="{FF2B5EF4-FFF2-40B4-BE49-F238E27FC236}">
                <a16:creationId xmlns:a16="http://schemas.microsoft.com/office/drawing/2014/main" id="{EF35D6D0-498E-D802-FF58-E20884957FAB}"/>
              </a:ext>
            </a:extLst>
          </p:cNvPr>
          <p:cNvCxnSpPr>
            <a:cxnSpLocks/>
            <a:stCxn id="41" idx="0"/>
            <a:endCxn id="8" idx="1"/>
          </p:cNvCxnSpPr>
          <p:nvPr/>
        </p:nvCxnSpPr>
        <p:spPr>
          <a:xfrm rot="5400000" flipH="1" flipV="1">
            <a:off x="1923484" y="1102767"/>
            <a:ext cx="324343" cy="910575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EDEFF95-0EDC-E399-E813-427560BB2B06}"/>
              </a:ext>
            </a:extLst>
          </p:cNvPr>
          <p:cNvSpPr txBox="1"/>
          <p:nvPr/>
        </p:nvSpPr>
        <p:spPr>
          <a:xfrm>
            <a:off x="-144215" y="1751469"/>
            <a:ext cx="1356748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dirty="0"/>
              <a:t> NFC</a:t>
            </a:r>
          </a:p>
        </p:txBody>
      </p:sp>
      <p:cxnSp>
        <p:nvCxnSpPr>
          <p:cNvPr id="32" name="Straight Arrow Connector 12">
            <a:extLst>
              <a:ext uri="{FF2B5EF4-FFF2-40B4-BE49-F238E27FC236}">
                <a16:creationId xmlns:a16="http://schemas.microsoft.com/office/drawing/2014/main" id="{7580DAFF-F383-5FB1-7943-84C60113510B}"/>
              </a:ext>
            </a:extLst>
          </p:cNvPr>
          <p:cNvCxnSpPr>
            <a:cxnSpLocks/>
            <a:endCxn id="13" idx="1"/>
          </p:cNvCxnSpPr>
          <p:nvPr/>
        </p:nvCxnSpPr>
        <p:spPr>
          <a:xfrm rot="5400000" flipH="1" flipV="1">
            <a:off x="934441" y="397191"/>
            <a:ext cx="942712" cy="1743277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167481C-5DE0-8D61-69DC-1DDAE84652EC}"/>
              </a:ext>
            </a:extLst>
          </p:cNvPr>
          <p:cNvSpPr txBox="1"/>
          <p:nvPr/>
        </p:nvSpPr>
        <p:spPr>
          <a:xfrm>
            <a:off x="1170944" y="439476"/>
            <a:ext cx="925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touch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0CA214-3096-C91A-0F2F-5762FB14B19F}"/>
              </a:ext>
            </a:extLst>
          </p:cNvPr>
          <p:cNvSpPr txBox="1"/>
          <p:nvPr/>
        </p:nvSpPr>
        <p:spPr>
          <a:xfrm>
            <a:off x="1157929" y="1720225"/>
            <a:ext cx="944878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✨</a:t>
            </a:r>
            <a:r>
              <a:rPr lang="en-GB" dirty="0"/>
              <a:t> QR </a:t>
            </a:r>
          </a:p>
        </p:txBody>
      </p:sp>
      <p:cxnSp>
        <p:nvCxnSpPr>
          <p:cNvPr id="44" name="Straight Arrow Connector 12">
            <a:extLst>
              <a:ext uri="{FF2B5EF4-FFF2-40B4-BE49-F238E27FC236}">
                <a16:creationId xmlns:a16="http://schemas.microsoft.com/office/drawing/2014/main" id="{FDABD235-A2ED-B56C-C33B-387CB028FFE4}"/>
              </a:ext>
            </a:extLst>
          </p:cNvPr>
          <p:cNvCxnSpPr>
            <a:cxnSpLocks/>
            <a:endCxn id="41" idx="2"/>
          </p:cNvCxnSpPr>
          <p:nvPr/>
        </p:nvCxnSpPr>
        <p:spPr>
          <a:xfrm rot="10800000">
            <a:off x="1630369" y="2099816"/>
            <a:ext cx="4601913" cy="260194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4D0DEC2-827A-4E7C-28BA-D8A926F1DC51}"/>
              </a:ext>
            </a:extLst>
          </p:cNvPr>
          <p:cNvSpPr txBox="1"/>
          <p:nvPr/>
        </p:nvSpPr>
        <p:spPr>
          <a:xfrm>
            <a:off x="6315202" y="1759278"/>
            <a:ext cx="2290186" cy="1806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🤖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3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📡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6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🗄️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7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🐶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9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🌐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10</a:t>
            </a:r>
          </a:p>
        </p:txBody>
      </p:sp>
      <p:cxnSp>
        <p:nvCxnSpPr>
          <p:cNvPr id="65" name="Straight Arrow Connector 12">
            <a:extLst>
              <a:ext uri="{FF2B5EF4-FFF2-40B4-BE49-F238E27FC236}">
                <a16:creationId xmlns:a16="http://schemas.microsoft.com/office/drawing/2014/main" id="{B57B7261-C28D-0E24-EBFA-98C4EA26CC64}"/>
              </a:ext>
            </a:extLst>
          </p:cNvPr>
          <p:cNvCxnSpPr>
            <a:cxnSpLocks/>
          </p:cNvCxnSpPr>
          <p:nvPr/>
        </p:nvCxnSpPr>
        <p:spPr>
          <a:xfrm rot="10800000">
            <a:off x="534159" y="2119776"/>
            <a:ext cx="5698122" cy="902096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E46476AE-7374-C373-6599-94CA14FE5C4D}"/>
              </a:ext>
            </a:extLst>
          </p:cNvPr>
          <p:cNvSpPr txBox="1"/>
          <p:nvPr/>
        </p:nvSpPr>
        <p:spPr>
          <a:xfrm>
            <a:off x="1602615" y="1022503"/>
            <a:ext cx="925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scan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3A346F81-A60C-522E-A1C3-271FD90EB031}"/>
              </a:ext>
            </a:extLst>
          </p:cNvPr>
          <p:cNvSpPr/>
          <p:nvPr/>
        </p:nvSpPr>
        <p:spPr>
          <a:xfrm>
            <a:off x="2418354" y="3829054"/>
            <a:ext cx="5255396" cy="56218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🌐</a:t>
            </a: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i="1" dirty="0">
                <a:solidFill>
                  <a:schemeClr val="tx1">
                    <a:lumMod val="65000"/>
                  </a:schemeClr>
                </a:solidFill>
                <a:latin typeface="+mj-lt"/>
                <a:cs typeface="Arial" panose="020B0604020202020204" pitchFamily="34" charset="0"/>
              </a:rPr>
              <a:t>Web 2.0 browser</a:t>
            </a:r>
          </a:p>
        </p:txBody>
      </p:sp>
      <p:cxnSp>
        <p:nvCxnSpPr>
          <p:cNvPr id="200" name="Straight Arrow Connector 12">
            <a:extLst>
              <a:ext uri="{FF2B5EF4-FFF2-40B4-BE49-F238E27FC236}">
                <a16:creationId xmlns:a16="http://schemas.microsoft.com/office/drawing/2014/main" id="{95F049F5-FCC2-BC6E-B614-9EDDA77845F2}"/>
              </a:ext>
            </a:extLst>
          </p:cNvPr>
          <p:cNvCxnSpPr>
            <a:cxnSpLocks/>
            <a:stCxn id="210" idx="3"/>
            <a:endCxn id="208" idx="3"/>
          </p:cNvCxnSpPr>
          <p:nvPr/>
        </p:nvCxnSpPr>
        <p:spPr>
          <a:xfrm flipH="1">
            <a:off x="7499818" y="3348877"/>
            <a:ext cx="173932" cy="756584"/>
          </a:xfrm>
          <a:prstGeom prst="bentConnector3">
            <a:avLst>
              <a:gd name="adj1" fmla="val -131431"/>
            </a:avLst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15AF864E-EB93-EDF1-6032-956A9FAF51E1}"/>
              </a:ext>
            </a:extLst>
          </p:cNvPr>
          <p:cNvSpPr txBox="1"/>
          <p:nvPr/>
        </p:nvSpPr>
        <p:spPr>
          <a:xfrm>
            <a:off x="451869" y="3059274"/>
            <a:ext cx="96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D8A2CACE-BB18-3529-B0DD-FBB054387BE6}"/>
              </a:ext>
            </a:extLst>
          </p:cNvPr>
          <p:cNvSpPr txBox="1"/>
          <p:nvPr/>
        </p:nvSpPr>
        <p:spPr>
          <a:xfrm>
            <a:off x="1556075" y="2392700"/>
            <a:ext cx="96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681B97A6-B328-8196-C1E1-D67C6F526056}"/>
              </a:ext>
            </a:extLst>
          </p:cNvPr>
          <p:cNvSpPr txBox="1"/>
          <p:nvPr/>
        </p:nvSpPr>
        <p:spPr>
          <a:xfrm>
            <a:off x="7923695" y="3320148"/>
            <a:ext cx="96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B0A68437-2F4F-819A-DC3A-994799F65121}"/>
              </a:ext>
            </a:extLst>
          </p:cNvPr>
          <p:cNvSpPr txBox="1"/>
          <p:nvPr/>
        </p:nvSpPr>
        <p:spPr>
          <a:xfrm>
            <a:off x="5979831" y="3920795"/>
            <a:ext cx="1519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🔗</a:t>
            </a:r>
            <a:r>
              <a:rPr lang="en-GB" dirty="0"/>
              <a:t> hyper link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B25E442F-867F-0C73-9EE9-2B176D716498}"/>
              </a:ext>
            </a:extLst>
          </p:cNvPr>
          <p:cNvSpPr txBox="1"/>
          <p:nvPr/>
        </p:nvSpPr>
        <p:spPr>
          <a:xfrm>
            <a:off x="5979831" y="3148822"/>
            <a:ext cx="1693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6F1269-B552-5B38-C308-DF15A427287A}"/>
              </a:ext>
            </a:extLst>
          </p:cNvPr>
          <p:cNvSpPr txBox="1"/>
          <p:nvPr/>
        </p:nvSpPr>
        <p:spPr>
          <a:xfrm>
            <a:off x="2277436" y="612807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D68A3-E571-B77D-1019-CBC8722C994D}"/>
              </a:ext>
            </a:extLst>
          </p:cNvPr>
          <p:cNvSpPr txBox="1"/>
          <p:nvPr/>
        </p:nvSpPr>
        <p:spPr>
          <a:xfrm>
            <a:off x="10702266" y="760844"/>
            <a:ext cx="1827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51B2F7-3117-352E-43B7-720596A591C3}"/>
              </a:ext>
            </a:extLst>
          </p:cNvPr>
          <p:cNvSpPr txBox="1"/>
          <p:nvPr/>
        </p:nvSpPr>
        <p:spPr>
          <a:xfrm>
            <a:off x="10719176" y="1265047"/>
            <a:ext cx="1827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AD8CFA-660C-CF38-B076-BD69FB6B8861}"/>
              </a:ext>
            </a:extLst>
          </p:cNvPr>
          <p:cNvSpPr txBox="1"/>
          <p:nvPr/>
        </p:nvSpPr>
        <p:spPr>
          <a:xfrm>
            <a:off x="206409" y="6409189"/>
            <a:ext cx="132728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WALLET.APP</a:t>
            </a:r>
          </a:p>
        </p:txBody>
      </p:sp>
    </p:spTree>
    <p:extLst>
      <p:ext uri="{BB962C8B-B14F-4D97-AF65-F5344CB8AC3E}">
        <p14:creationId xmlns:p14="http://schemas.microsoft.com/office/powerpoint/2010/main" val="9011318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47436</TotalTime>
  <Words>182</Words>
  <Application>Microsoft Macintosh PowerPoint</Application>
  <PresentationFormat>Widescreen</PresentationFormat>
  <Paragraphs>92</Paragraphs>
  <Slides>5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154</cp:revision>
  <dcterms:created xsi:type="dcterms:W3CDTF">2022-10-07T16:14:37Z</dcterms:created>
  <dcterms:modified xsi:type="dcterms:W3CDTF">2025-04-22T20:21:16Z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2025-04-22T20:21:15Z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2a515a83-fe88-48d7-88ce-4b4718d9d303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