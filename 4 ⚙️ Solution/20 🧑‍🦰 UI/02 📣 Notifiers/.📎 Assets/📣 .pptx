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23" r:id="rId2"/>
    <p:sldId id="1695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🧑‍🦰 Wallet" id="{DE76B10F-4749-0E43-97D1-FD79F82960B4}">
          <p14:sldIdLst>
            <p14:sldId id="1823"/>
            <p14:sldId id="169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52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36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EC7B1-791D-3750-6B91-A1CB35CF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028BD-C841-F3C5-9040-B4ED62F74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1BE0F-FB1A-F76E-1BA1-53E6EE8AF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5087DE7-EC5E-E760-96F4-0CE5A3C4A6B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0FC22-ED85-5855-CCC9-BFB604B3D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7A95F2-000A-7018-D350-D5501F27A165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8/26/25 1:27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D3451-CCC7-CBC8-72C6-E7B2595E2B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215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896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0FBD67-D3C0-24A5-3673-1BEBE9A9345F}"/>
              </a:ext>
            </a:extLst>
          </p:cNvPr>
          <p:cNvSpPr txBox="1"/>
          <p:nvPr/>
        </p:nvSpPr>
        <p:spPr>
          <a:xfrm>
            <a:off x="2645537" y="1613118"/>
            <a:ext cx="6900927" cy="1862048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ctr"/>
            <a:r>
              <a:rPr lang="en-GB" sz="13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📣</a:t>
            </a:r>
            <a:r>
              <a:rPr lang="en-GB" sz="11500" dirty="0">
                <a:solidFill>
                  <a:srgbClr val="FFFF00"/>
                </a:solidFill>
              </a:rPr>
              <a:t> Notifier</a:t>
            </a:r>
          </a:p>
        </p:txBody>
      </p:sp>
    </p:spTree>
    <p:extLst>
      <p:ext uri="{BB962C8B-B14F-4D97-AF65-F5344CB8AC3E}">
        <p14:creationId xmlns:p14="http://schemas.microsoft.com/office/powerpoint/2010/main" val="386581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A4CC-56B0-2317-8100-CDAAB51FB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11BBB1-BA24-A3E2-0542-D3DB4F472A5F}"/>
              </a:ext>
            </a:extLst>
          </p:cNvPr>
          <p:cNvSpPr/>
          <p:nvPr/>
        </p:nvSpPr>
        <p:spPr>
          <a:xfrm>
            <a:off x="1412198" y="3508927"/>
            <a:ext cx="4125217" cy="20433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0109D01-4B8E-317D-8354-2A0B5BC56AD9}"/>
              </a:ext>
            </a:extLst>
          </p:cNvPr>
          <p:cNvSpPr/>
          <p:nvPr/>
        </p:nvSpPr>
        <p:spPr>
          <a:xfrm>
            <a:off x="1584008" y="3697363"/>
            <a:ext cx="3765853" cy="989431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5A4318-EE30-9FFF-778C-FE0B310D56D9}"/>
              </a:ext>
            </a:extLst>
          </p:cNvPr>
          <p:cNvSpPr/>
          <p:nvPr/>
        </p:nvSpPr>
        <p:spPr>
          <a:xfrm>
            <a:off x="1673381" y="4062513"/>
            <a:ext cx="361088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📣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Notifier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B40104-6B6C-7F01-E184-01F38657059F}"/>
              </a:ext>
            </a:extLst>
          </p:cNvPr>
          <p:cNvSpPr/>
          <p:nvPr/>
        </p:nvSpPr>
        <p:spPr>
          <a:xfrm>
            <a:off x="626736" y="2724402"/>
            <a:ext cx="4857006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   Broker 1</a:t>
            </a:r>
          </a:p>
        </p:txBody>
      </p: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A4FC90E6-73E3-D5DD-2FB5-73854CECF07A}"/>
              </a:ext>
            </a:extLst>
          </p:cNvPr>
          <p:cNvCxnSpPr>
            <a:cxnSpLocks/>
          </p:cNvCxnSpPr>
          <p:nvPr/>
        </p:nvCxnSpPr>
        <p:spPr>
          <a:xfrm>
            <a:off x="2452936" y="3298460"/>
            <a:ext cx="0" cy="413935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12">
            <a:extLst>
              <a:ext uri="{FF2B5EF4-FFF2-40B4-BE49-F238E27FC236}">
                <a16:creationId xmlns:a16="http://schemas.microsoft.com/office/drawing/2014/main" id="{EE1FB10F-75C5-7D51-E724-A9DEAE2A5A14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432649" y="4686182"/>
            <a:ext cx="622107" cy="388327"/>
          </a:xfrm>
          <a:prstGeom prst="bentConnector3">
            <a:avLst>
              <a:gd name="adj1" fmla="val 369"/>
            </a:avLst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469C17A7-120E-946B-2852-02E596F62AC4}"/>
              </a:ext>
            </a:extLst>
          </p:cNvPr>
          <p:cNvSpPr/>
          <p:nvPr/>
        </p:nvSpPr>
        <p:spPr>
          <a:xfrm>
            <a:off x="982075" y="3508927"/>
            <a:ext cx="228260" cy="20433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C83BB8-B3D3-6C57-CDAE-DCC5E380778F}"/>
              </a:ext>
            </a:extLst>
          </p:cNvPr>
          <p:cNvSpPr/>
          <p:nvPr/>
        </p:nvSpPr>
        <p:spPr>
          <a:xfrm>
            <a:off x="562638" y="3508927"/>
            <a:ext cx="228260" cy="20433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721E698-16F5-8E05-494A-05876B01B52E}"/>
              </a:ext>
            </a:extLst>
          </p:cNvPr>
          <p:cNvSpPr/>
          <p:nvPr/>
        </p:nvSpPr>
        <p:spPr>
          <a:xfrm>
            <a:off x="9616487" y="2736277"/>
            <a:ext cx="186891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   Broker 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544E050-36CC-C09B-E14A-CDFEF5C3CAEA}"/>
              </a:ext>
            </a:extLst>
          </p:cNvPr>
          <p:cNvSpPr/>
          <p:nvPr/>
        </p:nvSpPr>
        <p:spPr>
          <a:xfrm>
            <a:off x="11304646" y="3508927"/>
            <a:ext cx="228260" cy="20433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44848E1-BFCE-1658-A2A3-530B2DA4EE97}"/>
              </a:ext>
            </a:extLst>
          </p:cNvPr>
          <p:cNvSpPr/>
          <p:nvPr/>
        </p:nvSpPr>
        <p:spPr>
          <a:xfrm>
            <a:off x="9548600" y="3508927"/>
            <a:ext cx="1599803" cy="20433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1A9CF15-9CEB-16D4-DF15-9D8F6E7055F6}"/>
              </a:ext>
            </a:extLst>
          </p:cNvPr>
          <p:cNvSpPr/>
          <p:nvPr/>
        </p:nvSpPr>
        <p:spPr>
          <a:xfrm>
            <a:off x="10337510" y="4810392"/>
            <a:ext cx="618332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pPr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🧑‍🦰</a:t>
            </a:r>
          </a:p>
          <a:p>
            <a:pPr>
              <a:defRPr/>
            </a:pP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  <a:p>
            <a:pPr>
              <a:defRPr/>
            </a:pP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54E4E2B2-77A4-2B3C-A140-21085EAA526A}"/>
              </a:ext>
            </a:extLst>
          </p:cNvPr>
          <p:cNvCxnSpPr>
            <a:cxnSpLocks/>
            <a:stCxn id="54" idx="2"/>
            <a:endCxn id="53" idx="1"/>
          </p:cNvCxnSpPr>
          <p:nvPr/>
        </p:nvCxnSpPr>
        <p:spPr>
          <a:xfrm rot="16200000" flipH="1">
            <a:off x="9953056" y="4707029"/>
            <a:ext cx="519973" cy="248935"/>
          </a:xfrm>
          <a:prstGeom prst="bentConnector2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12">
            <a:extLst>
              <a:ext uri="{FF2B5EF4-FFF2-40B4-BE49-F238E27FC236}">
                <a16:creationId xmlns:a16="http://schemas.microsoft.com/office/drawing/2014/main" id="{B2E5FA54-BB70-5610-C9B2-5BD02A7A2ACD}"/>
              </a:ext>
            </a:extLst>
          </p:cNvPr>
          <p:cNvCxnSpPr>
            <a:cxnSpLocks/>
            <a:endCxn id="149" idx="0"/>
          </p:cNvCxnSpPr>
          <p:nvPr/>
        </p:nvCxnSpPr>
        <p:spPr>
          <a:xfrm flipH="1">
            <a:off x="10077140" y="3358564"/>
            <a:ext cx="3388" cy="324373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875D949-EAE4-74D8-26E5-338EBEDDF680}"/>
              </a:ext>
            </a:extLst>
          </p:cNvPr>
          <p:cNvSpPr txBox="1"/>
          <p:nvPr/>
        </p:nvSpPr>
        <p:spPr>
          <a:xfrm>
            <a:off x="9779441" y="5059673"/>
            <a:ext cx="525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📣</a:t>
            </a:r>
            <a:endParaRPr lang="en-GB" sz="2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31B81E2-6488-336B-814A-F806A7F1E438}"/>
              </a:ext>
            </a:extLst>
          </p:cNvPr>
          <p:cNvSpPr txBox="1"/>
          <p:nvPr/>
        </p:nvSpPr>
        <p:spPr>
          <a:xfrm>
            <a:off x="1617843" y="5071911"/>
            <a:ext cx="161481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📣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alert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F0E5AA-A23C-7B18-83E7-D00C478479D6}"/>
              </a:ext>
            </a:extLst>
          </p:cNvPr>
          <p:cNvSpPr txBox="1"/>
          <p:nvPr/>
        </p:nvSpPr>
        <p:spPr>
          <a:xfrm>
            <a:off x="10291399" y="558519"/>
            <a:ext cx="496759" cy="5232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✉️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89" name="Straight Arrow Connector 12">
            <a:extLst>
              <a:ext uri="{FF2B5EF4-FFF2-40B4-BE49-F238E27FC236}">
                <a16:creationId xmlns:a16="http://schemas.microsoft.com/office/drawing/2014/main" id="{0BF8FACD-78F2-94C8-4B8A-F1A738BEC762}"/>
              </a:ext>
            </a:extLst>
          </p:cNvPr>
          <p:cNvCxnSpPr>
            <a:cxnSpLocks/>
            <a:stCxn id="73" idx="1"/>
            <a:endCxn id="137" idx="0"/>
          </p:cNvCxnSpPr>
          <p:nvPr/>
        </p:nvCxnSpPr>
        <p:spPr>
          <a:xfrm rot="10800000" flipV="1">
            <a:off x="3045939" y="1073389"/>
            <a:ext cx="3030666" cy="1252087"/>
          </a:xfrm>
          <a:prstGeom prst="bentConnector2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12">
            <a:extLst>
              <a:ext uri="{FF2B5EF4-FFF2-40B4-BE49-F238E27FC236}">
                <a16:creationId xmlns:a16="http://schemas.microsoft.com/office/drawing/2014/main" id="{B2049E80-85D5-7D66-FA0B-997695544505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5328540" y="1411942"/>
            <a:ext cx="1030516" cy="3552403"/>
          </a:xfrm>
          <a:prstGeom prst="bentConnector2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E106D50-D326-85B8-2373-A7B0190DDC81}"/>
              </a:ext>
            </a:extLst>
          </p:cNvPr>
          <p:cNvSpPr txBox="1"/>
          <p:nvPr/>
        </p:nvSpPr>
        <p:spPr>
          <a:xfrm>
            <a:off x="3478423" y="558519"/>
            <a:ext cx="1394659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prompt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2890285-72EF-C48F-1555-7423FE11C6E7}"/>
              </a:ext>
            </a:extLst>
          </p:cNvPr>
          <p:cNvSpPr txBox="1"/>
          <p:nvPr/>
        </p:nvSpPr>
        <p:spPr>
          <a:xfrm>
            <a:off x="7973315" y="1971534"/>
            <a:ext cx="1507746" cy="70788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user’s    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answer</a:t>
            </a:r>
          </a:p>
        </p:txBody>
      </p:sp>
      <p:cxnSp>
        <p:nvCxnSpPr>
          <p:cNvPr id="104" name="Straight Arrow Connector 12">
            <a:extLst>
              <a:ext uri="{FF2B5EF4-FFF2-40B4-BE49-F238E27FC236}">
                <a16:creationId xmlns:a16="http://schemas.microsoft.com/office/drawing/2014/main" id="{E38F50D0-DC63-227A-B119-2199F77C8ACB}"/>
              </a:ext>
            </a:extLst>
          </p:cNvPr>
          <p:cNvCxnSpPr>
            <a:cxnSpLocks/>
          </p:cNvCxnSpPr>
          <p:nvPr/>
        </p:nvCxnSpPr>
        <p:spPr>
          <a:xfrm flipH="1">
            <a:off x="10020251" y="1372657"/>
            <a:ext cx="3453" cy="969866"/>
          </a:xfrm>
          <a:prstGeom prst="straightConnector1">
            <a:avLst/>
          </a:prstGeom>
          <a:ln w="19050" cap="rnd">
            <a:solidFill>
              <a:schemeClr val="accent2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7FE2A3AF-6E11-335F-50F6-D1319904ACFB}"/>
              </a:ext>
            </a:extLst>
          </p:cNvPr>
          <p:cNvSpPr txBox="1"/>
          <p:nvPr/>
        </p:nvSpPr>
        <p:spPr>
          <a:xfrm>
            <a:off x="9585643" y="1819303"/>
            <a:ext cx="516366" cy="5232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2A526C4B-C34E-E7FF-9260-57C2D8C69DA0}"/>
              </a:ext>
            </a:extLst>
          </p:cNvPr>
          <p:cNvSpPr/>
          <p:nvPr/>
        </p:nvSpPr>
        <p:spPr>
          <a:xfrm>
            <a:off x="3037286" y="574065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D5AC1748-9FF1-906E-5786-9B5BFA3871E6}"/>
              </a:ext>
            </a:extLst>
          </p:cNvPr>
          <p:cNvSpPr/>
          <p:nvPr/>
        </p:nvSpPr>
        <p:spPr>
          <a:xfrm>
            <a:off x="6535907" y="162702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125" name="Straight Arrow Connector 12">
            <a:extLst>
              <a:ext uri="{FF2B5EF4-FFF2-40B4-BE49-F238E27FC236}">
                <a16:creationId xmlns:a16="http://schemas.microsoft.com/office/drawing/2014/main" id="{CEC40138-4C1B-624A-056E-7C43F4D5D329}"/>
              </a:ext>
            </a:extLst>
          </p:cNvPr>
          <p:cNvCxnSpPr>
            <a:cxnSpLocks/>
            <a:stCxn id="53" idx="3"/>
            <a:endCxn id="73" idx="3"/>
          </p:cNvCxnSpPr>
          <p:nvPr/>
        </p:nvCxnSpPr>
        <p:spPr>
          <a:xfrm flipH="1" flipV="1">
            <a:off x="10222030" y="1073390"/>
            <a:ext cx="733812" cy="4018094"/>
          </a:xfrm>
          <a:prstGeom prst="bentConnector3">
            <a:avLst>
              <a:gd name="adj1" fmla="val -115100"/>
            </a:avLst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4476530-3924-EAD0-9DC8-60049B144929}"/>
              </a:ext>
            </a:extLst>
          </p:cNvPr>
          <p:cNvGrpSpPr/>
          <p:nvPr/>
        </p:nvGrpSpPr>
        <p:grpSpPr>
          <a:xfrm>
            <a:off x="6014005" y="397213"/>
            <a:ext cx="4277394" cy="1014729"/>
            <a:chOff x="7494697" y="1006813"/>
            <a:chExt cx="4021313" cy="1014729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2D84FDE-29E6-517D-6D57-FC40C0BF0D75}"/>
                </a:ext>
              </a:extLst>
            </p:cNvPr>
            <p:cNvSpPr/>
            <p:nvPr/>
          </p:nvSpPr>
          <p:spPr>
            <a:xfrm>
              <a:off x="7553549" y="1401898"/>
              <a:ext cx="38972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92ED642-0E27-692E-3017-70B699D94C34}"/>
                </a:ext>
              </a:extLst>
            </p:cNvPr>
            <p:cNvSpPr/>
            <p:nvPr/>
          </p:nvSpPr>
          <p:spPr>
            <a:xfrm>
              <a:off x="7494697" y="1006813"/>
              <a:ext cx="4021313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9DFC88D-8D66-2EB6-D82B-BF4C276B67F5}"/>
              </a:ext>
            </a:extLst>
          </p:cNvPr>
          <p:cNvSpPr/>
          <p:nvPr/>
        </p:nvSpPr>
        <p:spPr>
          <a:xfrm>
            <a:off x="9548601" y="2343835"/>
            <a:ext cx="1984305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25B4FE8-6566-79F4-C734-364D7343F101}"/>
              </a:ext>
            </a:extLst>
          </p:cNvPr>
          <p:cNvSpPr/>
          <p:nvPr/>
        </p:nvSpPr>
        <p:spPr>
          <a:xfrm>
            <a:off x="554463" y="2325477"/>
            <a:ext cx="4982952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916B75BC-E1D7-65C3-9A29-33A6A16A9256}"/>
              </a:ext>
            </a:extLst>
          </p:cNvPr>
          <p:cNvSpPr/>
          <p:nvPr/>
        </p:nvSpPr>
        <p:spPr>
          <a:xfrm>
            <a:off x="9694645" y="3682937"/>
            <a:ext cx="764990" cy="944482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55" name="Can 154">
            <a:extLst>
              <a:ext uri="{FF2B5EF4-FFF2-40B4-BE49-F238E27FC236}">
                <a16:creationId xmlns:a16="http://schemas.microsoft.com/office/drawing/2014/main" id="{E9E65F04-01E9-7739-5F52-0934B27C8B21}"/>
              </a:ext>
            </a:extLst>
          </p:cNvPr>
          <p:cNvSpPr/>
          <p:nvPr/>
        </p:nvSpPr>
        <p:spPr>
          <a:xfrm>
            <a:off x="2832370" y="2527771"/>
            <a:ext cx="1067616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sessions</a:t>
            </a:r>
          </a:p>
        </p:txBody>
      </p:sp>
      <p:sp>
        <p:nvSpPr>
          <p:cNvPr id="156" name="Can 155">
            <a:extLst>
              <a:ext uri="{FF2B5EF4-FFF2-40B4-BE49-F238E27FC236}">
                <a16:creationId xmlns:a16="http://schemas.microsoft.com/office/drawing/2014/main" id="{5077390B-49F7-D77A-ECBF-0505DB0A1098}"/>
              </a:ext>
            </a:extLst>
          </p:cNvPr>
          <p:cNvSpPr/>
          <p:nvPr/>
        </p:nvSpPr>
        <p:spPr>
          <a:xfrm>
            <a:off x="4040360" y="2522107"/>
            <a:ext cx="1067615" cy="615232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wallets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36B4E8-38ED-3C12-8012-E2463A6D550D}"/>
              </a:ext>
            </a:extLst>
          </p:cNvPr>
          <p:cNvSpPr txBox="1"/>
          <p:nvPr/>
        </p:nvSpPr>
        <p:spPr>
          <a:xfrm>
            <a:off x="611064" y="2596106"/>
            <a:ext cx="5026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98A61C-97F8-0762-B53D-A8E066EB215C}"/>
              </a:ext>
            </a:extLst>
          </p:cNvPr>
          <p:cNvSpPr txBox="1"/>
          <p:nvPr/>
        </p:nvSpPr>
        <p:spPr>
          <a:xfrm>
            <a:off x="9590583" y="2614661"/>
            <a:ext cx="5026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5000" dirty="0"/>
          </a:p>
        </p:txBody>
      </p:sp>
      <p:cxnSp>
        <p:nvCxnSpPr>
          <p:cNvPr id="9" name="Straight Arrow Connector 12">
            <a:extLst>
              <a:ext uri="{FF2B5EF4-FFF2-40B4-BE49-F238E27FC236}">
                <a16:creationId xmlns:a16="http://schemas.microsoft.com/office/drawing/2014/main" id="{EAC7DD88-B20D-79E6-F9C3-96C61B42B52A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5333578" y="1466625"/>
            <a:ext cx="2584335" cy="3704309"/>
          </a:xfrm>
          <a:prstGeom prst="bentConnector2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AFFA593-362F-B7D9-3DEC-4849E8F9BB4A}"/>
              </a:ext>
            </a:extLst>
          </p:cNvPr>
          <p:cNvSpPr txBox="1"/>
          <p:nvPr/>
        </p:nvSpPr>
        <p:spPr>
          <a:xfrm>
            <a:off x="4968093" y="4986268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E480FE-32EA-7E16-857F-C96581649AB2}"/>
              </a:ext>
            </a:extLst>
          </p:cNvPr>
          <p:cNvSpPr txBox="1"/>
          <p:nvPr/>
        </p:nvSpPr>
        <p:spPr>
          <a:xfrm>
            <a:off x="5023969" y="4779679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E7C30F-71F0-A751-C2E2-5A6EF8581030}"/>
              </a:ext>
            </a:extLst>
          </p:cNvPr>
          <p:cNvSpPr/>
          <p:nvPr/>
        </p:nvSpPr>
        <p:spPr>
          <a:xfrm>
            <a:off x="3054756" y="4793417"/>
            <a:ext cx="2280796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6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 app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523C487-6487-046E-2F4B-1442AE74BCAF}"/>
              </a:ext>
            </a:extLst>
          </p:cNvPr>
          <p:cNvSpPr/>
          <p:nvPr/>
        </p:nvSpPr>
        <p:spPr>
          <a:xfrm>
            <a:off x="8026786" y="162282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9A3A3D-CEDB-3B33-5F77-7BAC5910E48D}"/>
              </a:ext>
            </a:extLst>
          </p:cNvPr>
          <p:cNvSpPr txBox="1"/>
          <p:nvPr/>
        </p:nvSpPr>
        <p:spPr>
          <a:xfrm>
            <a:off x="8370688" y="1510071"/>
            <a:ext cx="496759" cy="5232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✉️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8FF55F-E7F8-3F25-03BE-831E2A37EA08}"/>
              </a:ext>
            </a:extLst>
          </p:cNvPr>
          <p:cNvSpPr txBox="1"/>
          <p:nvPr/>
        </p:nvSpPr>
        <p:spPr>
          <a:xfrm>
            <a:off x="6895907" y="1510071"/>
            <a:ext cx="496759" cy="5232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✉️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4E485A-1F6F-B7DA-BB4E-EA54DE3DB965}"/>
              </a:ext>
            </a:extLst>
          </p:cNvPr>
          <p:cNvSpPr txBox="1"/>
          <p:nvPr/>
        </p:nvSpPr>
        <p:spPr>
          <a:xfrm>
            <a:off x="6441473" y="1981385"/>
            <a:ext cx="1507746" cy="70788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prompt’s    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content?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83C8C5E-0939-AB8B-3648-A7138D74C0BA}"/>
              </a:ext>
            </a:extLst>
          </p:cNvPr>
          <p:cNvSpPr/>
          <p:nvPr/>
        </p:nvSpPr>
        <p:spPr>
          <a:xfrm>
            <a:off x="9779409" y="4009328"/>
            <a:ext cx="618332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pPr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📣</a:t>
            </a:r>
          </a:p>
          <a:p>
            <a:pPr>
              <a:defRPr/>
            </a:pP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  <a:p>
            <a:pPr>
              <a:defRPr/>
            </a:pP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1" name="Can 40">
            <a:extLst>
              <a:ext uri="{FF2B5EF4-FFF2-40B4-BE49-F238E27FC236}">
                <a16:creationId xmlns:a16="http://schemas.microsoft.com/office/drawing/2014/main" id="{FB9B2E3F-0D80-AEB8-F837-C848D43FF704}"/>
              </a:ext>
            </a:extLst>
          </p:cNvPr>
          <p:cNvSpPr/>
          <p:nvPr/>
        </p:nvSpPr>
        <p:spPr>
          <a:xfrm>
            <a:off x="7721386" y="602413"/>
            <a:ext cx="1067616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sessions</a:t>
            </a:r>
          </a:p>
        </p:txBody>
      </p:sp>
      <p:sp>
        <p:nvSpPr>
          <p:cNvPr id="42" name="Can 41">
            <a:extLst>
              <a:ext uri="{FF2B5EF4-FFF2-40B4-BE49-F238E27FC236}">
                <a16:creationId xmlns:a16="http://schemas.microsoft.com/office/drawing/2014/main" id="{99665169-1D09-263D-42E7-5946FF1C9C2A}"/>
              </a:ext>
            </a:extLst>
          </p:cNvPr>
          <p:cNvSpPr/>
          <p:nvPr/>
        </p:nvSpPr>
        <p:spPr>
          <a:xfrm>
            <a:off x="8939611" y="609780"/>
            <a:ext cx="1067616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prompts</a:t>
            </a:r>
          </a:p>
        </p:txBody>
      </p:sp>
      <p:sp>
        <p:nvSpPr>
          <p:cNvPr id="45" name="Can 44">
            <a:extLst>
              <a:ext uri="{FF2B5EF4-FFF2-40B4-BE49-F238E27FC236}">
                <a16:creationId xmlns:a16="http://schemas.microsoft.com/office/drawing/2014/main" id="{D7E5C0AF-4EC6-7826-056D-C0A5193B9DB9}"/>
              </a:ext>
            </a:extLst>
          </p:cNvPr>
          <p:cNvSpPr/>
          <p:nvPr/>
        </p:nvSpPr>
        <p:spPr>
          <a:xfrm>
            <a:off x="4041559" y="3889173"/>
            <a:ext cx="1067615" cy="615232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wallets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561375-8F03-D5EC-27EB-B284912F3286}"/>
              </a:ext>
            </a:extLst>
          </p:cNvPr>
          <p:cNvSpPr txBox="1"/>
          <p:nvPr/>
        </p:nvSpPr>
        <p:spPr>
          <a:xfrm>
            <a:off x="206409" y="6409189"/>
            <a:ext cx="990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NOTIFIER</a:t>
            </a:r>
          </a:p>
        </p:txBody>
      </p:sp>
    </p:spTree>
    <p:extLst>
      <p:ext uri="{BB962C8B-B14F-4D97-AF65-F5344CB8AC3E}">
        <p14:creationId xmlns:p14="http://schemas.microsoft.com/office/powerpoint/2010/main" val="186704375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52077</TotalTime>
  <Words>57</Words>
  <Application>Microsoft Macintosh PowerPoint</Application>
  <PresentationFormat>Widescreen</PresentationFormat>
  <Paragraphs>37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Amazon Ember</vt:lpstr>
      <vt:lpstr>Segoe UI</vt:lpstr>
      <vt:lpstr>Wingdings</vt:lpstr>
      <vt:lpstr>Amazon Ember Display</vt:lpstr>
      <vt:lpstr>Arial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158</cp:revision>
  <dcterms:created xsi:type="dcterms:W3CDTF">2022-10-07T16:14:37Z</dcterms:created>
  <dcterms:modified xsi:type="dcterms:W3CDTF">2025-08-25T16:28:01Z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2025-04-22T20:23:14Z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7e6dee41-ecfb-4a5f-81a0-fa5771dd2ebe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