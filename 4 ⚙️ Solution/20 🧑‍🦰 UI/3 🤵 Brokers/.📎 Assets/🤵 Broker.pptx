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6" r:id="rId1"/>
  </p:sldMasterIdLst>
  <p:notesMasterIdLst>
    <p:notesMasterId r:id="rId4"/>
  </p:notesMasterIdLst>
  <p:handoutMasterIdLst>
    <p:handoutMasterId r:id="rId5"/>
  </p:handoutMasterIdLst>
  <p:sldIdLst>
    <p:sldId id="1823" r:id="rId2"/>
    <p:sldId id="1697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🧑‍🦰 Wallet" id="{DE76B10F-4749-0E43-97D1-FD79F82960B4}">
          <p14:sldIdLst>
            <p14:sldId id="1823"/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9" autoAdjust="0"/>
    <p:restoredTop sz="96966" autoAdjust="0"/>
  </p:normalViewPr>
  <p:slideViewPr>
    <p:cSldViewPr snapToGrid="0">
      <p:cViewPr varScale="1">
        <p:scale>
          <a:sx n="136" d="100"/>
          <a:sy n="136" d="100"/>
        </p:scale>
        <p:origin x="1744" y="6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7888-1948-723A-3BF7-001D8650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0D191-7B23-2C02-E23E-2D40D8B6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45E66-6DFC-5D18-C84A-168226CF8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366D7F9-C619-5B3F-7342-6641C3337AA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1C312-E968-CAE0-8A65-68D2150E5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B949E5F-5318-7966-E503-706EAE0F09B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9/16/25 9:46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C270D-ADA2-7322-0B73-FBD43C38A3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02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16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28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36">
          <p15:clr>
            <a:srgbClr val="F26B43"/>
          </p15:clr>
        </p15:guide>
        <p15:guide id="5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FBD67-D3C0-24A5-3673-1BEBE9A9345F}"/>
              </a:ext>
            </a:extLst>
          </p:cNvPr>
          <p:cNvSpPr txBox="1"/>
          <p:nvPr/>
        </p:nvSpPr>
        <p:spPr>
          <a:xfrm>
            <a:off x="2981366" y="1613118"/>
            <a:ext cx="6229269" cy="186204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🤵 Broker</a:t>
            </a:r>
          </a:p>
        </p:txBody>
      </p:sp>
    </p:spTree>
    <p:extLst>
      <p:ext uri="{BB962C8B-B14F-4D97-AF65-F5344CB8AC3E}">
        <p14:creationId xmlns:p14="http://schemas.microsoft.com/office/powerpoint/2010/main" val="38658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C24AB-FBD4-FF3B-C880-BCAD5DAC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D751A66-1976-1EA5-B990-4A5BBB2DCF0F}"/>
              </a:ext>
            </a:extLst>
          </p:cNvPr>
          <p:cNvGrpSpPr/>
          <p:nvPr/>
        </p:nvGrpSpPr>
        <p:grpSpPr>
          <a:xfrm>
            <a:off x="4523305" y="3090522"/>
            <a:ext cx="3122402" cy="1014729"/>
            <a:chOff x="3502202" y="1747544"/>
            <a:chExt cx="1806068" cy="101472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AA4DA-9C69-ABB7-2979-A0A91801E4ED}"/>
                </a:ext>
              </a:extLst>
            </p:cNvPr>
            <p:cNvSpPr/>
            <p:nvPr/>
          </p:nvSpPr>
          <p:spPr>
            <a:xfrm>
              <a:off x="3562600" y="2110844"/>
              <a:ext cx="169816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 Broker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4E4D216-9C65-1126-214A-AD7D02E012C6}"/>
                </a:ext>
              </a:extLst>
            </p:cNvPr>
            <p:cNvSpPr/>
            <p:nvPr/>
          </p:nvSpPr>
          <p:spPr>
            <a:xfrm>
              <a:off x="3502202" y="1747544"/>
              <a:ext cx="180606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4024B3-D515-52F6-9EC4-E51743A55456}"/>
              </a:ext>
            </a:extLst>
          </p:cNvPr>
          <p:cNvGrpSpPr/>
          <p:nvPr/>
        </p:nvGrpSpPr>
        <p:grpSpPr>
          <a:xfrm>
            <a:off x="4523305" y="5030012"/>
            <a:ext cx="3122397" cy="1014729"/>
            <a:chOff x="7494698" y="1006813"/>
            <a:chExt cx="1483048" cy="101472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A169F6F-C046-3126-58A3-63FB800B2EA4}"/>
                </a:ext>
              </a:extLst>
            </p:cNvPr>
            <p:cNvSpPr/>
            <p:nvPr/>
          </p:nvSpPr>
          <p:spPr>
            <a:xfrm>
              <a:off x="7553549" y="1366273"/>
              <a:ext cx="13766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AAEB2D-6EDD-35E8-33BA-C1284E8E3B8A}"/>
                </a:ext>
              </a:extLst>
            </p:cNvPr>
            <p:cNvSpPr/>
            <p:nvPr/>
          </p:nvSpPr>
          <p:spPr>
            <a:xfrm>
              <a:off x="7494698" y="1006813"/>
              <a:ext cx="148304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C5B4E531-4CB6-7DA6-92F3-D7D63435D1C0}"/>
              </a:ext>
            </a:extLst>
          </p:cNvPr>
          <p:cNvCxnSpPr>
            <a:cxnSpLocks/>
            <a:stCxn id="36" idx="1"/>
            <a:endCxn id="30" idx="1"/>
          </p:cNvCxnSpPr>
          <p:nvPr/>
        </p:nvCxnSpPr>
        <p:spPr>
          <a:xfrm rot="10800000">
            <a:off x="4523305" y="3597888"/>
            <a:ext cx="123904" cy="2072677"/>
          </a:xfrm>
          <a:prstGeom prst="bentConnector3">
            <a:avLst>
              <a:gd name="adj1" fmla="val 1329186"/>
            </a:avLst>
          </a:prstGeom>
          <a:ln w="19050" cap="rnd">
            <a:solidFill>
              <a:schemeClr val="accent2"/>
            </a:solidFill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12">
            <a:extLst>
              <a:ext uri="{FF2B5EF4-FFF2-40B4-BE49-F238E27FC236}">
                <a16:creationId xmlns:a16="http://schemas.microsoft.com/office/drawing/2014/main" id="{753CF6DE-524E-3A62-EA93-9E79458A9773}"/>
              </a:ext>
            </a:extLst>
          </p:cNvPr>
          <p:cNvCxnSpPr>
            <a:cxnSpLocks/>
          </p:cNvCxnSpPr>
          <p:nvPr/>
        </p:nvCxnSpPr>
        <p:spPr>
          <a:xfrm flipV="1">
            <a:off x="4926264" y="1001100"/>
            <a:ext cx="0" cy="2089422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71EC072C-FEFF-582F-A1DF-D7583E17AE7E}"/>
              </a:ext>
            </a:extLst>
          </p:cNvPr>
          <p:cNvCxnSpPr>
            <a:cxnSpLocks/>
            <a:stCxn id="36" idx="3"/>
            <a:endCxn id="30" idx="3"/>
          </p:cNvCxnSpPr>
          <p:nvPr/>
        </p:nvCxnSpPr>
        <p:spPr>
          <a:xfrm flipV="1">
            <a:off x="7545693" y="3597887"/>
            <a:ext cx="100014" cy="2072677"/>
          </a:xfrm>
          <a:prstGeom prst="bentConnector3">
            <a:avLst>
              <a:gd name="adj1" fmla="val 1777155"/>
            </a:avLst>
          </a:prstGeom>
          <a:ln w="19050" cap="rnd">
            <a:solidFill>
              <a:schemeClr val="accent4"/>
            </a:solidFill>
            <a:round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9D65DEFA-0AC9-CF4E-FA1E-5A29438180C2}"/>
              </a:ext>
            </a:extLst>
          </p:cNvPr>
          <p:cNvCxnSpPr>
            <a:cxnSpLocks/>
          </p:cNvCxnSpPr>
          <p:nvPr/>
        </p:nvCxnSpPr>
        <p:spPr>
          <a:xfrm flipV="1">
            <a:off x="4926264" y="4129009"/>
            <a:ext cx="0" cy="910067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12">
            <a:extLst>
              <a:ext uri="{FF2B5EF4-FFF2-40B4-BE49-F238E27FC236}">
                <a16:creationId xmlns:a16="http://schemas.microsoft.com/office/drawing/2014/main" id="{A132CB5D-CAC2-958F-35B4-128830869AFF}"/>
              </a:ext>
            </a:extLst>
          </p:cNvPr>
          <p:cNvCxnSpPr>
            <a:cxnSpLocks/>
          </p:cNvCxnSpPr>
          <p:nvPr/>
        </p:nvCxnSpPr>
        <p:spPr>
          <a:xfrm flipV="1">
            <a:off x="7251844" y="985692"/>
            <a:ext cx="0" cy="2104830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12">
            <a:extLst>
              <a:ext uri="{FF2B5EF4-FFF2-40B4-BE49-F238E27FC236}">
                <a16:creationId xmlns:a16="http://schemas.microsoft.com/office/drawing/2014/main" id="{67D77BCD-E3E4-F448-C978-5AA452C00725}"/>
              </a:ext>
            </a:extLst>
          </p:cNvPr>
          <p:cNvCxnSpPr>
            <a:cxnSpLocks/>
          </p:cNvCxnSpPr>
          <p:nvPr/>
        </p:nvCxnSpPr>
        <p:spPr>
          <a:xfrm flipV="1">
            <a:off x="7251844" y="4113601"/>
            <a:ext cx="0" cy="910067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9AB63EB-D62D-41EF-D0D9-A78DBC9F5108}"/>
              </a:ext>
            </a:extLst>
          </p:cNvPr>
          <p:cNvSpPr txBox="1">
            <a:spLocks/>
          </p:cNvSpPr>
          <p:nvPr/>
        </p:nvSpPr>
        <p:spPr>
          <a:xfrm>
            <a:off x="3794409" y="1011866"/>
            <a:ext cx="111998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sz="1400" dirty="0"/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ABE21099-6B0F-8141-A1F4-5F5DE06DEF14}"/>
              </a:ext>
            </a:extLst>
          </p:cNvPr>
          <p:cNvSpPr txBox="1">
            <a:spLocks/>
          </p:cNvSpPr>
          <p:nvPr/>
        </p:nvSpPr>
        <p:spPr>
          <a:xfrm>
            <a:off x="7276485" y="1011866"/>
            <a:ext cx="111998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hello again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D8ED17EC-48B7-3DC6-A686-426CCF7D1C76}"/>
              </a:ext>
            </a:extLst>
          </p:cNvPr>
          <p:cNvSpPr txBox="1">
            <a:spLocks/>
          </p:cNvSpPr>
          <p:nvPr/>
        </p:nvSpPr>
        <p:spPr>
          <a:xfrm>
            <a:off x="3856433" y="4199649"/>
            <a:ext cx="105795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b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 as ABC</a:t>
            </a:r>
            <a:endParaRPr lang="en-GB" sz="1400" dirty="0"/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D99C948E-1A0B-CFE7-F513-BC01019F94F2}"/>
              </a:ext>
            </a:extLst>
          </p:cNvPr>
          <p:cNvSpPr txBox="1">
            <a:spLocks/>
          </p:cNvSpPr>
          <p:nvPr/>
        </p:nvSpPr>
        <p:spPr>
          <a:xfrm>
            <a:off x="7263719" y="4198187"/>
            <a:ext cx="96671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hello as XYZ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B4FB0768-E6F0-2B0C-0763-A4839C12B48D}"/>
              </a:ext>
            </a:extLst>
          </p:cNvPr>
          <p:cNvSpPr txBox="1">
            <a:spLocks/>
          </p:cNvSpPr>
          <p:nvPr/>
        </p:nvSpPr>
        <p:spPr>
          <a:xfrm>
            <a:off x="9373163" y="5056841"/>
            <a:ext cx="1282232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goodbye </a:t>
            </a:r>
            <a:b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XYZ!</a:t>
            </a:r>
            <a:endParaRPr lang="en-GB" sz="1400" dirty="0">
              <a:solidFill>
                <a:schemeClr val="accent4"/>
              </a:solidFill>
            </a:endParaRP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18B2782A-5CE2-B4BD-6D84-39D802E01EC4}"/>
              </a:ext>
            </a:extLst>
          </p:cNvPr>
          <p:cNvSpPr txBox="1">
            <a:spLocks/>
          </p:cNvSpPr>
          <p:nvPr/>
        </p:nvSpPr>
        <p:spPr>
          <a:xfrm>
            <a:off x="1665866" y="5056841"/>
            <a:ext cx="1269346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goodbye</a:t>
            </a:r>
            <a:b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ABC!</a:t>
            </a:r>
            <a:endParaRPr lang="en-GB" sz="1400" dirty="0">
              <a:solidFill>
                <a:schemeClr val="accent2"/>
              </a:solidFill>
            </a:endParaRPr>
          </a:p>
        </p:txBody>
      </p:sp>
      <p:sp>
        <p:nvSpPr>
          <p:cNvPr id="90" name="Can 89">
            <a:extLst>
              <a:ext uri="{FF2B5EF4-FFF2-40B4-BE49-F238E27FC236}">
                <a16:creationId xmlns:a16="http://schemas.microsoft.com/office/drawing/2014/main" id="{36188457-37F2-32EF-5E78-15B069792476}"/>
              </a:ext>
            </a:extLst>
          </p:cNvPr>
          <p:cNvSpPr/>
          <p:nvPr/>
        </p:nvSpPr>
        <p:spPr>
          <a:xfrm>
            <a:off x="6252168" y="3303911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chats</a:t>
            </a:r>
          </a:p>
        </p:txBody>
      </p:sp>
      <p:sp>
        <p:nvSpPr>
          <p:cNvPr id="92" name="Can 91">
            <a:extLst>
              <a:ext uri="{FF2B5EF4-FFF2-40B4-BE49-F238E27FC236}">
                <a16:creationId xmlns:a16="http://schemas.microsoft.com/office/drawing/2014/main" id="{F8CC8C8B-FA6F-E0AA-E67A-55720A7D5D0B}"/>
              </a:ext>
            </a:extLst>
          </p:cNvPr>
          <p:cNvSpPr/>
          <p:nvPr/>
        </p:nvSpPr>
        <p:spPr>
          <a:xfrm>
            <a:off x="6235302" y="5233629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chats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B1FBB5F4-E81D-D611-3855-0327C78E2142}"/>
              </a:ext>
            </a:extLst>
          </p:cNvPr>
          <p:cNvSpPr/>
          <p:nvPr/>
        </p:nvSpPr>
        <p:spPr>
          <a:xfrm>
            <a:off x="4027753" y="65997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46A94C46-0A80-8184-C745-CBB57684B365}"/>
              </a:ext>
            </a:extLst>
          </p:cNvPr>
          <p:cNvSpPr/>
          <p:nvPr/>
        </p:nvSpPr>
        <p:spPr>
          <a:xfrm>
            <a:off x="5049037" y="436740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8B15906F-860A-0AF2-AC14-F90A479A7E97}"/>
              </a:ext>
            </a:extLst>
          </p:cNvPr>
          <p:cNvSpPr/>
          <p:nvPr/>
        </p:nvSpPr>
        <p:spPr>
          <a:xfrm>
            <a:off x="2504827" y="469106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2F406E5-115D-70FE-2CF8-2E7268418EC9}"/>
              </a:ext>
            </a:extLst>
          </p:cNvPr>
          <p:cNvSpPr/>
          <p:nvPr/>
        </p:nvSpPr>
        <p:spPr>
          <a:xfrm>
            <a:off x="7786315" y="650030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77055675-7998-424E-F7B9-FC10BD66765D}"/>
              </a:ext>
            </a:extLst>
          </p:cNvPr>
          <p:cNvSpPr/>
          <p:nvPr/>
        </p:nvSpPr>
        <p:spPr>
          <a:xfrm>
            <a:off x="6769072" y="436740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CF1AF9E9-496E-8036-F0F3-BF89B008C861}"/>
              </a:ext>
            </a:extLst>
          </p:cNvPr>
          <p:cNvSpPr/>
          <p:nvPr/>
        </p:nvSpPr>
        <p:spPr>
          <a:xfrm>
            <a:off x="9472918" y="4714809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77049C-CD07-461E-BD14-C163F41BD2FB}"/>
              </a:ext>
            </a:extLst>
          </p:cNvPr>
          <p:cNvSpPr/>
          <p:nvPr/>
        </p:nvSpPr>
        <p:spPr>
          <a:xfrm>
            <a:off x="4523305" y="439621"/>
            <a:ext cx="312240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 app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E15083-E21A-BD7C-FF3B-D7497E24A4E4}"/>
              </a:ext>
            </a:extLst>
          </p:cNvPr>
          <p:cNvSpPr/>
          <p:nvPr/>
        </p:nvSpPr>
        <p:spPr>
          <a:xfrm>
            <a:off x="5194582" y="1708695"/>
            <a:ext cx="176417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📣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Notifier</a:t>
            </a:r>
            <a:endParaRPr lang="en-GB" sz="3200" baseline="-9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AF325-728B-48E9-6766-E6BB131F5F4F}"/>
              </a:ext>
            </a:extLst>
          </p:cNvPr>
          <p:cNvSpPr/>
          <p:nvPr/>
        </p:nvSpPr>
        <p:spPr>
          <a:xfrm>
            <a:off x="5142139" y="1343278"/>
            <a:ext cx="1877662" cy="98350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cxnSp>
        <p:nvCxnSpPr>
          <p:cNvPr id="7" name="Straight Arrow Connector 12">
            <a:extLst>
              <a:ext uri="{FF2B5EF4-FFF2-40B4-BE49-F238E27FC236}">
                <a16:creationId xmlns:a16="http://schemas.microsoft.com/office/drawing/2014/main" id="{9D7C43FE-26E0-6B77-3B87-A4AF2A097164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>
            <a:off x="6080970" y="2326786"/>
            <a:ext cx="3536" cy="763736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074E1105-326E-9625-A765-BD0AF033741E}"/>
              </a:ext>
            </a:extLst>
          </p:cNvPr>
          <p:cNvCxnSpPr>
            <a:cxnSpLocks/>
            <a:stCxn id="38" idx="2"/>
            <a:endCxn id="3" idx="0"/>
          </p:cNvCxnSpPr>
          <p:nvPr/>
        </p:nvCxnSpPr>
        <p:spPr>
          <a:xfrm flipH="1">
            <a:off x="6080970" y="1001804"/>
            <a:ext cx="3538" cy="341474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395CFC-A797-286A-1F6F-CDB9286DCAD0}"/>
              </a:ext>
            </a:extLst>
          </p:cNvPr>
          <p:cNvSpPr/>
          <p:nvPr/>
        </p:nvSpPr>
        <p:spPr>
          <a:xfrm>
            <a:off x="5556826" y="244939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1F28DA-7A11-9582-D686-D39C717A5A85}"/>
              </a:ext>
            </a:extLst>
          </p:cNvPr>
          <p:cNvSpPr/>
          <p:nvPr/>
        </p:nvSpPr>
        <p:spPr>
          <a:xfrm>
            <a:off x="6235302" y="244382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55C51-8DBD-C535-9793-28337F78DAB9}"/>
              </a:ext>
            </a:extLst>
          </p:cNvPr>
          <p:cNvSpPr txBox="1"/>
          <p:nvPr/>
        </p:nvSpPr>
        <p:spPr>
          <a:xfrm>
            <a:off x="4592828" y="3276926"/>
            <a:ext cx="666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9A973-E42E-16E0-DB14-3FE6B888602D}"/>
              </a:ext>
            </a:extLst>
          </p:cNvPr>
          <p:cNvSpPr txBox="1"/>
          <p:nvPr/>
        </p:nvSpPr>
        <p:spPr>
          <a:xfrm>
            <a:off x="147264" y="6233934"/>
            <a:ext cx="135614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BROKER</a:t>
            </a:r>
          </a:p>
        </p:txBody>
      </p:sp>
    </p:spTree>
    <p:extLst>
      <p:ext uri="{BB962C8B-B14F-4D97-AF65-F5344CB8AC3E}">
        <p14:creationId xmlns:p14="http://schemas.microsoft.com/office/powerpoint/2010/main" val="207674319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AWS">
  <a:themeElements>
    <a:clrScheme name="Custom 75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5DADFD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5F086DE-2965-45A4-BDC6-88E6C1D0FF43}" vid="{D15E4270-0100-4A1F-8542-E99C62EE8F22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52474</TotalTime>
  <Words>50</Words>
  <Application>Microsoft Macintosh PowerPoint</Application>
  <PresentationFormat>Widescreen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Segoe UI</vt:lpstr>
      <vt:lpstr>Wingdings</vt:lpstr>
      <vt:lpstr>Amazon Ember</vt:lpstr>
      <vt:lpstr>Arial</vt:lpstr>
      <vt:lpstr>Amazon Ember Display</vt:lpstr>
      <vt:lpstr>1_AWS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162</cp:revision>
  <dcterms:created xsi:type="dcterms:W3CDTF">2022-10-07T16:14:37Z</dcterms:created>
  <dcterms:modified xsi:type="dcterms:W3CDTF">2025-09-16T15:24:04Z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2025-04-22T20:16:23Z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a902d4cb-b537-4ad3-9ef6-7b75089a1895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