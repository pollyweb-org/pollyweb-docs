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26" r:id="rId2"/>
    <p:sldId id="1693" r:id="rId3"/>
    <p:sldId id="1702" r:id="rId4"/>
    <p:sldId id="1713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F0603020204020204" pitchFamily="34" charset="0"/>
      <p:regular r:id="rId12"/>
      <p:bold r:id="rId13"/>
      <p:italic r:id="rId14"/>
      <p:boldItalic r:id="rId15"/>
    </p:embeddedFont>
    <p:embeddedFont>
      <p:font typeface="Segoe UI" panose="020B05020402040202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693"/>
            <p14:sldId id="1702"/>
            <p14:sldId id="1713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5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3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99E8C-8F13-B64A-13E3-926B8DD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493B4-98AC-747F-6F99-C4B496BCE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8A3B-25AE-A860-820A-75D2D27FE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72F9D0-4095-B1CB-DB2F-2537D53975C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382B-F18D-0B9C-1B91-C8CEE360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1F5694-A244-5BA8-9A3A-5405D242ABD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8/28/25 1:14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DC49-AD69-2F98-B474-BB60B25BE4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09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5EFD-785F-F69D-1AE3-FCFB17B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9D90F-451E-E698-9D6D-17878CEAF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B8448-30DF-6B43-04DF-B3B4B91C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6A7214-D7BF-0194-4569-DBD163C4A1B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6B86-09EE-E544-AF44-EE78CE32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EF3390-2323-871D-0451-54CB9CCA2BA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8/28/25 1:14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6D7D4-A847-9CCF-B060-C52997B3A8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9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DF66-FD8F-6F3E-58A3-1B25AB47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1C8-4D10-0BC2-73C7-C4AD8B1E2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87E9-8385-C4C7-6BBF-BDA5DF94C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6F21A49-A9FC-BF7D-52E0-4A0DC8F2856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CC099-6DC3-F1FB-957C-BC859C21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0F8272-C2CA-F3DB-3EE1-C311E54EB69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8/28/25 1:14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0F871-9F7E-8745-4143-52D4B4212F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8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Vaults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0AE6-2567-5BE5-6682-E9F6052E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>
            <a:extLst>
              <a:ext uri="{FF2B5EF4-FFF2-40B4-BE49-F238E27FC236}">
                <a16:creationId xmlns:a16="http://schemas.microsoft.com/office/drawing/2014/main" id="{24D820AC-980F-0490-753E-0E23FCC01A1F}"/>
              </a:ext>
            </a:extLst>
          </p:cNvPr>
          <p:cNvSpPr txBox="1">
            <a:spLocks/>
          </p:cNvSpPr>
          <p:nvPr/>
        </p:nvSpPr>
        <p:spPr>
          <a:xfrm>
            <a:off x="558497" y="559846"/>
            <a:ext cx="6391844" cy="424732"/>
          </a:xfrm>
          <a:prstGeom prst="rect">
            <a:avLst/>
          </a:prstGeom>
        </p:spPr>
        <p:txBody>
          <a:bodyPr vert="horz" wrap="square" lIns="0" tIns="45720" rIns="0" bIns="4572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sz="2800" b="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US" sz="2400" b="0" dirty="0"/>
              <a:t> nlweb.org manifest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CA7EE7-473B-9802-B8B1-388845407A1E}"/>
              </a:ext>
            </a:extLst>
          </p:cNvPr>
          <p:cNvSpPr txBox="1">
            <a:spLocks/>
          </p:cNvSpPr>
          <p:nvPr/>
        </p:nvSpPr>
        <p:spPr>
          <a:xfrm>
            <a:off x="1074118" y="1375809"/>
            <a:ext cx="3590039" cy="41063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400" dirty="0"/>
              <a:t>🏦 Bank</a:t>
            </a:r>
            <a:br>
              <a:rPr lang="en-US" sz="2400" dirty="0"/>
            </a:br>
            <a:r>
              <a:rPr lang="en-US" sz="2400" dirty="0"/>
              <a:t>🤵 Broker</a:t>
            </a:r>
            <a:br>
              <a:rPr lang="en-US" sz="2400" dirty="0"/>
            </a:br>
            <a:r>
              <a:rPr lang="en-US" sz="2400" dirty="0"/>
              <a:t>💰 Exchange</a:t>
            </a:r>
            <a:br>
              <a:rPr lang="en-US" sz="2400" dirty="0"/>
            </a:br>
            <a:r>
              <a:rPr lang="en-US" sz="2400" dirty="0"/>
              <a:t>🤗 Host</a:t>
            </a:r>
            <a:br>
              <a:rPr lang="en-US" sz="2400" dirty="0"/>
            </a:br>
            <a:r>
              <a:rPr lang="en-US" sz="2400" dirty="0"/>
              <a:t>🖐️ Palm</a:t>
            </a:r>
            <a:br>
              <a:rPr lang="en-US" sz="2400" dirty="0"/>
            </a:br>
            <a:r>
              <a:rPr lang="en-US" sz="2400" dirty="0"/>
              <a:t>💳 Pay</a:t>
            </a:r>
            <a:br>
              <a:rPr lang="en-US" sz="2400" dirty="0"/>
            </a:br>
            <a:r>
              <a:rPr lang="en-US" sz="2400" dirty="0"/>
              <a:t>🧢 </a:t>
            </a:r>
            <a:r>
              <a:rPr lang="en-US" sz="2400" dirty="0">
                <a:solidFill>
                  <a:schemeClr val="accent3"/>
                </a:solidFill>
              </a:rPr>
              <a:t>Persona</a:t>
            </a:r>
            <a:br>
              <a:rPr lang="en-US" sz="2400" dirty="0"/>
            </a:br>
            <a:r>
              <a:rPr lang="en-US" sz="2400" dirty="0"/>
              <a:t>📦 Storage</a:t>
            </a:r>
            <a:br>
              <a:rPr lang="en-US" sz="2400" dirty="0"/>
            </a:br>
            <a:r>
              <a:rPr lang="en-US" sz="2400" dirty="0"/>
              <a:t>📶 Wi-Fi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5C8D131-C511-688D-94C2-72467274E879}"/>
              </a:ext>
            </a:extLst>
          </p:cNvPr>
          <p:cNvSpPr/>
          <p:nvPr/>
        </p:nvSpPr>
        <p:spPr>
          <a:xfrm>
            <a:off x="3016331" y="1058900"/>
            <a:ext cx="866899" cy="4803542"/>
          </a:xfrm>
          <a:prstGeom prst="leftBrace">
            <a:avLst>
              <a:gd name="adj1" fmla="val 8333"/>
              <a:gd name="adj2" fmla="val 6772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0BF417-1B2E-61FE-7B70-690F244716FE}"/>
              </a:ext>
            </a:extLst>
          </p:cNvPr>
          <p:cNvSpPr txBox="1"/>
          <p:nvPr/>
        </p:nvSpPr>
        <p:spPr>
          <a:xfrm>
            <a:off x="3704050" y="1412170"/>
            <a:ext cx="28023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effectLst/>
              </a:rPr>
              <a:t>🧩 /PROFILE</a:t>
            </a:r>
          </a:p>
          <a:p>
            <a:pPr algn="l"/>
            <a:r>
              <a:rPr lang="en-GB" b="0" i="0" dirty="0">
                <a:effectLst/>
              </a:rPr>
              <a:t>🧩 //DELIVERY</a:t>
            </a:r>
          </a:p>
          <a:p>
            <a:pPr algn="l"/>
            <a:r>
              <a:rPr lang="en-GB" b="0" i="0" dirty="0">
                <a:effectLst/>
              </a:rPr>
              <a:t>🧩 //BILLING</a:t>
            </a:r>
          </a:p>
          <a:p>
            <a:pPr algn="l"/>
            <a:r>
              <a:rPr lang="en-GB" b="0" i="0" dirty="0">
                <a:effectLst/>
              </a:rPr>
              <a:t>🧩 //EMERGENCY</a:t>
            </a:r>
          </a:p>
          <a:p>
            <a:pPr algn="l"/>
            <a:r>
              <a:rPr lang="en-GB" b="0" i="0" dirty="0">
                <a:effectLst/>
              </a:rPr>
              <a:t>🧩 //ALLERGIES</a:t>
            </a:r>
          </a:p>
          <a:p>
            <a:pPr algn="l"/>
            <a:r>
              <a:rPr lang="en-GB" b="0" i="0" dirty="0">
                <a:effectLst/>
              </a:rPr>
              <a:t>🧩 //PHONE</a:t>
            </a:r>
          </a:p>
          <a:p>
            <a:pPr algn="l"/>
            <a:r>
              <a:rPr lang="en-GB" b="0" i="0" dirty="0">
                <a:effectLst/>
              </a:rPr>
              <a:t>🧩 //BOOKING</a:t>
            </a:r>
          </a:p>
          <a:p>
            <a:pPr algn="l"/>
            <a:r>
              <a:rPr lang="en-GB" b="0" i="0" dirty="0">
                <a:effectLst/>
              </a:rPr>
              <a:t>🧩 </a:t>
            </a:r>
            <a:r>
              <a:rPr lang="en-GB" b="0" i="0" dirty="0">
                <a:solidFill>
                  <a:schemeClr val="accent3"/>
                </a:solidFill>
                <a:effectLst/>
              </a:rPr>
              <a:t>//MEALS</a:t>
            </a:r>
          </a:p>
          <a:p>
            <a:pPr algn="l"/>
            <a:r>
              <a:rPr lang="en-GB" b="0" i="0" dirty="0">
                <a:effectLst/>
              </a:rPr>
              <a:t>🧩 //SOCIAL/NAME</a:t>
            </a:r>
          </a:p>
          <a:p>
            <a:pPr algn="l"/>
            <a:r>
              <a:rPr lang="en-GB" b="0" i="0" dirty="0">
                <a:effectLst/>
              </a:rPr>
              <a:t>🧩 //SOCIAL/FRIENDLY</a:t>
            </a:r>
          </a:p>
          <a:p>
            <a:pPr algn="l"/>
            <a:r>
              <a:rPr lang="en-GB" b="0" i="0" dirty="0">
                <a:effectLst/>
              </a:rPr>
              <a:t>🧩 //PARKING</a:t>
            </a:r>
          </a:p>
          <a:p>
            <a:pPr algn="l"/>
            <a:r>
              <a:rPr lang="en-GB" b="0" i="0" dirty="0">
                <a:effectLst/>
              </a:rPr>
              <a:t>🧩 //TRAVEL/GROUP</a:t>
            </a:r>
          </a:p>
          <a:p>
            <a:pPr algn="l"/>
            <a:r>
              <a:rPr lang="en-GB" b="0" i="0" dirty="0">
                <a:effectLst/>
              </a:rPr>
              <a:t>🧩 //TRAVEL/SEAT</a:t>
            </a:r>
          </a:p>
          <a:p>
            <a:pPr algn="l"/>
            <a:r>
              <a:rPr lang="en-GB" b="0" i="0" dirty="0">
                <a:effectLst/>
              </a:rPr>
              <a:t>🧩 //TRAVEL/TAXI</a:t>
            </a:r>
          </a:p>
          <a:p>
            <a:pPr algn="l"/>
            <a:r>
              <a:rPr lang="en-GB" b="0" i="0" dirty="0">
                <a:effectLst/>
              </a:rPr>
              <a:t>🧩 //TRAVEL/PLACE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48AE9E8-A5F3-09AA-CB1B-EBA2CB5BF458}"/>
              </a:ext>
            </a:extLst>
          </p:cNvPr>
          <p:cNvSpPr/>
          <p:nvPr/>
        </p:nvSpPr>
        <p:spPr>
          <a:xfrm>
            <a:off x="558497" y="1187533"/>
            <a:ext cx="696426" cy="4412579"/>
          </a:xfrm>
          <a:prstGeom prst="leftBrace">
            <a:avLst>
              <a:gd name="adj1" fmla="val 8333"/>
              <a:gd name="adj2" fmla="val 49444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4244B10-F9B8-72E0-EB06-0CDEED96126F}"/>
              </a:ext>
            </a:extLst>
          </p:cNvPr>
          <p:cNvSpPr/>
          <p:nvPr/>
        </p:nvSpPr>
        <p:spPr>
          <a:xfrm>
            <a:off x="5980130" y="1058901"/>
            <a:ext cx="866899" cy="4803541"/>
          </a:xfrm>
          <a:prstGeom prst="leftBrace">
            <a:avLst>
              <a:gd name="adj1" fmla="val 8333"/>
              <a:gd name="adj2" fmla="val 50681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9C6CCB-AE1C-50B8-5931-0F9DCA1F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090" y="1481273"/>
            <a:ext cx="8595969" cy="4115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1DC643-AE87-F549-C709-DB4FC86A51A0}"/>
              </a:ext>
            </a:extLst>
          </p:cNvPr>
          <p:cNvSpPr txBox="1"/>
          <p:nvPr/>
        </p:nvSpPr>
        <p:spPr>
          <a:xfrm>
            <a:off x="178670" y="6248084"/>
            <a:ext cx="93775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20348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 animBg="1"/>
      <p:bldP spid="13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9F33-1D84-5CFE-6F49-4D5E320B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92C055F6-F17A-0B6E-C5AA-E41824889AC7}"/>
              </a:ext>
            </a:extLst>
          </p:cNvPr>
          <p:cNvCxnSpPr>
            <a:cxnSpLocks/>
          </p:cNvCxnSpPr>
          <p:nvPr/>
        </p:nvCxnSpPr>
        <p:spPr>
          <a:xfrm flipV="1">
            <a:off x="5337217" y="14298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3708C6E1-8614-B0B0-8899-6C04A38240F3}"/>
              </a:ext>
            </a:extLst>
          </p:cNvPr>
          <p:cNvSpPr txBox="1">
            <a:spLocks/>
          </p:cNvSpPr>
          <p:nvPr/>
        </p:nvSpPr>
        <p:spPr>
          <a:xfrm>
            <a:off x="4280743" y="17325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BC2444D2-B0E8-9A89-A871-AAF115C3B319}"/>
              </a:ext>
            </a:extLst>
          </p:cNvPr>
          <p:cNvSpPr/>
          <p:nvPr/>
        </p:nvSpPr>
        <p:spPr>
          <a:xfrm>
            <a:off x="5157040" y="177211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DD20FE4-A6EB-AEBA-1C48-42685D0D02DB}"/>
              </a:ext>
            </a:extLst>
          </p:cNvPr>
          <p:cNvGrpSpPr/>
          <p:nvPr/>
        </p:nvGrpSpPr>
        <p:grpSpPr>
          <a:xfrm>
            <a:off x="2812142" y="401186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44F346-EF68-C032-3A8C-C6E4760EEFBB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0B7C6D2-AA6B-EC99-C6CC-05E592CDF82E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692BC4-000A-2290-0DF9-85FD64FE26C4}"/>
              </a:ext>
            </a:extLst>
          </p:cNvPr>
          <p:cNvGrpSpPr/>
          <p:nvPr/>
        </p:nvGrpSpPr>
        <p:grpSpPr>
          <a:xfrm>
            <a:off x="2809366" y="2818792"/>
            <a:ext cx="3418797" cy="1490223"/>
            <a:chOff x="6096000" y="4418672"/>
            <a:chExt cx="2505685" cy="1490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241BC8-2669-38A1-631C-73711C96B3AC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0FA10A-419E-1B8E-F246-AC1DA104B8C3}"/>
                </a:ext>
              </a:extLst>
            </p:cNvPr>
            <p:cNvSpPr/>
            <p:nvPr/>
          </p:nvSpPr>
          <p:spPr>
            <a:xfrm>
              <a:off x="6214847" y="5213618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Wallet: App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A5472C-3C1D-1122-7773-997A93F6BC85}"/>
                </a:ext>
              </a:extLst>
            </p:cNvPr>
            <p:cNvSpPr/>
            <p:nvPr/>
          </p:nvSpPr>
          <p:spPr>
            <a:xfrm>
              <a:off x="7930386" y="4546027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2D7877-3A0C-A69C-434A-AC466BAAE780}"/>
                </a:ext>
              </a:extLst>
            </p:cNvPr>
            <p:cNvSpPr/>
            <p:nvPr/>
          </p:nvSpPr>
          <p:spPr>
            <a:xfrm>
              <a:off x="6214847" y="4546027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F932E1AA-EF41-F4CF-2415-FAEBC0C40BB8}"/>
              </a:ext>
            </a:extLst>
          </p:cNvPr>
          <p:cNvCxnSpPr>
            <a:cxnSpLocks/>
          </p:cNvCxnSpPr>
          <p:nvPr/>
        </p:nvCxnSpPr>
        <p:spPr>
          <a:xfrm flipV="1">
            <a:off x="3735070" y="1415915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9E36EC0-2D2C-C3A7-AAA4-9E3B6EBDEA46}"/>
              </a:ext>
            </a:extLst>
          </p:cNvPr>
          <p:cNvSpPr txBox="1">
            <a:spLocks/>
          </p:cNvSpPr>
          <p:nvPr/>
        </p:nvSpPr>
        <p:spPr>
          <a:xfrm>
            <a:off x="2678596" y="2209683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88B286-512A-C60D-65FA-967060AED3FE}"/>
              </a:ext>
            </a:extLst>
          </p:cNvPr>
          <p:cNvSpPr/>
          <p:nvPr/>
        </p:nvSpPr>
        <p:spPr>
          <a:xfrm>
            <a:off x="3554893" y="22492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513CE3-E2EB-8EEB-95F1-A24CD2133E46}"/>
              </a:ext>
            </a:extLst>
          </p:cNvPr>
          <p:cNvSpPr txBox="1">
            <a:spLocks/>
          </p:cNvSpPr>
          <p:nvPr/>
        </p:nvSpPr>
        <p:spPr>
          <a:xfrm>
            <a:off x="7302808" y="640826"/>
            <a:ext cx="2891059" cy="30178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🧢 Persona</a:t>
            </a:r>
            <a:br>
              <a:rPr lang="en-US" sz="2000" dirty="0"/>
            </a:br>
            <a:r>
              <a:rPr lang="en-US" sz="2000" dirty="0"/>
              <a:t>🆔 Identity</a:t>
            </a:r>
            <a:br>
              <a:rPr lang="en-US" sz="2000" dirty="0"/>
            </a:br>
            <a:r>
              <a:rPr lang="en-US" sz="2000" dirty="0"/>
              <a:t>💳 Payer</a:t>
            </a:r>
            <a:br>
              <a:rPr lang="en-US" sz="2000" dirty="0"/>
            </a:br>
            <a:r>
              <a:rPr lang="en-US" sz="2000" dirty="0"/>
              <a:t>📦 Storage</a:t>
            </a:r>
            <a:br>
              <a:rPr lang="en-US" sz="2000" dirty="0"/>
            </a:br>
            <a:r>
              <a:rPr lang="en-US" sz="2000" dirty="0"/>
              <a:t>🏦 Financial agents</a:t>
            </a:r>
            <a:br>
              <a:rPr lang="en-US" sz="2000" dirty="0"/>
            </a:br>
            <a:r>
              <a:rPr lang="en-US" sz="2000" dirty="0"/>
              <a:t>🧑‍⚕️ Health agents</a:t>
            </a:r>
            <a:br>
              <a:rPr lang="en-US" sz="2000" dirty="0"/>
            </a:br>
            <a:r>
              <a:rPr lang="en-US" sz="2000" dirty="0"/>
              <a:t>others…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EE381EB0-557F-A8A8-102F-5120E0864073}"/>
              </a:ext>
            </a:extLst>
          </p:cNvPr>
          <p:cNvSpPr/>
          <p:nvPr/>
        </p:nvSpPr>
        <p:spPr>
          <a:xfrm>
            <a:off x="6550118" y="553673"/>
            <a:ext cx="1163895" cy="3105030"/>
          </a:xfrm>
          <a:prstGeom prst="leftBrace">
            <a:avLst>
              <a:gd name="adj1" fmla="val 8333"/>
              <a:gd name="adj2" fmla="val 16346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57A85-6E7D-1D5A-920F-5E1BFE2CE83E}"/>
              </a:ext>
            </a:extLst>
          </p:cNvPr>
          <p:cNvSpPr txBox="1"/>
          <p:nvPr/>
        </p:nvSpPr>
        <p:spPr>
          <a:xfrm>
            <a:off x="147264" y="6233934"/>
            <a:ext cx="10579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VAULT</a:t>
            </a:r>
          </a:p>
        </p:txBody>
      </p:sp>
    </p:spTree>
    <p:extLst>
      <p:ext uri="{BB962C8B-B14F-4D97-AF65-F5344CB8AC3E}">
        <p14:creationId xmlns:p14="http://schemas.microsoft.com/office/powerpoint/2010/main" val="82583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A073-4CD7-AB58-F062-A90DBAE2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890BC91C-FD1D-4C11-AADA-45379D06D785}"/>
              </a:ext>
            </a:extLst>
          </p:cNvPr>
          <p:cNvCxnSpPr>
            <a:cxnSpLocks/>
          </p:cNvCxnSpPr>
          <p:nvPr/>
        </p:nvCxnSpPr>
        <p:spPr>
          <a:xfrm flipV="1">
            <a:off x="5481149" y="1337296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BDB76368-51D4-F58B-299D-D8C2DE092158}"/>
              </a:ext>
            </a:extLst>
          </p:cNvPr>
          <p:cNvCxnSpPr>
            <a:cxnSpLocks/>
            <a:stCxn id="154" idx="3"/>
            <a:endCxn id="155" idx="3"/>
          </p:cNvCxnSpPr>
          <p:nvPr/>
        </p:nvCxnSpPr>
        <p:spPr>
          <a:xfrm>
            <a:off x="8915398" y="815959"/>
            <a:ext cx="18616" cy="5092259"/>
          </a:xfrm>
          <a:prstGeom prst="bentConnector3">
            <a:avLst>
              <a:gd name="adj1" fmla="val 8377466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76047DB9-9A8D-2685-3174-C201B72CEC77}"/>
              </a:ext>
            </a:extLst>
          </p:cNvPr>
          <p:cNvSpPr txBox="1">
            <a:spLocks/>
          </p:cNvSpPr>
          <p:nvPr/>
        </p:nvSpPr>
        <p:spPr>
          <a:xfrm>
            <a:off x="5503370" y="15557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36330913-77E6-EA65-06DE-7E832DFCAE6D}"/>
              </a:ext>
            </a:extLst>
          </p:cNvPr>
          <p:cNvSpPr txBox="1">
            <a:spLocks/>
          </p:cNvSpPr>
          <p:nvPr/>
        </p:nvSpPr>
        <p:spPr>
          <a:xfrm>
            <a:off x="6996437" y="1531591"/>
            <a:ext cx="120835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400" i="1"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{tokens}</a:t>
            </a:r>
          </a:p>
        </p:txBody>
      </p: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4DB4E198-E3F1-998F-4D58-CE2E61EEA21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8299099" y="1337296"/>
            <a:ext cx="271726" cy="249914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5A09E354-3A1F-7FC6-0AE6-2AD365DB2434}"/>
              </a:ext>
            </a:extLst>
          </p:cNvPr>
          <p:cNvSpPr/>
          <p:nvPr/>
        </p:nvSpPr>
        <p:spPr>
          <a:xfrm>
            <a:off x="5300972" y="156099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C0E8101E-1530-E388-0931-DD2F2919AD48}"/>
              </a:ext>
            </a:extLst>
          </p:cNvPr>
          <p:cNvSpPr txBox="1">
            <a:spLocks/>
          </p:cNvSpPr>
          <p:nvPr/>
        </p:nvSpPr>
        <p:spPr>
          <a:xfrm>
            <a:off x="5759250" y="4508539"/>
            <a:ext cx="11700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share?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39D2AE9E-9C78-3D7E-3EA4-43EEA734426B}"/>
              </a:ext>
            </a:extLst>
          </p:cNvPr>
          <p:cNvSpPr/>
          <p:nvPr/>
        </p:nvSpPr>
        <p:spPr>
          <a:xfrm>
            <a:off x="8375190" y="2104588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EDCCF715-6395-5E11-063B-617FC1BC2798}"/>
              </a:ext>
            </a:extLst>
          </p:cNvPr>
          <p:cNvSpPr txBox="1">
            <a:spLocks/>
          </p:cNvSpPr>
          <p:nvPr/>
        </p:nvSpPr>
        <p:spPr>
          <a:xfrm>
            <a:off x="8616279" y="2084533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71F95C8E-B2BE-3F8D-5576-230477AB5FC7}"/>
              </a:ext>
            </a:extLst>
          </p:cNvPr>
          <p:cNvSpPr txBox="1">
            <a:spLocks/>
          </p:cNvSpPr>
          <p:nvPr/>
        </p:nvSpPr>
        <p:spPr>
          <a:xfrm>
            <a:off x="7766085" y="4697871"/>
            <a:ext cx="14927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{tokens}</a:t>
            </a:r>
          </a:p>
        </p:txBody>
      </p:sp>
      <p:cxnSp>
        <p:nvCxnSpPr>
          <p:cNvPr id="112" name="Straight Arrow Connector 12">
            <a:extLst>
              <a:ext uri="{FF2B5EF4-FFF2-40B4-BE49-F238E27FC236}">
                <a16:creationId xmlns:a16="http://schemas.microsoft.com/office/drawing/2014/main" id="{A3AAF976-BB62-F199-9CE7-3CC2E7672223}"/>
              </a:ext>
            </a:extLst>
          </p:cNvPr>
          <p:cNvCxnSpPr>
            <a:cxnSpLocks/>
          </p:cNvCxnSpPr>
          <p:nvPr/>
        </p:nvCxnSpPr>
        <p:spPr>
          <a:xfrm>
            <a:off x="6846720" y="1337296"/>
            <a:ext cx="0" cy="141228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D06AF41F-B1BA-1B6C-4351-C82E40EDDE44}"/>
              </a:ext>
            </a:extLst>
          </p:cNvPr>
          <p:cNvSpPr/>
          <p:nvPr/>
        </p:nvSpPr>
        <p:spPr>
          <a:xfrm>
            <a:off x="6665680" y="156186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0D0B31AA-F50E-883F-68A7-38FAF065E703}"/>
              </a:ext>
            </a:extLst>
          </p:cNvPr>
          <p:cNvSpPr/>
          <p:nvPr/>
        </p:nvSpPr>
        <p:spPr>
          <a:xfrm>
            <a:off x="10299815" y="1357351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D6AE03A0-52C9-7489-9476-8782BEDA3CCF}"/>
              </a:ext>
            </a:extLst>
          </p:cNvPr>
          <p:cNvSpPr txBox="1">
            <a:spLocks/>
          </p:cNvSpPr>
          <p:nvPr/>
        </p:nvSpPr>
        <p:spPr>
          <a:xfrm>
            <a:off x="10659815" y="1337296"/>
            <a:ext cx="9282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{data}</a:t>
            </a:r>
          </a:p>
        </p:txBody>
      </p: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497B9B99-8998-2A5B-42E0-F3DA9C15D78D}"/>
              </a:ext>
            </a:extLst>
          </p:cNvPr>
          <p:cNvCxnSpPr>
            <a:cxnSpLocks/>
            <a:stCxn id="154" idx="1"/>
            <a:endCxn id="161" idx="0"/>
          </p:cNvCxnSpPr>
          <p:nvPr/>
        </p:nvCxnSpPr>
        <p:spPr>
          <a:xfrm rot="10800000" flipV="1">
            <a:off x="1792411" y="815959"/>
            <a:ext cx="3144866" cy="166889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2">
            <a:extLst>
              <a:ext uri="{FF2B5EF4-FFF2-40B4-BE49-F238E27FC236}">
                <a16:creationId xmlns:a16="http://schemas.microsoft.com/office/drawing/2014/main" id="{A77084A1-BA68-7100-1FE8-0DE4D2C10006}"/>
              </a:ext>
            </a:extLst>
          </p:cNvPr>
          <p:cNvCxnSpPr>
            <a:cxnSpLocks/>
            <a:stCxn id="155" idx="1"/>
            <a:endCxn id="161" idx="2"/>
          </p:cNvCxnSpPr>
          <p:nvPr/>
        </p:nvCxnSpPr>
        <p:spPr>
          <a:xfrm rot="10800000">
            <a:off x="1792411" y="3499580"/>
            <a:ext cx="3169998" cy="2408638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161591EF-7EC9-9AB8-5B3F-DE9DDBC82AC1}"/>
              </a:ext>
            </a:extLst>
          </p:cNvPr>
          <p:cNvSpPr/>
          <p:nvPr/>
        </p:nvSpPr>
        <p:spPr>
          <a:xfrm>
            <a:off x="1615420" y="5157187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7A1AECD-110D-B985-03CB-74BEFB65FF90}"/>
              </a:ext>
            </a:extLst>
          </p:cNvPr>
          <p:cNvSpPr txBox="1"/>
          <p:nvPr/>
        </p:nvSpPr>
        <p:spPr>
          <a:xfrm>
            <a:off x="2668980" y="369802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ACEBCED7-DC46-8B92-EB9C-ED6D49016A9A}"/>
              </a:ext>
            </a:extLst>
          </p:cNvPr>
          <p:cNvSpPr/>
          <p:nvPr/>
        </p:nvSpPr>
        <p:spPr>
          <a:xfrm>
            <a:off x="1589898" y="1214130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AB8B65-8F1E-04A0-962B-90E16BFBD728}"/>
              </a:ext>
            </a:extLst>
          </p:cNvPr>
          <p:cNvSpPr txBox="1"/>
          <p:nvPr/>
        </p:nvSpPr>
        <p:spPr>
          <a:xfrm>
            <a:off x="2709989" y="5941529"/>
            <a:ext cx="259098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EF14FF8-0ADA-64D9-35D0-F82C2BE8D69F}"/>
              </a:ext>
            </a:extLst>
          </p:cNvPr>
          <p:cNvGrpSpPr/>
          <p:nvPr/>
        </p:nvGrpSpPr>
        <p:grpSpPr>
          <a:xfrm>
            <a:off x="4937277" y="308594"/>
            <a:ext cx="3978121" cy="1014729"/>
            <a:chOff x="6139542" y="968452"/>
            <a:chExt cx="3978121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BA1EA4-0F4F-5D8D-912A-A333CF816FBA}"/>
                </a:ext>
              </a:extLst>
            </p:cNvPr>
            <p:cNvSpPr/>
            <p:nvPr/>
          </p:nvSpPr>
          <p:spPr>
            <a:xfrm>
              <a:off x="6236556" y="1351846"/>
              <a:ext cx="1458526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Vault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06DAAEE-51D5-77B8-DAB2-80DC776C6B00}"/>
                </a:ext>
              </a:extLst>
            </p:cNvPr>
            <p:cNvSpPr/>
            <p:nvPr/>
          </p:nvSpPr>
          <p:spPr>
            <a:xfrm>
              <a:off x="6139542" y="968452"/>
              <a:ext cx="3978121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762D697-A4AD-70E3-0BA7-F5E01A5CCE16}"/>
              </a:ext>
            </a:extLst>
          </p:cNvPr>
          <p:cNvGrpSpPr/>
          <p:nvPr/>
        </p:nvGrpSpPr>
        <p:grpSpPr>
          <a:xfrm>
            <a:off x="4962409" y="5400853"/>
            <a:ext cx="3971605" cy="1014729"/>
            <a:chOff x="6164674" y="5137842"/>
            <a:chExt cx="3971605" cy="10147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2514E1-E86B-3982-5A6F-37717473BA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59A2CC4-1499-9528-10A3-A9464CCEAAB8}"/>
                </a:ext>
              </a:extLst>
            </p:cNvPr>
            <p:cNvSpPr/>
            <p:nvPr/>
          </p:nvSpPr>
          <p:spPr>
            <a:xfrm>
              <a:off x="6164674" y="5137842"/>
              <a:ext cx="3971605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0D57017-E354-6F58-9AEC-16B1DE6CFD0E}"/>
              </a:ext>
            </a:extLst>
          </p:cNvPr>
          <p:cNvGrpSpPr/>
          <p:nvPr/>
        </p:nvGrpSpPr>
        <p:grpSpPr>
          <a:xfrm>
            <a:off x="712971" y="2484851"/>
            <a:ext cx="2158880" cy="1014729"/>
            <a:chOff x="712971" y="2543574"/>
            <a:chExt cx="2158880" cy="1014729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6E68111-1549-CD8F-287B-98D44D37B748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7687C1D-CCD6-E82F-89E3-930641280788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45B830F6-60FF-2AC0-31E2-D0317407E51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2871851" y="3142325"/>
            <a:ext cx="2227578" cy="889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B6723B-A6EE-F75E-6827-F6D7F7A09B89}"/>
              </a:ext>
            </a:extLst>
          </p:cNvPr>
          <p:cNvSpPr txBox="1">
            <a:spLocks/>
          </p:cNvSpPr>
          <p:nvPr/>
        </p:nvSpPr>
        <p:spPr>
          <a:xfrm>
            <a:off x="3058482" y="3158075"/>
            <a:ext cx="180637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trustworthy?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1D4383-86BE-1D74-69BE-F4C672CAE4D6}"/>
              </a:ext>
            </a:extLst>
          </p:cNvPr>
          <p:cNvGrpSpPr/>
          <p:nvPr/>
        </p:nvGrpSpPr>
        <p:grpSpPr>
          <a:xfrm>
            <a:off x="4937275" y="2733879"/>
            <a:ext cx="3480229" cy="1551822"/>
            <a:chOff x="6096000" y="4418673"/>
            <a:chExt cx="2550710" cy="15518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877B8C-1A56-BE15-CCF7-F3760CABF25B}"/>
                </a:ext>
              </a:extLst>
            </p:cNvPr>
            <p:cNvSpPr/>
            <p:nvPr/>
          </p:nvSpPr>
          <p:spPr>
            <a:xfrm>
              <a:off x="6096000" y="4418673"/>
              <a:ext cx="2550710" cy="155182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4FDA81-85B6-0913-B70E-E67F67223AD7}"/>
                </a:ext>
              </a:extLst>
            </p:cNvPr>
            <p:cNvSpPr/>
            <p:nvPr/>
          </p:nvSpPr>
          <p:spPr>
            <a:xfrm>
              <a:off x="6214845" y="5213618"/>
              <a:ext cx="2345083" cy="6152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0837E9-858F-33A9-9D48-19D072F62B9B}"/>
                </a:ext>
              </a:extLst>
            </p:cNvPr>
            <p:cNvSpPr/>
            <p:nvPr/>
          </p:nvSpPr>
          <p:spPr>
            <a:xfrm>
              <a:off x="8044371" y="4546027"/>
              <a:ext cx="51641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DEA418-9B07-41A3-0A27-14EC7F8FBC8F}"/>
                </a:ext>
              </a:extLst>
            </p:cNvPr>
            <p:cNvSpPr/>
            <p:nvPr/>
          </p:nvSpPr>
          <p:spPr>
            <a:xfrm>
              <a:off x="6214845" y="4546027"/>
              <a:ext cx="173509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Broker</a:t>
              </a:r>
            </a:p>
          </p:txBody>
        </p:sp>
      </p:grpSp>
      <p:sp>
        <p:nvSpPr>
          <p:cNvPr id="25" name="Can 24">
            <a:extLst>
              <a:ext uri="{FF2B5EF4-FFF2-40B4-BE49-F238E27FC236}">
                <a16:creationId xmlns:a16="http://schemas.microsoft.com/office/drawing/2014/main" id="{50ACF3B9-2A4C-ED66-049F-403A2D457126}"/>
              </a:ext>
            </a:extLst>
          </p:cNvPr>
          <p:cNvSpPr/>
          <p:nvPr/>
        </p:nvSpPr>
        <p:spPr>
          <a:xfrm>
            <a:off x="7250179" y="3608752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51221D-0C2C-497D-5DE1-CFB331DB8163}"/>
              </a:ext>
            </a:extLst>
          </p:cNvPr>
          <p:cNvSpPr/>
          <p:nvPr/>
        </p:nvSpPr>
        <p:spPr>
          <a:xfrm>
            <a:off x="3756805" y="267694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C01AE-A162-0BF8-0ED8-47CAD195B61C}"/>
              </a:ext>
            </a:extLst>
          </p:cNvPr>
          <p:cNvSpPr/>
          <p:nvPr/>
        </p:nvSpPr>
        <p:spPr>
          <a:xfrm>
            <a:off x="6591004" y="691987"/>
            <a:ext cx="158339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🎴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Issuer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00E4E1-312B-0777-8F97-952B0ADCEDB7}"/>
              </a:ext>
            </a:extLst>
          </p:cNvPr>
          <p:cNvSpPr/>
          <p:nvPr/>
        </p:nvSpPr>
        <p:spPr>
          <a:xfrm>
            <a:off x="8272585" y="691987"/>
            <a:ext cx="580449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</a:p>
        </p:txBody>
      </p: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C33BBA03-681B-0D41-1FCF-879705ADE0CB}"/>
              </a:ext>
            </a:extLst>
          </p:cNvPr>
          <p:cNvCxnSpPr>
            <a:cxnSpLocks/>
          </p:cNvCxnSpPr>
          <p:nvPr/>
        </p:nvCxnSpPr>
        <p:spPr>
          <a:xfrm flipV="1">
            <a:off x="6845276" y="4211252"/>
            <a:ext cx="3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145EB6-B680-B5F1-D502-2FF0C9766951}"/>
              </a:ext>
            </a:extLst>
          </p:cNvPr>
          <p:cNvSpPr/>
          <p:nvPr/>
        </p:nvSpPr>
        <p:spPr>
          <a:xfrm>
            <a:off x="6666548" y="45244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E3586F7-858E-2A4C-2DB5-90DD021D7E29}"/>
              </a:ext>
            </a:extLst>
          </p:cNvPr>
          <p:cNvCxnSpPr>
            <a:cxnSpLocks/>
          </p:cNvCxnSpPr>
          <p:nvPr/>
        </p:nvCxnSpPr>
        <p:spPr>
          <a:xfrm>
            <a:off x="7733634" y="4211252"/>
            <a:ext cx="0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D5511235-0EA5-4723-A7F6-58A0D155041D}"/>
              </a:ext>
            </a:extLst>
          </p:cNvPr>
          <p:cNvSpPr/>
          <p:nvPr/>
        </p:nvSpPr>
        <p:spPr>
          <a:xfrm>
            <a:off x="7553680" y="471125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0EB9A-B57A-35CB-A90E-007F02B977F3}"/>
              </a:ext>
            </a:extLst>
          </p:cNvPr>
          <p:cNvSpPr txBox="1"/>
          <p:nvPr/>
        </p:nvSpPr>
        <p:spPr>
          <a:xfrm>
            <a:off x="5083763" y="2727188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BC27B-549F-D343-E8BC-7EF92187BC54}"/>
              </a:ext>
            </a:extLst>
          </p:cNvPr>
          <p:cNvSpPr txBox="1"/>
          <p:nvPr/>
        </p:nvSpPr>
        <p:spPr>
          <a:xfrm>
            <a:off x="178670" y="6248084"/>
            <a:ext cx="192039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27070422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47471</TotalTime>
  <Words>193</Words>
  <Application>Microsoft Macintosh PowerPoint</Application>
  <PresentationFormat>Widescreen</PresentationFormat>
  <Paragraphs>68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Amazon Ember Display</vt:lpstr>
      <vt:lpstr>Segoe UI</vt:lpstr>
      <vt:lpstr>Wingdings</vt:lpstr>
      <vt:lpstr>Amazon Ember</vt:lpstr>
      <vt:lpstr>Arial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158</cp:revision>
  <dcterms:created xsi:type="dcterms:W3CDTF">2022-10-07T16:14:37Z</dcterms:created>
  <dcterms:modified xsi:type="dcterms:W3CDTF">2025-08-27T18:06:25Z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