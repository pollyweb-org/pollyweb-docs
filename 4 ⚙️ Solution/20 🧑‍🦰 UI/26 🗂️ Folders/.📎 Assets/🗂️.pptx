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828" r:id="rId2"/>
    <p:sldId id="1830" r:id="rId3"/>
    <p:sldId id="1833" r:id="rId4"/>
    <p:sldId id="1834" r:id="rId5"/>
    <p:sldId id="1831" r:id="rId6"/>
    <p:sldId id="1832" r:id="rId7"/>
  </p:sldIdLst>
  <p:sldSz cx="12192000" cy="6858000"/>
  <p:notesSz cx="6858000" cy="9144000"/>
  <p:embeddedFontLst>
    <p:embeddedFont>
      <p:font typeface="Amazon Ember" panose="020B0603020204020204" pitchFamily="34" charset="0"/>
      <p:regular r:id="rId10"/>
      <p:bold r:id="rId11"/>
      <p:italic r:id="rId12"/>
      <p:boldItalic r:id="rId13"/>
    </p:embeddedFont>
    <p:embeddedFont>
      <p:font typeface="Amazon Ember Display" panose="020F060302020402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🎫 User Tokens" id="{5BB8783E-791A-B349-BE77-880923C0C2DD}">
          <p14:sldIdLst>
            <p14:sldId id="1828"/>
            <p14:sldId id="1830"/>
            <p14:sldId id="1833"/>
            <p14:sldId id="1834"/>
            <p14:sldId id="1831"/>
            <p14:sldId id="1832"/>
          </p14:sldIdLst>
        </p14:section>
        <p14:section name="Default Section" id="{64A3375F-F569-8B4D-A5EC-3A8E18D41F0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07" autoAdjust="0"/>
    <p:restoredTop sz="96966" autoAdjust="0"/>
  </p:normalViewPr>
  <p:slideViewPr>
    <p:cSldViewPr snapToGrid="0">
      <p:cViewPr varScale="1">
        <p:scale>
          <a:sx n="119" d="100"/>
          <a:sy n="119" d="100"/>
        </p:scale>
        <p:origin x="224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4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9699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8168-3D4B-57B5-ADE8-374B396E9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871F0-E310-DFD8-F365-366F8B609C63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🗂️ Folders</a:t>
            </a:r>
          </a:p>
        </p:txBody>
      </p:sp>
    </p:spTree>
    <p:extLst>
      <p:ext uri="{BB962C8B-B14F-4D97-AF65-F5344CB8AC3E}">
        <p14:creationId xmlns:p14="http://schemas.microsoft.com/office/powerpoint/2010/main" val="89280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58934-38A8-949C-4561-AE903C48C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0A877C77-4F80-4F00-AFCB-1FED663D194C}"/>
              </a:ext>
            </a:extLst>
          </p:cNvPr>
          <p:cNvSpPr txBox="1"/>
          <p:nvPr/>
        </p:nvSpPr>
        <p:spPr>
          <a:xfrm>
            <a:off x="7039740" y="2441631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B02C891-DB65-C097-EA60-FB4DABB270A9}"/>
              </a:ext>
            </a:extLst>
          </p:cNvPr>
          <p:cNvGrpSpPr/>
          <p:nvPr/>
        </p:nvGrpSpPr>
        <p:grpSpPr>
          <a:xfrm>
            <a:off x="1553010" y="2345164"/>
            <a:ext cx="2211227" cy="1075765"/>
            <a:chOff x="5404795" y="339828"/>
            <a:chExt cx="2010206" cy="34919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14C401A-C5AC-B9CF-ABAB-881505151AFD}"/>
                </a:ext>
              </a:extLst>
            </p:cNvPr>
            <p:cNvSpPr/>
            <p:nvPr/>
          </p:nvSpPr>
          <p:spPr>
            <a:xfrm>
              <a:off x="5404795" y="339828"/>
              <a:ext cx="1988691" cy="349191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64188C0A-A56F-1666-A9AB-96F75E3CE1B5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93635"/>
              <a:ext cx="1988691" cy="50852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4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BF7D14A-9761-38AE-1671-A0FA87D09E55}"/>
              </a:ext>
            </a:extLst>
          </p:cNvPr>
          <p:cNvSpPr/>
          <p:nvPr/>
        </p:nvSpPr>
        <p:spPr>
          <a:xfrm>
            <a:off x="6950038" y="440969"/>
            <a:ext cx="481584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E961A7-1817-46EE-E7D1-5F29CDB998BC}"/>
              </a:ext>
            </a:extLst>
          </p:cNvPr>
          <p:cNvSpPr/>
          <p:nvPr/>
        </p:nvSpPr>
        <p:spPr>
          <a:xfrm>
            <a:off x="8979453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1B28B6-E472-914C-97FA-26335D044951}"/>
              </a:ext>
            </a:extLst>
          </p:cNvPr>
          <p:cNvSpPr/>
          <p:nvPr/>
        </p:nvSpPr>
        <p:spPr>
          <a:xfrm>
            <a:off x="7049053" y="864112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C54CA6-E787-1F86-E19E-AEDB0C98B236}"/>
              </a:ext>
            </a:extLst>
          </p:cNvPr>
          <p:cNvSpPr/>
          <p:nvPr/>
        </p:nvSpPr>
        <p:spPr>
          <a:xfrm>
            <a:off x="9940799" y="864112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C8EB57C-D9DF-3FCF-F5AF-634494944D70}"/>
              </a:ext>
            </a:extLst>
          </p:cNvPr>
          <p:cNvSpPr/>
          <p:nvPr/>
        </p:nvSpPr>
        <p:spPr>
          <a:xfrm>
            <a:off x="10902145" y="860489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F22A1C-8015-1B02-EF93-78F21CEC77AE}"/>
              </a:ext>
            </a:extLst>
          </p:cNvPr>
          <p:cNvSpPr/>
          <p:nvPr/>
        </p:nvSpPr>
        <p:spPr>
          <a:xfrm>
            <a:off x="9076467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AC70AB-092E-07D9-83C0-0383CEB09EBC}"/>
              </a:ext>
            </a:extLst>
          </p:cNvPr>
          <p:cNvSpPr/>
          <p:nvPr/>
        </p:nvSpPr>
        <p:spPr>
          <a:xfrm>
            <a:off x="7146067" y="1247506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E98710-EEAC-B711-FCDE-06E09228CD70}"/>
              </a:ext>
            </a:extLst>
          </p:cNvPr>
          <p:cNvSpPr/>
          <p:nvPr/>
        </p:nvSpPr>
        <p:spPr>
          <a:xfrm>
            <a:off x="10037813" y="1247506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4C0A1D-4215-7397-CEF8-A3C65B346875}"/>
              </a:ext>
            </a:extLst>
          </p:cNvPr>
          <p:cNvSpPr/>
          <p:nvPr/>
        </p:nvSpPr>
        <p:spPr>
          <a:xfrm>
            <a:off x="7156824" y="2812423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72D7F0-BC63-968D-D7A5-8D5530B26043}"/>
              </a:ext>
            </a:extLst>
          </p:cNvPr>
          <p:cNvSpPr/>
          <p:nvPr/>
        </p:nvSpPr>
        <p:spPr>
          <a:xfrm>
            <a:off x="7059811" y="2429029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CB09F52F-77F4-E19D-EB82-EFA0664E9372}"/>
              </a:ext>
            </a:extLst>
          </p:cNvPr>
          <p:cNvCxnSpPr>
            <a:cxnSpLocks/>
            <a:stCxn id="36" idx="3"/>
            <a:endCxn id="73" idx="2"/>
          </p:cNvCxnSpPr>
          <p:nvPr/>
        </p:nvCxnSpPr>
        <p:spPr>
          <a:xfrm flipV="1">
            <a:off x="8702009" y="1875218"/>
            <a:ext cx="2572269" cy="1218297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06390E-6895-D6F9-D2D7-EA972DA79DFF}"/>
              </a:ext>
            </a:extLst>
          </p:cNvPr>
          <p:cNvGrpSpPr/>
          <p:nvPr/>
        </p:nvGrpSpPr>
        <p:grpSpPr>
          <a:xfrm>
            <a:off x="3886163" y="3205506"/>
            <a:ext cx="3277238" cy="400110"/>
            <a:chOff x="2690269" y="4328611"/>
            <a:chExt cx="3277238" cy="400110"/>
          </a:xfrm>
        </p:grpSpPr>
        <p:sp>
          <p:nvSpPr>
            <p:cNvPr id="68" name="Content Placeholder 2">
              <a:extLst>
                <a:ext uri="{FF2B5EF4-FFF2-40B4-BE49-F238E27FC236}">
                  <a16:creationId xmlns:a16="http://schemas.microsoft.com/office/drawing/2014/main" id="{B1405D52-DA06-A603-F5D5-4CB2E2882788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29290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write vault settings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3B334C99-E389-8BA6-6597-3995F2FC9753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A43C9DCE-70AA-77BC-D442-6DCED28EFB33}"/>
              </a:ext>
            </a:extLst>
          </p:cNvPr>
          <p:cNvSpPr txBox="1">
            <a:spLocks/>
          </p:cNvSpPr>
          <p:nvPr/>
        </p:nvSpPr>
        <p:spPr>
          <a:xfrm>
            <a:off x="9296826" y="3205014"/>
            <a:ext cx="22689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remotely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91A4B2AC-E630-38F6-57E5-0D2744919A4B}"/>
              </a:ext>
            </a:extLst>
          </p:cNvPr>
          <p:cNvSpPr/>
          <p:nvPr/>
        </p:nvSpPr>
        <p:spPr>
          <a:xfrm>
            <a:off x="8927158" y="322506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2A7C676-1723-30F8-A6A0-BA90AFE1A417}"/>
              </a:ext>
            </a:extLst>
          </p:cNvPr>
          <p:cNvSpPr/>
          <p:nvPr/>
        </p:nvSpPr>
        <p:spPr>
          <a:xfrm>
            <a:off x="10999159" y="1243883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B3F596C-F794-304A-4BD1-609AFD02ADBD}"/>
              </a:ext>
            </a:extLst>
          </p:cNvPr>
          <p:cNvSpPr txBox="1"/>
          <p:nvPr/>
        </p:nvSpPr>
        <p:spPr>
          <a:xfrm>
            <a:off x="6950038" y="440969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5E28AEAF-561E-F40C-ADD3-EE66D15F05BF}"/>
              </a:ext>
            </a:extLst>
          </p:cNvPr>
          <p:cNvGrpSpPr/>
          <p:nvPr/>
        </p:nvGrpSpPr>
        <p:grpSpPr>
          <a:xfrm>
            <a:off x="1657232" y="2844174"/>
            <a:ext cx="1974039" cy="482053"/>
            <a:chOff x="5365475" y="2463244"/>
            <a:chExt cx="1974039" cy="4820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F07FC38-5B3A-1069-EEF0-877402BCAC96}"/>
                </a:ext>
              </a:extLst>
            </p:cNvPr>
            <p:cNvSpPr/>
            <p:nvPr/>
          </p:nvSpPr>
          <p:spPr>
            <a:xfrm>
              <a:off x="5365475" y="2463244"/>
              <a:ext cx="1974039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EE9998B-DD1C-B5EE-1337-43314F343CF3}"/>
                </a:ext>
              </a:extLst>
            </p:cNvPr>
            <p:cNvSpPr txBox="1"/>
            <p:nvPr/>
          </p:nvSpPr>
          <p:spPr>
            <a:xfrm>
              <a:off x="5365476" y="2513228"/>
              <a:ext cx="19740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📝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B66E9560-28E9-820B-A690-2ACC8F7C1B33}"/>
              </a:ext>
            </a:extLst>
          </p:cNvPr>
          <p:cNvCxnSpPr>
            <a:cxnSpLocks/>
            <a:stCxn id="43" idx="3"/>
            <a:endCxn id="36" idx="1"/>
          </p:cNvCxnSpPr>
          <p:nvPr/>
        </p:nvCxnSpPr>
        <p:spPr>
          <a:xfrm flipV="1">
            <a:off x="3631271" y="3093515"/>
            <a:ext cx="3525553" cy="698"/>
          </a:xfrm>
          <a:prstGeom prst="straightConnector1">
            <a:avLst/>
          </a:prstGeom>
          <a:ln>
            <a:solidFill>
              <a:schemeClr val="accent2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CF5B2E4-0799-E049-06C6-84FDA3466522}"/>
              </a:ext>
            </a:extLst>
          </p:cNvPr>
          <p:cNvSpPr txBox="1"/>
          <p:nvPr/>
        </p:nvSpPr>
        <p:spPr>
          <a:xfrm>
            <a:off x="494962" y="2717509"/>
            <a:ext cx="580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PT" sz="4400" dirty="0"/>
          </a:p>
        </p:txBody>
      </p: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A129251F-857A-D921-CD65-E5F720959D44}"/>
              </a:ext>
            </a:extLst>
          </p:cNvPr>
          <p:cNvCxnSpPr>
            <a:cxnSpLocks/>
            <a:stCxn id="94" idx="3"/>
            <a:endCxn id="43" idx="1"/>
          </p:cNvCxnSpPr>
          <p:nvPr/>
        </p:nvCxnSpPr>
        <p:spPr>
          <a:xfrm flipV="1">
            <a:off x="1075291" y="3094213"/>
            <a:ext cx="581942" cy="801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D3EDD7AF-58D4-99D1-C2C5-37A76AE97D78}"/>
              </a:ext>
            </a:extLst>
          </p:cNvPr>
          <p:cNvSpPr/>
          <p:nvPr/>
        </p:nvSpPr>
        <p:spPr>
          <a:xfrm>
            <a:off x="1066850" y="3236319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6F1B1807-D081-A8DF-1AAC-38D55810163A}"/>
              </a:ext>
            </a:extLst>
          </p:cNvPr>
          <p:cNvCxnSpPr>
            <a:cxnSpLocks/>
            <a:stCxn id="36" idx="3"/>
            <a:endCxn id="34" idx="2"/>
          </p:cNvCxnSpPr>
          <p:nvPr/>
        </p:nvCxnSpPr>
        <p:spPr>
          <a:xfrm flipV="1">
            <a:off x="8702009" y="1878841"/>
            <a:ext cx="1610923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B752B54-01F6-1B29-9935-288A955628A5}"/>
              </a:ext>
            </a:extLst>
          </p:cNvPr>
          <p:cNvCxnSpPr>
            <a:cxnSpLocks/>
            <a:stCxn id="36" idx="3"/>
            <a:endCxn id="29" idx="2"/>
          </p:cNvCxnSpPr>
          <p:nvPr/>
        </p:nvCxnSpPr>
        <p:spPr>
          <a:xfrm flipV="1">
            <a:off x="8702009" y="1878841"/>
            <a:ext cx="649577" cy="1214674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2">
            <a:extLst>
              <a:ext uri="{FF2B5EF4-FFF2-40B4-BE49-F238E27FC236}">
                <a16:creationId xmlns:a16="http://schemas.microsoft.com/office/drawing/2014/main" id="{01AAD173-FB6C-1E86-9EF5-71B63E1E70ED}"/>
              </a:ext>
            </a:extLst>
          </p:cNvPr>
          <p:cNvCxnSpPr>
            <a:cxnSpLocks/>
            <a:stCxn id="37" idx="0"/>
            <a:endCxn id="30" idx="2"/>
          </p:cNvCxnSpPr>
          <p:nvPr/>
        </p:nvCxnSpPr>
        <p:spPr>
          <a:xfrm flipH="1" flipV="1">
            <a:off x="7918659" y="1809689"/>
            <a:ext cx="965" cy="619340"/>
          </a:xfrm>
          <a:prstGeom prst="straightConnector1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588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" name="Group 117">
            <a:extLst>
              <a:ext uri="{FF2B5EF4-FFF2-40B4-BE49-F238E27FC236}">
                <a16:creationId xmlns:a16="http://schemas.microsoft.com/office/drawing/2014/main" id="{36E4FC06-44E9-0BD4-DFA3-62F2EEB0D71C}"/>
              </a:ext>
            </a:extLst>
          </p:cNvPr>
          <p:cNvGrpSpPr/>
          <p:nvPr/>
        </p:nvGrpSpPr>
        <p:grpSpPr>
          <a:xfrm>
            <a:off x="220861" y="1638812"/>
            <a:ext cx="1005166" cy="1446550"/>
            <a:chOff x="220861" y="1638812"/>
            <a:chExt cx="1005166" cy="1446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DE6B06F-2A6B-3EDC-0815-B99805C2C15C}"/>
                </a:ext>
              </a:extLst>
            </p:cNvPr>
            <p:cNvSpPr txBox="1"/>
            <p:nvPr/>
          </p:nvSpPr>
          <p:spPr>
            <a:xfrm>
              <a:off x="220861" y="1638812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3" name="Content Placeholder 2">
              <a:extLst>
                <a:ext uri="{FF2B5EF4-FFF2-40B4-BE49-F238E27FC236}">
                  <a16:creationId xmlns:a16="http://schemas.microsoft.com/office/drawing/2014/main" id="{A50B01F6-6E39-C36D-8A80-CF9AFC0C1825}"/>
                </a:ext>
              </a:extLst>
            </p:cNvPr>
            <p:cNvSpPr txBox="1">
              <a:spLocks/>
            </p:cNvSpPr>
            <p:nvPr/>
          </p:nvSpPr>
          <p:spPr>
            <a:xfrm>
              <a:off x="238512" y="1672230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3E8DFB47-D9CD-F114-45BC-A0CFB2BC69E4}"/>
              </a:ext>
            </a:extLst>
          </p:cNvPr>
          <p:cNvSpPr/>
          <p:nvPr/>
        </p:nvSpPr>
        <p:spPr>
          <a:xfrm>
            <a:off x="10093670" y="2242275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8DE1EE-EF37-70DE-3A4B-7592394B21A5}"/>
              </a:ext>
            </a:extLst>
          </p:cNvPr>
          <p:cNvSpPr/>
          <p:nvPr/>
        </p:nvSpPr>
        <p:spPr>
          <a:xfrm>
            <a:off x="9996657" y="1858881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136E789-2E5D-1879-BE5C-BB933EEE2F05}"/>
              </a:ext>
            </a:extLst>
          </p:cNvPr>
          <p:cNvGrpSpPr/>
          <p:nvPr/>
        </p:nvGrpSpPr>
        <p:grpSpPr>
          <a:xfrm>
            <a:off x="5404795" y="339828"/>
            <a:ext cx="2010206" cy="3586713"/>
            <a:chOff x="5404795" y="339828"/>
            <a:chExt cx="2010206" cy="3586713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DEE790C-9361-B007-9308-4507ABC2F291}"/>
                </a:ext>
              </a:extLst>
            </p:cNvPr>
            <p:cNvSpPr/>
            <p:nvPr/>
          </p:nvSpPr>
          <p:spPr>
            <a:xfrm>
              <a:off x="5404795" y="339828"/>
              <a:ext cx="1988691" cy="3586713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C492C44-7A3E-3536-D629-72F21CAF4C67}"/>
                </a:ext>
              </a:extLst>
            </p:cNvPr>
            <p:cNvSpPr txBox="1"/>
            <p:nvPr/>
          </p:nvSpPr>
          <p:spPr>
            <a:xfrm>
              <a:off x="5440233" y="806180"/>
              <a:ext cx="1974768" cy="923330"/>
            </a:xfrm>
            <a:prstGeom prst="rect">
              <a:avLst/>
            </a:prstGeom>
            <a:noFill/>
          </p:spPr>
          <p:txBody>
            <a:bodyPr wrap="square" anchor="b">
              <a:spAutoFit/>
            </a:bodyPr>
            <a:lstStyle/>
            <a:p>
              <a:pPr algn="ctr"/>
              <a:r>
                <a:rPr lang="en-PT" sz="5400" dirty="0"/>
                <a:t>🌐</a:t>
              </a:r>
            </a:p>
          </p:txBody>
        </p:sp>
        <p:sp>
          <p:nvSpPr>
            <p:cNvPr id="8" name="Content Placeholder 2">
              <a:extLst>
                <a:ext uri="{FF2B5EF4-FFF2-40B4-BE49-F238E27FC236}">
                  <a16:creationId xmlns:a16="http://schemas.microsoft.com/office/drawing/2014/main" id="{AF36A71E-2E09-6B2D-86A8-889E375E98FC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58649"/>
              <a:ext cx="1988691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browser </a:t>
              </a:r>
            </a:p>
          </p:txBody>
        </p:sp>
      </p:grpSp>
      <p:cxnSp>
        <p:nvCxnSpPr>
          <p:cNvPr id="9" name="Straight Arrow Connector 12">
            <a:extLst>
              <a:ext uri="{FF2B5EF4-FFF2-40B4-BE49-F238E27FC236}">
                <a16:creationId xmlns:a16="http://schemas.microsoft.com/office/drawing/2014/main" id="{32565D76-88ED-E357-D836-BBE4E80C5E61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3108476" y="-1233964"/>
            <a:ext cx="487744" cy="5257809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90D58A-6D2D-D592-731C-005589F14205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821847" y="1151068"/>
            <a:ext cx="4034623" cy="707813"/>
          </a:xfrm>
          <a:prstGeom prst="bentConnector2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D63DCD21-D858-28B2-6326-920D31333247}"/>
              </a:ext>
            </a:extLst>
          </p:cNvPr>
          <p:cNvGrpSpPr/>
          <p:nvPr/>
        </p:nvGrpSpPr>
        <p:grpSpPr>
          <a:xfrm>
            <a:off x="5498237" y="1866093"/>
            <a:ext cx="1794581" cy="482053"/>
            <a:chOff x="5455205" y="1866093"/>
            <a:chExt cx="1794581" cy="482053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F00CBD2-DC4F-0247-6268-D43F11ACB5B9}"/>
                </a:ext>
              </a:extLst>
            </p:cNvPr>
            <p:cNvSpPr/>
            <p:nvPr/>
          </p:nvSpPr>
          <p:spPr>
            <a:xfrm>
              <a:off x="5455205" y="1866093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59692A7-39FB-1B30-B09B-944E938D8813}"/>
                </a:ext>
              </a:extLst>
            </p:cNvPr>
            <p:cNvSpPr txBox="1"/>
            <p:nvPr/>
          </p:nvSpPr>
          <p:spPr>
            <a:xfrm>
              <a:off x="5455205" y="1900239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✨</a:t>
              </a:r>
              <a:r>
                <a:rPr lang="en-GB" dirty="0"/>
                <a:t> </a:t>
              </a:r>
              <a:r>
                <a:rPr lang="en-GB" sz="2000" dirty="0">
                  <a:latin typeface="+mj-lt"/>
                  <a:cs typeface="Arial" panose="020B0604020202020204" pitchFamily="34" charset="0"/>
                </a:rPr>
                <a:t>Login QR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C801CF-3365-6069-A28D-172AC201AFCB}"/>
              </a:ext>
            </a:extLst>
          </p:cNvPr>
          <p:cNvCxnSpPr>
            <a:cxnSpLocks/>
            <a:endCxn id="16" idx="3"/>
          </p:cNvCxnSpPr>
          <p:nvPr/>
        </p:nvCxnSpPr>
        <p:spPr>
          <a:xfrm flipH="1">
            <a:off x="7292817" y="2110553"/>
            <a:ext cx="2703840" cy="0"/>
          </a:xfrm>
          <a:prstGeom prst="straightConnector1">
            <a:avLst/>
          </a:prstGeom>
          <a:ln>
            <a:solidFill>
              <a:schemeClr val="accent4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B924D34-AA9B-D430-27C5-108DAF17128A}"/>
              </a:ext>
            </a:extLst>
          </p:cNvPr>
          <p:cNvGrpSpPr/>
          <p:nvPr/>
        </p:nvGrpSpPr>
        <p:grpSpPr>
          <a:xfrm>
            <a:off x="2016135" y="1693746"/>
            <a:ext cx="1988691" cy="1316816"/>
            <a:chOff x="7388710" y="3835400"/>
            <a:chExt cx="1988691" cy="1316816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FBF9FBA-2860-6DE8-7E8B-DBFC3517FBC3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E60D011-6F41-748E-2AF8-740CCC966FE8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ED18D0E-77D4-3B10-83EA-A37F5E2FCA08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F797911-0D25-EB4E-0B7C-2AF356463958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B6B1459-A9D2-FD3B-4FEC-016A6FA71758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8BCA7E2-D8DA-60DE-A601-1714C85B7A3E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7F1BED-AE55-AC71-C723-384A2831AA37}"/>
              </a:ext>
            </a:extLst>
          </p:cNvPr>
          <p:cNvSpPr txBox="1"/>
          <p:nvPr/>
        </p:nvSpPr>
        <p:spPr>
          <a:xfrm>
            <a:off x="2085091" y="1657394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cxnSp>
        <p:nvCxnSpPr>
          <p:cNvPr id="34" name="Straight Arrow Connector 12">
            <a:extLst>
              <a:ext uri="{FF2B5EF4-FFF2-40B4-BE49-F238E27FC236}">
                <a16:creationId xmlns:a16="http://schemas.microsoft.com/office/drawing/2014/main" id="{C4D86990-4A32-6096-D35F-5E1D37689158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 flipV="1">
            <a:off x="1226027" y="2352154"/>
            <a:ext cx="790108" cy="9933"/>
          </a:xfrm>
          <a:prstGeom prst="straightConnector1">
            <a:avLst/>
          </a:prstGeom>
          <a:ln>
            <a:solidFill>
              <a:schemeClr val="accent6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BD2FE39-1EE9-67FA-4BD9-87C203FB3C5A}"/>
              </a:ext>
            </a:extLst>
          </p:cNvPr>
          <p:cNvCxnSpPr>
            <a:cxnSpLocks/>
            <a:endCxn id="30" idx="1"/>
          </p:cNvCxnSpPr>
          <p:nvPr/>
        </p:nvCxnSpPr>
        <p:spPr>
          <a:xfrm flipV="1">
            <a:off x="4004826" y="2107120"/>
            <a:ext cx="1493411" cy="1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1" name="Straight Arrow Connector 12">
            <a:extLst>
              <a:ext uri="{FF2B5EF4-FFF2-40B4-BE49-F238E27FC236}">
                <a16:creationId xmlns:a16="http://schemas.microsoft.com/office/drawing/2014/main" id="{8019EBE3-09DB-88B4-CD57-160B56A887D9}"/>
              </a:ext>
            </a:extLst>
          </p:cNvPr>
          <p:cNvCxnSpPr>
            <a:cxnSpLocks/>
            <a:stCxn id="5" idx="2"/>
            <a:endCxn id="68" idx="3"/>
          </p:cNvCxnSpPr>
          <p:nvPr/>
        </p:nvCxnSpPr>
        <p:spPr>
          <a:xfrm rot="5400000">
            <a:off x="8713995" y="1452433"/>
            <a:ext cx="721299" cy="3563653"/>
          </a:xfrm>
          <a:prstGeom prst="bentConnector2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87" name="Group 86">
            <a:extLst>
              <a:ext uri="{FF2B5EF4-FFF2-40B4-BE49-F238E27FC236}">
                <a16:creationId xmlns:a16="http://schemas.microsoft.com/office/drawing/2014/main" id="{B5604A30-9C0B-5596-F6FB-302C3FE4BA48}"/>
              </a:ext>
            </a:extLst>
          </p:cNvPr>
          <p:cNvGrpSpPr/>
          <p:nvPr/>
        </p:nvGrpSpPr>
        <p:grpSpPr>
          <a:xfrm>
            <a:off x="5498236" y="3334611"/>
            <a:ext cx="1794581" cy="482053"/>
            <a:chOff x="5455204" y="2463244"/>
            <a:chExt cx="1794581" cy="482053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C0F6DA07-627A-49AC-C10C-FD33942230A1}"/>
                </a:ext>
              </a:extLst>
            </p:cNvPr>
            <p:cNvSpPr/>
            <p:nvPr/>
          </p:nvSpPr>
          <p:spPr>
            <a:xfrm>
              <a:off x="5455204" y="2463244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43B12A5-2D12-EB16-7A46-B441E566AC36}"/>
                </a:ext>
              </a:extLst>
            </p:cNvPr>
            <p:cNvSpPr txBox="1"/>
            <p:nvPr/>
          </p:nvSpPr>
          <p:spPr>
            <a:xfrm>
              <a:off x="5455205" y="2513228"/>
              <a:ext cx="1794580" cy="420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📝</a:t>
              </a:r>
              <a:r>
                <a:rPr lang="en-GB" dirty="0"/>
                <a:t> </a:t>
              </a:r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7967960-2208-2BDC-55A1-9558D4D7C33F}"/>
              </a:ext>
            </a:extLst>
          </p:cNvPr>
          <p:cNvCxnSpPr>
            <a:cxnSpLocks/>
          </p:cNvCxnSpPr>
          <p:nvPr/>
        </p:nvCxnSpPr>
        <p:spPr>
          <a:xfrm>
            <a:off x="4004826" y="2646381"/>
            <a:ext cx="5991831" cy="0"/>
          </a:xfrm>
          <a:prstGeom prst="straightConnector1">
            <a:avLst/>
          </a:prstGeom>
          <a:ln>
            <a:solidFill>
              <a:schemeClr val="accent6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6A2A142D-AEDE-C373-4251-A7A418A1871A}"/>
              </a:ext>
            </a:extLst>
          </p:cNvPr>
          <p:cNvSpPr/>
          <p:nvPr/>
        </p:nvSpPr>
        <p:spPr>
          <a:xfrm>
            <a:off x="706385" y="635121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8" name="Content Placeholder 2">
            <a:extLst>
              <a:ext uri="{FF2B5EF4-FFF2-40B4-BE49-F238E27FC236}">
                <a16:creationId xmlns:a16="http://schemas.microsoft.com/office/drawing/2014/main" id="{A0B3DFF4-F25F-31F6-00A6-F193AE59A4AD}"/>
              </a:ext>
            </a:extLst>
          </p:cNvPr>
          <p:cNvSpPr txBox="1">
            <a:spLocks/>
          </p:cNvSpPr>
          <p:nvPr/>
        </p:nvSpPr>
        <p:spPr>
          <a:xfrm>
            <a:off x="1089322" y="604671"/>
            <a:ext cx="339964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navigate to a folder URL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A0946DFC-142F-F0B4-108D-98D70114313C}"/>
              </a:ext>
            </a:extLst>
          </p:cNvPr>
          <p:cNvSpPr/>
          <p:nvPr/>
        </p:nvSpPr>
        <p:spPr>
          <a:xfrm>
            <a:off x="7534388" y="64551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1CD83A89-2F10-2CA4-C144-B1F61EC0A880}"/>
              </a:ext>
            </a:extLst>
          </p:cNvPr>
          <p:cNvSpPr txBox="1">
            <a:spLocks/>
          </p:cNvSpPr>
          <p:nvPr/>
        </p:nvSpPr>
        <p:spPr>
          <a:xfrm>
            <a:off x="7917326" y="625824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WWW request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D27F166D-71DA-468A-9342-87186C76B7AE}"/>
              </a:ext>
            </a:extLst>
          </p:cNvPr>
          <p:cNvSpPr/>
          <p:nvPr/>
        </p:nvSpPr>
        <p:spPr>
          <a:xfrm>
            <a:off x="7534388" y="1626283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2" name="Content Placeholder 2">
            <a:extLst>
              <a:ext uri="{FF2B5EF4-FFF2-40B4-BE49-F238E27FC236}">
                <a16:creationId xmlns:a16="http://schemas.microsoft.com/office/drawing/2014/main" id="{184514D2-9001-BB38-340C-219C2725CCDB}"/>
              </a:ext>
            </a:extLst>
          </p:cNvPr>
          <p:cNvSpPr txBox="1">
            <a:spLocks/>
          </p:cNvSpPr>
          <p:nvPr/>
        </p:nvSpPr>
        <p:spPr>
          <a:xfrm>
            <a:off x="7917326" y="1595833"/>
            <a:ext cx="221695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QR</a:t>
            </a:r>
          </a:p>
        </p:txBody>
      </p:sp>
      <p:cxnSp>
        <p:nvCxnSpPr>
          <p:cNvPr id="98" name="Straight Arrow Connector 12">
            <a:extLst>
              <a:ext uri="{FF2B5EF4-FFF2-40B4-BE49-F238E27FC236}">
                <a16:creationId xmlns:a16="http://schemas.microsoft.com/office/drawing/2014/main" id="{B9A7A9E2-69FE-91F3-14E7-1C8F89897C60}"/>
              </a:ext>
            </a:extLst>
          </p:cNvPr>
          <p:cNvCxnSpPr>
            <a:cxnSpLocks/>
            <a:stCxn id="2" idx="2"/>
            <a:endCxn id="68" idx="1"/>
          </p:cNvCxnSpPr>
          <p:nvPr/>
        </p:nvCxnSpPr>
        <p:spPr>
          <a:xfrm rot="16200000" flipH="1">
            <a:off x="2856067" y="952738"/>
            <a:ext cx="509547" cy="4774793"/>
          </a:xfrm>
          <a:prstGeom prst="bentConnector2">
            <a:avLst/>
          </a:prstGeom>
          <a:ln>
            <a:solidFill>
              <a:schemeClr val="accent2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329F4598-909E-EF9F-9304-F06512EFC9DA}"/>
              </a:ext>
            </a:extLst>
          </p:cNvPr>
          <p:cNvSpPr/>
          <p:nvPr/>
        </p:nvSpPr>
        <p:spPr>
          <a:xfrm>
            <a:off x="1406603" y="1519872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07" name="Content Placeholder 2">
            <a:extLst>
              <a:ext uri="{FF2B5EF4-FFF2-40B4-BE49-F238E27FC236}">
                <a16:creationId xmlns:a16="http://schemas.microsoft.com/office/drawing/2014/main" id="{5C3AB57C-DB0F-BDC9-1742-1D4C2AC3B938}"/>
              </a:ext>
            </a:extLst>
          </p:cNvPr>
          <p:cNvSpPr txBox="1">
            <a:spLocks/>
          </p:cNvSpPr>
          <p:nvPr/>
        </p:nvSpPr>
        <p:spPr>
          <a:xfrm>
            <a:off x="1215447" y="1858311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0" name="Rounded Rectangle 109">
            <a:extLst>
              <a:ext uri="{FF2B5EF4-FFF2-40B4-BE49-F238E27FC236}">
                <a16:creationId xmlns:a16="http://schemas.microsoft.com/office/drawing/2014/main" id="{326BA185-B5A4-03C6-3946-BC0C9E3056D9}"/>
              </a:ext>
            </a:extLst>
          </p:cNvPr>
          <p:cNvSpPr/>
          <p:nvPr/>
        </p:nvSpPr>
        <p:spPr>
          <a:xfrm>
            <a:off x="4120517" y="1638975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11" name="Content Placeholder 2">
            <a:extLst>
              <a:ext uri="{FF2B5EF4-FFF2-40B4-BE49-F238E27FC236}">
                <a16:creationId xmlns:a16="http://schemas.microsoft.com/office/drawing/2014/main" id="{72DBD30B-D960-1C2C-806A-331B23D5C0CE}"/>
              </a:ext>
            </a:extLst>
          </p:cNvPr>
          <p:cNvSpPr txBox="1">
            <a:spLocks/>
          </p:cNvSpPr>
          <p:nvPr/>
        </p:nvSpPr>
        <p:spPr>
          <a:xfrm>
            <a:off x="4466898" y="1605463"/>
            <a:ext cx="7240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scan</a:t>
            </a: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279AB832-95DB-AB68-A3EA-7537B0E5BA81}"/>
              </a:ext>
            </a:extLst>
          </p:cNvPr>
          <p:cNvSpPr/>
          <p:nvPr/>
        </p:nvSpPr>
        <p:spPr>
          <a:xfrm>
            <a:off x="4120517" y="274794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3" name="Content Placeholder 2">
            <a:extLst>
              <a:ext uri="{FF2B5EF4-FFF2-40B4-BE49-F238E27FC236}">
                <a16:creationId xmlns:a16="http://schemas.microsoft.com/office/drawing/2014/main" id="{182C0346-49A7-7623-D228-5F2A5419F03F}"/>
              </a:ext>
            </a:extLst>
          </p:cNvPr>
          <p:cNvSpPr txBox="1">
            <a:spLocks/>
          </p:cNvSpPr>
          <p:nvPr/>
        </p:nvSpPr>
        <p:spPr>
          <a:xfrm>
            <a:off x="4466897" y="2714434"/>
            <a:ext cx="4526497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 rad="167509">
                    <a:schemeClr val="bg1">
                      <a:alpha val="20691"/>
                    </a:schemeClr>
                  </a:glow>
                </a:effectLst>
              </a:rPr>
              <a:t>new chat + bind (if not yet bound)</a:t>
            </a:r>
          </a:p>
        </p:txBody>
      </p:sp>
      <p:sp>
        <p:nvSpPr>
          <p:cNvPr id="114" name="Rounded Rectangle 113">
            <a:extLst>
              <a:ext uri="{FF2B5EF4-FFF2-40B4-BE49-F238E27FC236}">
                <a16:creationId xmlns:a16="http://schemas.microsoft.com/office/drawing/2014/main" id="{A88A936E-292C-722D-8BBD-E9BA5E4C1411}"/>
              </a:ext>
            </a:extLst>
          </p:cNvPr>
          <p:cNvSpPr/>
          <p:nvPr/>
        </p:nvSpPr>
        <p:spPr>
          <a:xfrm>
            <a:off x="7533106" y="3719116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DE6B589F-1CE7-233E-9A91-ED7ECCA0E46E}"/>
              </a:ext>
            </a:extLst>
          </p:cNvPr>
          <p:cNvSpPr txBox="1">
            <a:spLocks/>
          </p:cNvSpPr>
          <p:nvPr/>
        </p:nvSpPr>
        <p:spPr>
          <a:xfrm>
            <a:off x="7893106" y="3685577"/>
            <a:ext cx="2455751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render user editor</a:t>
            </a: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5CD6A4B9-433D-0AC1-B36E-F7A82DA9F9BF}"/>
              </a:ext>
            </a:extLst>
          </p:cNvPr>
          <p:cNvSpPr/>
          <p:nvPr/>
        </p:nvSpPr>
        <p:spPr>
          <a:xfrm>
            <a:off x="695627" y="3745785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68A029D1-B0A1-6CDE-15CE-73DDAE0FCA6F}"/>
              </a:ext>
            </a:extLst>
          </p:cNvPr>
          <p:cNvSpPr txBox="1">
            <a:spLocks/>
          </p:cNvSpPr>
          <p:nvPr/>
        </p:nvSpPr>
        <p:spPr>
          <a:xfrm>
            <a:off x="1055627" y="3712246"/>
            <a:ext cx="40217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add vaults + edit documents </a:t>
            </a:r>
          </a:p>
        </p:txBody>
      </p:sp>
    </p:spTree>
    <p:extLst>
      <p:ext uri="{BB962C8B-B14F-4D97-AF65-F5344CB8AC3E}">
        <p14:creationId xmlns:p14="http://schemas.microsoft.com/office/powerpoint/2010/main" val="15964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EAC83-15A2-D51E-F1B8-ABE737C78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57">
            <a:extLst>
              <a:ext uri="{FF2B5EF4-FFF2-40B4-BE49-F238E27FC236}">
                <a16:creationId xmlns:a16="http://schemas.microsoft.com/office/drawing/2014/main" id="{31906A1A-7EEF-4D68-79B7-C62A6BF06EF4}"/>
              </a:ext>
            </a:extLst>
          </p:cNvPr>
          <p:cNvSpPr txBox="1"/>
          <p:nvPr/>
        </p:nvSpPr>
        <p:spPr>
          <a:xfrm>
            <a:off x="7201107" y="3119364"/>
            <a:ext cx="426399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PT" dirty="0"/>
              <a:t>      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BE971D3-8333-E904-0C43-264082332E9F}"/>
              </a:ext>
            </a:extLst>
          </p:cNvPr>
          <p:cNvGrpSpPr/>
          <p:nvPr/>
        </p:nvGrpSpPr>
        <p:grpSpPr>
          <a:xfrm>
            <a:off x="3941208" y="1832187"/>
            <a:ext cx="2211227" cy="3170119"/>
            <a:chOff x="5404795" y="339828"/>
            <a:chExt cx="2010206" cy="3491917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B5460ED-A0D7-20D8-6D4A-D2B856664DA1}"/>
                </a:ext>
              </a:extLst>
            </p:cNvPr>
            <p:cNvSpPr/>
            <p:nvPr/>
          </p:nvSpPr>
          <p:spPr>
            <a:xfrm>
              <a:off x="5404795" y="339828"/>
              <a:ext cx="1988691" cy="3491917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28" name="Content Placeholder 2">
              <a:extLst>
                <a:ext uri="{FF2B5EF4-FFF2-40B4-BE49-F238E27FC236}">
                  <a16:creationId xmlns:a16="http://schemas.microsoft.com/office/drawing/2014/main" id="{23DB04C7-C970-FF79-208C-9B8DECA66FD2}"/>
                </a:ext>
              </a:extLst>
            </p:cNvPr>
            <p:cNvSpPr txBox="1">
              <a:spLocks/>
            </p:cNvSpPr>
            <p:nvPr/>
          </p:nvSpPr>
          <p:spPr>
            <a:xfrm>
              <a:off x="5426310" y="393635"/>
              <a:ext cx="1988691" cy="508529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400" i="1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+mj-lt"/>
                  <a:cs typeface="Arial" panose="020B0604020202020204" pitchFamily="34" charset="0"/>
                </a:rPr>
                <a:t>browser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D0EF9784-0C9E-5E27-C4E9-93FE0857063A}"/>
              </a:ext>
            </a:extLst>
          </p:cNvPr>
          <p:cNvSpPr/>
          <p:nvPr/>
        </p:nvSpPr>
        <p:spPr>
          <a:xfrm>
            <a:off x="7122163" y="397938"/>
            <a:ext cx="4815840" cy="1517566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752D79-1D01-BEA2-C5DE-8F7678D14F17}"/>
              </a:ext>
            </a:extLst>
          </p:cNvPr>
          <p:cNvSpPr/>
          <p:nvPr/>
        </p:nvSpPr>
        <p:spPr>
          <a:xfrm>
            <a:off x="9151578" y="82108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357A505-7CFA-90C4-C040-8C43289C474C}"/>
              </a:ext>
            </a:extLst>
          </p:cNvPr>
          <p:cNvSpPr/>
          <p:nvPr/>
        </p:nvSpPr>
        <p:spPr>
          <a:xfrm>
            <a:off x="7221178" y="821081"/>
            <a:ext cx="171962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domain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9EBC79F-CB63-CF28-3F03-2AADBD051F53}"/>
              </a:ext>
            </a:extLst>
          </p:cNvPr>
          <p:cNvSpPr/>
          <p:nvPr/>
        </p:nvSpPr>
        <p:spPr>
          <a:xfrm>
            <a:off x="10112924" y="821081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97F6B5C-6CF8-6C58-EAC7-09DCD8B29BA4}"/>
              </a:ext>
            </a:extLst>
          </p:cNvPr>
          <p:cNvSpPr/>
          <p:nvPr/>
        </p:nvSpPr>
        <p:spPr>
          <a:xfrm>
            <a:off x="11074270" y="817458"/>
            <a:ext cx="744265" cy="101472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👥</a:t>
            </a: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D6C01D-A695-2208-A343-5CBA6A7EB573}"/>
              </a:ext>
            </a:extLst>
          </p:cNvPr>
          <p:cNvGrpSpPr/>
          <p:nvPr/>
        </p:nvGrpSpPr>
        <p:grpSpPr>
          <a:xfrm>
            <a:off x="305663" y="2657077"/>
            <a:ext cx="1988691" cy="1316816"/>
            <a:chOff x="7388710" y="3835400"/>
            <a:chExt cx="1988691" cy="131681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9480BE-64FA-3A88-A687-6176036DF252}"/>
                </a:ext>
              </a:extLst>
            </p:cNvPr>
            <p:cNvGrpSpPr/>
            <p:nvPr/>
          </p:nvGrpSpPr>
          <p:grpSpPr>
            <a:xfrm>
              <a:off x="7388710" y="3835400"/>
              <a:ext cx="1988691" cy="1316816"/>
              <a:chOff x="6139542" y="693286"/>
              <a:chExt cx="1988691" cy="1316816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FF695D2-DBC5-CBDA-4720-F82E9C9B2AF6}"/>
                  </a:ext>
                </a:extLst>
              </p:cNvPr>
              <p:cNvSpPr/>
              <p:nvPr/>
            </p:nvSpPr>
            <p:spPr>
              <a:xfrm>
                <a:off x="6236556" y="1351846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🧑‍🦰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Wallet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DAE5E82-5C58-04C7-0F2E-7C8D150DA559}"/>
                  </a:ext>
                </a:extLst>
              </p:cNvPr>
              <p:cNvSpPr/>
              <p:nvPr/>
            </p:nvSpPr>
            <p:spPr>
              <a:xfrm>
                <a:off x="6139542" y="693286"/>
                <a:ext cx="1988691" cy="1316816"/>
              </a:xfrm>
              <a:prstGeom prst="rect">
                <a:avLst/>
              </a:prstGeom>
              <a:noFill/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4216079-7B77-879E-0FF0-D6049C950A4A}"/>
                </a:ext>
              </a:extLst>
            </p:cNvPr>
            <p:cNvSpPr/>
            <p:nvPr/>
          </p:nvSpPr>
          <p:spPr>
            <a:xfrm>
              <a:off x="8122107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D171A0D-3846-9C24-8BE6-3B64B6D4C6CF}"/>
                </a:ext>
              </a:extLst>
            </p:cNvPr>
            <p:cNvSpPr/>
            <p:nvPr/>
          </p:nvSpPr>
          <p:spPr>
            <a:xfrm>
              <a:off x="8754380" y="3928533"/>
              <a:ext cx="530040" cy="471542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1362A9D-4233-3D91-0473-830DEC3F6963}"/>
                </a:ext>
              </a:extLst>
            </p:cNvPr>
            <p:cNvSpPr/>
            <p:nvPr/>
          </p:nvSpPr>
          <p:spPr>
            <a:xfrm>
              <a:off x="7482152" y="3928533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953825C-C9A4-F3E5-600D-A0C0A7D40D38}"/>
              </a:ext>
            </a:extLst>
          </p:cNvPr>
          <p:cNvSpPr txBox="1"/>
          <p:nvPr/>
        </p:nvSpPr>
        <p:spPr>
          <a:xfrm>
            <a:off x="374619" y="2609969"/>
            <a:ext cx="5026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🤵</a:t>
            </a:r>
            <a:endParaRPr lang="en-US" sz="44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DCBC2C-30F5-B688-26FF-5A11CC8036EB}"/>
              </a:ext>
            </a:extLst>
          </p:cNvPr>
          <p:cNvSpPr/>
          <p:nvPr/>
        </p:nvSpPr>
        <p:spPr>
          <a:xfrm>
            <a:off x="9248592" y="120447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A7A4BD-0CDF-4E5C-717E-48D52B7AE1B2}"/>
              </a:ext>
            </a:extLst>
          </p:cNvPr>
          <p:cNvSpPr/>
          <p:nvPr/>
        </p:nvSpPr>
        <p:spPr>
          <a:xfrm>
            <a:off x="7318192" y="1204475"/>
            <a:ext cx="1545184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Vault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F82BD0-0DD3-6137-58EE-1CF63F2B8B6B}"/>
              </a:ext>
            </a:extLst>
          </p:cNvPr>
          <p:cNvSpPr/>
          <p:nvPr/>
        </p:nvSpPr>
        <p:spPr>
          <a:xfrm>
            <a:off x="10209938" y="1204475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096C899-22F7-B1F6-DE83-102109839089}"/>
              </a:ext>
            </a:extLst>
          </p:cNvPr>
          <p:cNvSpPr/>
          <p:nvPr/>
        </p:nvSpPr>
        <p:spPr>
          <a:xfrm>
            <a:off x="7318191" y="3490156"/>
            <a:ext cx="1545185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Folder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1D5653-8542-92AA-E927-92A3B7B517CF}"/>
              </a:ext>
            </a:extLst>
          </p:cNvPr>
          <p:cNvSpPr/>
          <p:nvPr/>
        </p:nvSpPr>
        <p:spPr>
          <a:xfrm>
            <a:off x="7221178" y="3106762"/>
            <a:ext cx="1719625" cy="1014729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0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vault</a:t>
            </a:r>
          </a:p>
        </p:txBody>
      </p:sp>
      <p:cxnSp>
        <p:nvCxnSpPr>
          <p:cNvPr id="38" name="Straight Arrow Connector 12">
            <a:extLst>
              <a:ext uri="{FF2B5EF4-FFF2-40B4-BE49-F238E27FC236}">
                <a16:creationId xmlns:a16="http://schemas.microsoft.com/office/drawing/2014/main" id="{FA7E3035-DDB1-07EB-FA7F-0C0689475847}"/>
              </a:ext>
            </a:extLst>
          </p:cNvPr>
          <p:cNvCxnSpPr>
            <a:cxnSpLocks/>
            <a:stCxn id="25" idx="0"/>
            <a:endCxn id="32" idx="1"/>
          </p:cNvCxnSpPr>
          <p:nvPr/>
        </p:nvCxnSpPr>
        <p:spPr>
          <a:xfrm rot="5400000" flipH="1" flipV="1">
            <a:off x="3596278" y="-967822"/>
            <a:ext cx="1328631" cy="5921169"/>
          </a:xfrm>
          <a:prstGeom prst="bentConnector2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2" name="Straight Arrow Connector 12">
            <a:extLst>
              <a:ext uri="{FF2B5EF4-FFF2-40B4-BE49-F238E27FC236}">
                <a16:creationId xmlns:a16="http://schemas.microsoft.com/office/drawing/2014/main" id="{59A4B4D2-0E54-F94D-D819-080F8D620DFB}"/>
              </a:ext>
            </a:extLst>
          </p:cNvPr>
          <p:cNvCxnSpPr>
            <a:cxnSpLocks/>
            <a:stCxn id="25" idx="3"/>
            <a:endCxn id="39" idx="1"/>
          </p:cNvCxnSpPr>
          <p:nvPr/>
        </p:nvCxnSpPr>
        <p:spPr>
          <a:xfrm flipV="1">
            <a:off x="2294354" y="3299941"/>
            <a:ext cx="1751076" cy="15544"/>
          </a:xfrm>
          <a:prstGeom prst="straightConnector1">
            <a:avLst/>
          </a:prstGeom>
          <a:ln>
            <a:solidFill>
              <a:schemeClr val="accent4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Straight Arrow Connector 12">
            <a:extLst>
              <a:ext uri="{FF2B5EF4-FFF2-40B4-BE49-F238E27FC236}">
                <a16:creationId xmlns:a16="http://schemas.microsoft.com/office/drawing/2014/main" id="{19F2D462-0C8C-5EFE-7E7B-42138DBB1FF2}"/>
              </a:ext>
            </a:extLst>
          </p:cNvPr>
          <p:cNvCxnSpPr>
            <a:cxnSpLocks/>
            <a:stCxn id="37" idx="3"/>
            <a:endCxn id="73" idx="2"/>
          </p:cNvCxnSpPr>
          <p:nvPr/>
        </p:nvCxnSpPr>
        <p:spPr>
          <a:xfrm flipV="1">
            <a:off x="8940803" y="1832187"/>
            <a:ext cx="2505600" cy="1781940"/>
          </a:xfrm>
          <a:prstGeom prst="bentConnector2">
            <a:avLst/>
          </a:prstGeom>
          <a:ln>
            <a:solidFill>
              <a:schemeClr val="accent2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Arrow Connector 12">
            <a:extLst>
              <a:ext uri="{FF2B5EF4-FFF2-40B4-BE49-F238E27FC236}">
                <a16:creationId xmlns:a16="http://schemas.microsoft.com/office/drawing/2014/main" id="{AD7E7B1D-D4DC-4177-2BA8-B758008E9684}"/>
              </a:ext>
            </a:extLst>
          </p:cNvPr>
          <p:cNvCxnSpPr>
            <a:cxnSpLocks/>
            <a:stCxn id="51" idx="3"/>
            <a:endCxn id="58" idx="0"/>
          </p:cNvCxnSpPr>
          <p:nvPr/>
        </p:nvCxnSpPr>
        <p:spPr>
          <a:xfrm>
            <a:off x="6019467" y="2680234"/>
            <a:ext cx="1394840" cy="439130"/>
          </a:xfrm>
          <a:prstGeom prst="bentConnector2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12">
            <a:extLst>
              <a:ext uri="{FF2B5EF4-FFF2-40B4-BE49-F238E27FC236}">
                <a16:creationId xmlns:a16="http://schemas.microsoft.com/office/drawing/2014/main" id="{EA876E62-EFE0-B185-72E4-8786B856E0A4}"/>
              </a:ext>
            </a:extLst>
          </p:cNvPr>
          <p:cNvCxnSpPr>
            <a:cxnSpLocks/>
            <a:stCxn id="32" idx="2"/>
            <a:endCxn id="37" idx="0"/>
          </p:cNvCxnSpPr>
          <p:nvPr/>
        </p:nvCxnSpPr>
        <p:spPr>
          <a:xfrm>
            <a:off x="8080991" y="1835810"/>
            <a:ext cx="0" cy="1270952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9D0CBAB-9EEC-BD55-6B53-282364CCB84E}"/>
              </a:ext>
            </a:extLst>
          </p:cNvPr>
          <p:cNvGrpSpPr/>
          <p:nvPr/>
        </p:nvGrpSpPr>
        <p:grpSpPr>
          <a:xfrm>
            <a:off x="1290682" y="817458"/>
            <a:ext cx="5438295" cy="400110"/>
            <a:chOff x="2796757" y="817458"/>
            <a:chExt cx="5438295" cy="400110"/>
          </a:xfrm>
        </p:grpSpPr>
        <p:sp>
          <p:nvSpPr>
            <p:cNvPr id="59" name="Content Placeholder 2">
              <a:extLst>
                <a:ext uri="{FF2B5EF4-FFF2-40B4-BE49-F238E27FC236}">
                  <a16:creationId xmlns:a16="http://schemas.microsoft.com/office/drawing/2014/main" id="{A73358C7-9C1B-7557-A69C-7D1F5C6BCD06}"/>
                </a:ext>
              </a:extLst>
            </p:cNvPr>
            <p:cNvSpPr txBox="1">
              <a:spLocks/>
            </p:cNvSpPr>
            <p:nvPr/>
          </p:nvSpPr>
          <p:spPr>
            <a:xfrm>
              <a:off x="3188165" y="817458"/>
              <a:ext cx="504688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new chat with vault + set vault editor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0849F761-048F-3528-4C21-AEF85F492CB6}"/>
                </a:ext>
              </a:extLst>
            </p:cNvPr>
            <p:cNvSpPr/>
            <p:nvPr/>
          </p:nvSpPr>
          <p:spPr>
            <a:xfrm>
              <a:off x="2796757" y="838442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CB9BF95-A567-99F3-73BD-C5E6F835BFDE}"/>
              </a:ext>
            </a:extLst>
          </p:cNvPr>
          <p:cNvGrpSpPr/>
          <p:nvPr/>
        </p:nvGrpSpPr>
        <p:grpSpPr>
          <a:xfrm>
            <a:off x="2442076" y="3453737"/>
            <a:ext cx="1538427" cy="400110"/>
            <a:chOff x="2362859" y="1714951"/>
            <a:chExt cx="1538427" cy="400110"/>
          </a:xfrm>
        </p:grpSpPr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C1726671-9507-C629-F509-6DF925CCB8B0}"/>
                </a:ext>
              </a:extLst>
            </p:cNvPr>
            <p:cNvSpPr txBox="1">
              <a:spLocks/>
            </p:cNvSpPr>
            <p:nvPr/>
          </p:nvSpPr>
          <p:spPr>
            <a:xfrm>
              <a:off x="2722859" y="1714951"/>
              <a:ext cx="117842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scan</a:t>
              </a:r>
            </a:p>
          </p:txBody>
        </p:sp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EC80B0CE-EB3E-9DFB-A1AA-2038C70B8CC9}"/>
                </a:ext>
              </a:extLst>
            </p:cNvPr>
            <p:cNvSpPr/>
            <p:nvPr/>
          </p:nvSpPr>
          <p:spPr>
            <a:xfrm>
              <a:off x="2362859" y="1735006"/>
              <a:ext cx="360000" cy="360000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63" name="Content Placeholder 2">
            <a:extLst>
              <a:ext uri="{FF2B5EF4-FFF2-40B4-BE49-F238E27FC236}">
                <a16:creationId xmlns:a16="http://schemas.microsoft.com/office/drawing/2014/main" id="{C45B2A13-7D1C-7E5A-330E-B054CDE68FA8}"/>
              </a:ext>
            </a:extLst>
          </p:cNvPr>
          <p:cNvSpPr txBox="1">
            <a:spLocks/>
          </p:cNvSpPr>
          <p:nvPr/>
        </p:nvSpPr>
        <p:spPr>
          <a:xfrm>
            <a:off x="8597209" y="1987652"/>
            <a:ext cx="186752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handshake </a:t>
            </a: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86026D16-9C3E-8A05-A34C-0BA542D32EAC}"/>
              </a:ext>
            </a:extLst>
          </p:cNvPr>
          <p:cNvSpPr/>
          <p:nvPr/>
        </p:nvSpPr>
        <p:spPr>
          <a:xfrm>
            <a:off x="8226119" y="2008636"/>
            <a:ext cx="360000" cy="360000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6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82A3C76-FADF-71DF-6ECC-F8F179224939}"/>
              </a:ext>
            </a:extLst>
          </p:cNvPr>
          <p:cNvGrpSpPr/>
          <p:nvPr/>
        </p:nvGrpSpPr>
        <p:grpSpPr>
          <a:xfrm>
            <a:off x="6274361" y="4797641"/>
            <a:ext cx="3277238" cy="400110"/>
            <a:chOff x="2690269" y="4328611"/>
            <a:chExt cx="3277238" cy="400110"/>
          </a:xfrm>
        </p:grpSpPr>
        <p:sp>
          <p:nvSpPr>
            <p:cNvPr id="68" name="Content Placeholder 2">
              <a:extLst>
                <a:ext uri="{FF2B5EF4-FFF2-40B4-BE49-F238E27FC236}">
                  <a16:creationId xmlns:a16="http://schemas.microsoft.com/office/drawing/2014/main" id="{E28B5880-A99B-C486-F320-181B206E8B41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2929086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write vault settings</a:t>
              </a:r>
            </a:p>
          </p:txBody>
        </p:sp>
        <p:sp>
          <p:nvSpPr>
            <p:cNvPr id="69" name="Rounded Rectangle 68">
              <a:extLst>
                <a:ext uri="{FF2B5EF4-FFF2-40B4-BE49-F238E27FC236}">
                  <a16:creationId xmlns:a16="http://schemas.microsoft.com/office/drawing/2014/main" id="{161DD4DE-8E8A-E1E7-7368-D64A239B1746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70" name="Content Placeholder 2">
            <a:extLst>
              <a:ext uri="{FF2B5EF4-FFF2-40B4-BE49-F238E27FC236}">
                <a16:creationId xmlns:a16="http://schemas.microsoft.com/office/drawing/2014/main" id="{E04E5B0C-8584-56EA-64A1-252BB2E37CEE}"/>
              </a:ext>
            </a:extLst>
          </p:cNvPr>
          <p:cNvSpPr txBox="1">
            <a:spLocks/>
          </p:cNvSpPr>
          <p:nvPr/>
        </p:nvSpPr>
        <p:spPr>
          <a:xfrm>
            <a:off x="9458193" y="3721381"/>
            <a:ext cx="2268902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store remotely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9332F54-E29D-B0F6-57E1-92C3D885DF2A}"/>
              </a:ext>
            </a:extLst>
          </p:cNvPr>
          <p:cNvSpPr/>
          <p:nvPr/>
        </p:nvSpPr>
        <p:spPr>
          <a:xfrm>
            <a:off x="9088525" y="374143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1D67303-ABB7-9BD3-A4EB-6185A8360372}"/>
              </a:ext>
            </a:extLst>
          </p:cNvPr>
          <p:cNvSpPr/>
          <p:nvPr/>
        </p:nvSpPr>
        <p:spPr>
          <a:xfrm>
            <a:off x="11171284" y="1200852"/>
            <a:ext cx="555811" cy="562183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🗄️</a:t>
            </a:r>
            <a:r>
              <a:rPr lang="en-GB" sz="24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+mj-lt"/>
                <a:cs typeface="Arial" panose="020B0604020202020204" pitchFamily="34" charset="0"/>
              </a:rPr>
              <a:t> </a:t>
            </a:r>
            <a:r>
              <a:rPr lang="en-GB" sz="2400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B96B484-DED7-5F33-4C9A-20FD2D1F67F3}"/>
              </a:ext>
            </a:extLst>
          </p:cNvPr>
          <p:cNvSpPr txBox="1"/>
          <p:nvPr/>
        </p:nvSpPr>
        <p:spPr>
          <a:xfrm>
            <a:off x="7122163" y="397938"/>
            <a:ext cx="46963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user bound vaults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0E03A91-05B4-EBC5-1F3E-4A12EAA1B043}"/>
              </a:ext>
            </a:extLst>
          </p:cNvPr>
          <p:cNvGrpSpPr/>
          <p:nvPr/>
        </p:nvGrpSpPr>
        <p:grpSpPr>
          <a:xfrm>
            <a:off x="4045430" y="3065740"/>
            <a:ext cx="1974039" cy="482053"/>
            <a:chOff x="5455205" y="1866093"/>
            <a:chExt cx="1794581" cy="48205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F93E03C-2F70-DAA7-3279-73F813324AC3}"/>
                </a:ext>
              </a:extLst>
            </p:cNvPr>
            <p:cNvSpPr/>
            <p:nvPr/>
          </p:nvSpPr>
          <p:spPr>
            <a:xfrm>
              <a:off x="5455205" y="1866093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EBE5737-8653-6B7F-9319-FC7A9D136524}"/>
                </a:ext>
              </a:extLst>
            </p:cNvPr>
            <p:cNvSpPr txBox="1"/>
            <p:nvPr/>
          </p:nvSpPr>
          <p:spPr>
            <a:xfrm>
              <a:off x="5455205" y="1900239"/>
              <a:ext cx="17945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Callback QR ✨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72698D1-04BB-CF07-71E3-0FCA885AE717}"/>
              </a:ext>
            </a:extLst>
          </p:cNvPr>
          <p:cNvGrpSpPr/>
          <p:nvPr/>
        </p:nvGrpSpPr>
        <p:grpSpPr>
          <a:xfrm>
            <a:off x="4045430" y="4425551"/>
            <a:ext cx="1974039" cy="482053"/>
            <a:chOff x="5365475" y="2463244"/>
            <a:chExt cx="1974039" cy="482053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CF3A11E-97B2-8A11-0B28-F26A3EB79FFA}"/>
                </a:ext>
              </a:extLst>
            </p:cNvPr>
            <p:cNvSpPr/>
            <p:nvPr/>
          </p:nvSpPr>
          <p:spPr>
            <a:xfrm>
              <a:off x="5365475" y="2463244"/>
              <a:ext cx="1974039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AE8B25E5-7F0A-68AF-EFFC-263014E49847}"/>
                </a:ext>
              </a:extLst>
            </p:cNvPr>
            <p:cNvSpPr txBox="1"/>
            <p:nvPr/>
          </p:nvSpPr>
          <p:spPr>
            <a:xfrm>
              <a:off x="5365476" y="2513228"/>
              <a:ext cx="197403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Editor 📝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9AC1F04-8A90-B678-1AC3-4971F06205DB}"/>
              </a:ext>
            </a:extLst>
          </p:cNvPr>
          <p:cNvGrpSpPr/>
          <p:nvPr/>
        </p:nvGrpSpPr>
        <p:grpSpPr>
          <a:xfrm>
            <a:off x="4045429" y="2446033"/>
            <a:ext cx="1974039" cy="482053"/>
            <a:chOff x="5455205" y="1866093"/>
            <a:chExt cx="1794581" cy="48205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ECF0E59-2178-9688-F965-E46CA9D32B37}"/>
                </a:ext>
              </a:extLst>
            </p:cNvPr>
            <p:cNvSpPr/>
            <p:nvPr/>
          </p:nvSpPr>
          <p:spPr>
            <a:xfrm>
              <a:off x="5455205" y="1866093"/>
              <a:ext cx="1794581" cy="482053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EA9C2D-9E45-9156-19CA-8C9B63C1AF94}"/>
                </a:ext>
              </a:extLst>
            </p:cNvPr>
            <p:cNvSpPr txBox="1"/>
            <p:nvPr/>
          </p:nvSpPr>
          <p:spPr>
            <a:xfrm>
              <a:off x="5455205" y="1900239"/>
              <a:ext cx="179458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2000" dirty="0">
                  <a:latin typeface="+mj-lt"/>
                  <a:cs typeface="Arial" panose="020B0604020202020204" pitchFamily="34" charset="0"/>
                </a:rPr>
                <a:t>Add Vault 🗄️</a:t>
              </a:r>
              <a:endParaRPr lang="en-GB" sz="2400" dirty="0">
                <a:latin typeface="+mj-lt"/>
                <a:cs typeface="Arial" panose="020B0604020202020204" pitchFamily="34" charset="0"/>
              </a:endParaRPr>
            </a:p>
          </p:txBody>
        </p:sp>
      </p:grpSp>
      <p:cxnSp>
        <p:nvCxnSpPr>
          <p:cNvPr id="55" name="Straight Arrow Connector 12">
            <a:extLst>
              <a:ext uri="{FF2B5EF4-FFF2-40B4-BE49-F238E27FC236}">
                <a16:creationId xmlns:a16="http://schemas.microsoft.com/office/drawing/2014/main" id="{BD97EE45-0549-1576-07AF-FCCF37E6EF63}"/>
              </a:ext>
            </a:extLst>
          </p:cNvPr>
          <p:cNvCxnSpPr>
            <a:cxnSpLocks/>
            <a:stCxn id="43" idx="3"/>
            <a:endCxn id="37" idx="2"/>
          </p:cNvCxnSpPr>
          <p:nvPr/>
        </p:nvCxnSpPr>
        <p:spPr>
          <a:xfrm flipV="1">
            <a:off x="6019469" y="4121491"/>
            <a:ext cx="2061522" cy="554099"/>
          </a:xfrm>
          <a:prstGeom prst="bentConnector2">
            <a:avLst/>
          </a:prstGeom>
          <a:ln>
            <a:solidFill>
              <a:schemeClr val="accent2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4" name="Straight Arrow Connector 12">
            <a:extLst>
              <a:ext uri="{FF2B5EF4-FFF2-40B4-BE49-F238E27FC236}">
                <a16:creationId xmlns:a16="http://schemas.microsoft.com/office/drawing/2014/main" id="{A89D4ED7-8C48-5084-71F7-44B7A6F76D7F}"/>
              </a:ext>
            </a:extLst>
          </p:cNvPr>
          <p:cNvCxnSpPr>
            <a:cxnSpLocks/>
            <a:stCxn id="58" idx="1"/>
            <a:endCxn id="39" idx="3"/>
          </p:cNvCxnSpPr>
          <p:nvPr/>
        </p:nvCxnSpPr>
        <p:spPr>
          <a:xfrm flipH="1" flipV="1">
            <a:off x="6019468" y="3299941"/>
            <a:ext cx="1180800" cy="0"/>
          </a:xfrm>
          <a:prstGeom prst="straightConnector1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F140D0BB-98F2-37FA-94A5-0C2CA626EF61}"/>
              </a:ext>
            </a:extLst>
          </p:cNvPr>
          <p:cNvGrpSpPr/>
          <p:nvPr/>
        </p:nvGrpSpPr>
        <p:grpSpPr>
          <a:xfrm>
            <a:off x="6274361" y="2163456"/>
            <a:ext cx="1115610" cy="400110"/>
            <a:chOff x="2690269" y="4328611"/>
            <a:chExt cx="1115610" cy="400110"/>
          </a:xfrm>
        </p:grpSpPr>
        <p:sp>
          <p:nvSpPr>
            <p:cNvPr id="82" name="Content Placeholder 2">
              <a:extLst>
                <a:ext uri="{FF2B5EF4-FFF2-40B4-BE49-F238E27FC236}">
                  <a16:creationId xmlns:a16="http://schemas.microsoft.com/office/drawing/2014/main" id="{AD6A8968-D555-B3D1-E3C7-B86E673450E4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76745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add</a:t>
              </a:r>
            </a:p>
          </p:txBody>
        </p:sp>
        <p:sp>
          <p:nvSpPr>
            <p:cNvPr id="83" name="Rounded Rectangle 82">
              <a:extLst>
                <a:ext uri="{FF2B5EF4-FFF2-40B4-BE49-F238E27FC236}">
                  <a16:creationId xmlns:a16="http://schemas.microsoft.com/office/drawing/2014/main" id="{C1342D0E-9EF7-97C1-E024-BE265B5B0A57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1F88E38C-BD15-1715-6DA8-FD79CD42334B}"/>
              </a:ext>
            </a:extLst>
          </p:cNvPr>
          <p:cNvGrpSpPr/>
          <p:nvPr/>
        </p:nvGrpSpPr>
        <p:grpSpPr>
          <a:xfrm>
            <a:off x="6274361" y="3426217"/>
            <a:ext cx="1115610" cy="400110"/>
            <a:chOff x="2690269" y="4328611"/>
            <a:chExt cx="1115610" cy="400110"/>
          </a:xfrm>
        </p:grpSpPr>
        <p:sp>
          <p:nvSpPr>
            <p:cNvPr id="85" name="Content Placeholder 2">
              <a:extLst>
                <a:ext uri="{FF2B5EF4-FFF2-40B4-BE49-F238E27FC236}">
                  <a16:creationId xmlns:a16="http://schemas.microsoft.com/office/drawing/2014/main" id="{A515E474-0F84-2650-5582-9B4A847BB4FA}"/>
                </a:ext>
              </a:extLst>
            </p:cNvPr>
            <p:cNvSpPr txBox="1">
              <a:spLocks/>
            </p:cNvSpPr>
            <p:nvPr/>
          </p:nvSpPr>
          <p:spPr>
            <a:xfrm>
              <a:off x="3038421" y="4328611"/>
              <a:ext cx="76745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QR</a:t>
              </a:r>
            </a:p>
          </p:txBody>
        </p:sp>
        <p:sp>
          <p:nvSpPr>
            <p:cNvPr id="86" name="Rounded Rectangle 85">
              <a:extLst>
                <a:ext uri="{FF2B5EF4-FFF2-40B4-BE49-F238E27FC236}">
                  <a16:creationId xmlns:a16="http://schemas.microsoft.com/office/drawing/2014/main" id="{AB3C59A2-F6B0-1ACE-E7AD-D421F0E45CD6}"/>
                </a:ext>
              </a:extLst>
            </p:cNvPr>
            <p:cNvSpPr/>
            <p:nvPr/>
          </p:nvSpPr>
          <p:spPr>
            <a:xfrm>
              <a:off x="2690269" y="4348666"/>
              <a:ext cx="360000" cy="360000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45720" tIns="45720" rIns="45720" rtlCol="0" anchor="ctr"/>
            <a:lstStyle/>
            <a:p>
              <a:pPr algn="ctr"/>
              <a:r>
                <a:rPr lang="en-GB" b="1" dirty="0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508E283-EB90-19DF-A380-38AB90EFF05C}"/>
              </a:ext>
            </a:extLst>
          </p:cNvPr>
          <p:cNvSpPr txBox="1"/>
          <p:nvPr/>
        </p:nvSpPr>
        <p:spPr>
          <a:xfrm>
            <a:off x="2883160" y="2295965"/>
            <a:ext cx="580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PT" sz="4400" dirty="0"/>
          </a:p>
        </p:txBody>
      </p:sp>
      <p:cxnSp>
        <p:nvCxnSpPr>
          <p:cNvPr id="91" name="Straight Arrow Connector 12">
            <a:extLst>
              <a:ext uri="{FF2B5EF4-FFF2-40B4-BE49-F238E27FC236}">
                <a16:creationId xmlns:a16="http://schemas.microsoft.com/office/drawing/2014/main" id="{52A95C9F-CDA6-9452-50A5-1CE26CB659DF}"/>
              </a:ext>
            </a:extLst>
          </p:cNvPr>
          <p:cNvCxnSpPr>
            <a:cxnSpLocks/>
            <a:stCxn id="88" idx="3"/>
            <a:endCxn id="51" idx="1"/>
          </p:cNvCxnSpPr>
          <p:nvPr/>
        </p:nvCxnSpPr>
        <p:spPr>
          <a:xfrm flipV="1">
            <a:off x="3463489" y="2680234"/>
            <a:ext cx="581940" cy="452"/>
          </a:xfrm>
          <a:prstGeom prst="straightConnector1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17C832DD-62FE-3DBD-885B-650E53DB7564}"/>
              </a:ext>
            </a:extLst>
          </p:cNvPr>
          <p:cNvSpPr txBox="1"/>
          <p:nvPr/>
        </p:nvSpPr>
        <p:spPr>
          <a:xfrm>
            <a:off x="2883160" y="4298886"/>
            <a:ext cx="580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44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🧑‍🦰</a:t>
            </a:r>
            <a:endParaRPr lang="en-PT" sz="4400" dirty="0"/>
          </a:p>
        </p:txBody>
      </p:sp>
      <p:cxnSp>
        <p:nvCxnSpPr>
          <p:cNvPr id="95" name="Straight Arrow Connector 12">
            <a:extLst>
              <a:ext uri="{FF2B5EF4-FFF2-40B4-BE49-F238E27FC236}">
                <a16:creationId xmlns:a16="http://schemas.microsoft.com/office/drawing/2014/main" id="{7BA45246-95B5-E4CE-5A87-818F05201738}"/>
              </a:ext>
            </a:extLst>
          </p:cNvPr>
          <p:cNvCxnSpPr>
            <a:cxnSpLocks/>
            <a:stCxn id="94" idx="3"/>
            <a:endCxn id="43" idx="1"/>
          </p:cNvCxnSpPr>
          <p:nvPr/>
        </p:nvCxnSpPr>
        <p:spPr>
          <a:xfrm flipV="1">
            <a:off x="3463489" y="4675590"/>
            <a:ext cx="581942" cy="8017"/>
          </a:xfrm>
          <a:prstGeom prst="straightConnector1">
            <a:avLst/>
          </a:prstGeom>
          <a:ln w="19050" cap="flat" cmpd="sng" algn="ctr">
            <a:solidFill>
              <a:schemeClr val="accent2"/>
            </a:solidFill>
            <a:prstDash val="dash"/>
            <a:round/>
            <a:headEnd type="none" w="med" len="med"/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AEC53BE4-2AA2-71FF-189D-F20F2FA88E30}"/>
              </a:ext>
            </a:extLst>
          </p:cNvPr>
          <p:cNvSpPr/>
          <p:nvPr/>
        </p:nvSpPr>
        <p:spPr>
          <a:xfrm>
            <a:off x="3446980" y="2183511"/>
            <a:ext cx="360000" cy="360000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99" name="Rounded Rectangle 98">
            <a:extLst>
              <a:ext uri="{FF2B5EF4-FFF2-40B4-BE49-F238E27FC236}">
                <a16:creationId xmlns:a16="http://schemas.microsoft.com/office/drawing/2014/main" id="{37542320-E6F0-8E1E-E0B7-BCDBFDD4C126}"/>
              </a:ext>
            </a:extLst>
          </p:cNvPr>
          <p:cNvSpPr/>
          <p:nvPr/>
        </p:nvSpPr>
        <p:spPr>
          <a:xfrm>
            <a:off x="3455048" y="4817696"/>
            <a:ext cx="360000" cy="36000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17735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FC5805-4636-9067-2836-BFFB63F5614E}"/>
              </a:ext>
            </a:extLst>
          </p:cNvPr>
          <p:cNvSpPr/>
          <p:nvPr/>
        </p:nvSpPr>
        <p:spPr>
          <a:xfrm>
            <a:off x="313153" y="287815"/>
            <a:ext cx="11645167" cy="5015705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62EA1C-5DF8-9BB4-18CF-B07C90DAC303}"/>
              </a:ext>
            </a:extLst>
          </p:cNvPr>
          <p:cNvSpPr/>
          <p:nvPr/>
        </p:nvSpPr>
        <p:spPr>
          <a:xfrm>
            <a:off x="463499" y="820901"/>
            <a:ext cx="3062021" cy="4330219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82BC6B-F703-B727-4D7B-E3E48464B648}"/>
              </a:ext>
            </a:extLst>
          </p:cNvPr>
          <p:cNvSpPr txBox="1"/>
          <p:nvPr/>
        </p:nvSpPr>
        <p:spPr>
          <a:xfrm>
            <a:off x="503189" y="886278"/>
            <a:ext cx="305075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User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└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││     └ </a:t>
            </a:r>
            <a:r>
              <a:rPr lang="en-GB" sz="2400" dirty="0">
                <a:cs typeface="Arial" panose="020B0604020202020204" pitchFamily="34" charset="0"/>
              </a:rPr>
              <a:t>item 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     └ </a:t>
            </a:r>
            <a:r>
              <a:rPr lang="en-GB" sz="2400" dirty="0">
                <a:cs typeface="Arial" panose="020B0604020202020204" pitchFamily="34" charset="0"/>
              </a:rPr>
              <a:t>Object </a:t>
            </a:r>
            <a:r>
              <a:rPr lang="pt-PT" sz="2400" dirty="0">
                <a:cs typeface="Arial" panose="020B0604020202020204" pitchFamily="34" charset="0"/>
              </a:rPr>
              <a:t>P3</a:t>
            </a:r>
            <a:r>
              <a:rPr lang="en-GB" sz="2400" dirty="0">
                <a:cs typeface="Arial" panose="020B0604020202020204" pitchFamily="34" charset="0"/>
              </a:rPr>
              <a:t> 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7F58E1-B774-53F4-84F0-D0DDE5E8A018}"/>
              </a:ext>
            </a:extLst>
          </p:cNvPr>
          <p:cNvSpPr txBox="1"/>
          <p:nvPr/>
        </p:nvSpPr>
        <p:spPr>
          <a:xfrm>
            <a:off x="338320" y="326547"/>
            <a:ext cx="5107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619064-6A84-AD85-C95E-D842C2985E1D}"/>
              </a:ext>
            </a:extLst>
          </p:cNvPr>
          <p:cNvSpPr/>
          <p:nvPr/>
        </p:nvSpPr>
        <p:spPr>
          <a:xfrm>
            <a:off x="3677920" y="820902"/>
            <a:ext cx="8128000" cy="97100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621FD-FD15-EC1A-5A44-DF215C5F4581}"/>
              </a:ext>
            </a:extLst>
          </p:cNvPr>
          <p:cNvSpPr/>
          <p:nvPr/>
        </p:nvSpPr>
        <p:spPr>
          <a:xfrm>
            <a:off x="6298007" y="2997200"/>
            <a:ext cx="3445431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73835E-B5C1-54D3-04D2-9A1A60D6264C}"/>
              </a:ext>
            </a:extLst>
          </p:cNvPr>
          <p:cNvSpPr txBox="1"/>
          <p:nvPr/>
        </p:nvSpPr>
        <p:spPr>
          <a:xfrm>
            <a:off x="3754389" y="886278"/>
            <a:ext cx="805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BBE536-3DF8-604C-883C-A63A3D238FDE}"/>
              </a:ext>
            </a:extLst>
          </p:cNvPr>
          <p:cNvSpPr/>
          <p:nvPr/>
        </p:nvSpPr>
        <p:spPr>
          <a:xfrm>
            <a:off x="6298008" y="4141944"/>
            <a:ext cx="3445432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property P2.B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2EEB4-C259-57EB-7952-2A9A1297B130}"/>
              </a:ext>
            </a:extLst>
          </p:cNvPr>
          <p:cNvSpPr txBox="1"/>
          <p:nvPr/>
        </p:nvSpPr>
        <p:spPr>
          <a:xfrm>
            <a:off x="3754389" y="1338031"/>
            <a:ext cx="77873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 Code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Prop-P2@any-domain.com/ANY-SCHEMA:1.0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63E78-5DF1-8A9C-F1C4-E1F8EFFD7AC3}"/>
              </a:ext>
            </a:extLst>
          </p:cNvPr>
          <p:cNvSpPr txBox="1"/>
          <p:nvPr/>
        </p:nvSpPr>
        <p:spPr>
          <a:xfrm>
            <a:off x="4131198" y="3051783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9E1125-2EF4-32C9-A365-2D874EBA389E}"/>
              </a:ext>
            </a:extLst>
          </p:cNvPr>
          <p:cNvSpPr txBox="1"/>
          <p:nvPr/>
        </p:nvSpPr>
        <p:spPr>
          <a:xfrm>
            <a:off x="4131198" y="4185431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3869A-B50A-9898-3384-AFC33455F833}"/>
              </a:ext>
            </a:extLst>
          </p:cNvPr>
          <p:cNvSpPr txBox="1"/>
          <p:nvPr/>
        </p:nvSpPr>
        <p:spPr>
          <a:xfrm>
            <a:off x="6191597" y="3600423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P2.A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52A35F-0000-4B01-7CCD-ED20CFC81DD8}"/>
              </a:ext>
            </a:extLst>
          </p:cNvPr>
          <p:cNvSpPr txBox="1"/>
          <p:nvPr/>
        </p:nvSpPr>
        <p:spPr>
          <a:xfrm>
            <a:off x="6191597" y="4761194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property P2.B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73B36-192B-B849-B7C7-AE6607F24A87}"/>
              </a:ext>
            </a:extLst>
          </p:cNvPr>
          <p:cNvSpPr txBox="1"/>
          <p:nvPr/>
        </p:nvSpPr>
        <p:spPr>
          <a:xfrm>
            <a:off x="3485148" y="1943230"/>
            <a:ext cx="484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</a:t>
            </a:r>
            <a:r>
              <a:rPr lang="en-GB" i="1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Description of list L</a:t>
            </a:r>
            <a:endParaRPr lang="en-GB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4BE673-9E03-9AA1-C37E-9F23A1928043}"/>
              </a:ext>
            </a:extLst>
          </p:cNvPr>
          <p:cNvSpPr/>
          <p:nvPr/>
        </p:nvSpPr>
        <p:spPr>
          <a:xfrm>
            <a:off x="9743440" y="1980536"/>
            <a:ext cx="1087120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B2FF676-5929-3077-D184-D12788A4204E}"/>
              </a:ext>
            </a:extLst>
          </p:cNvPr>
          <p:cNvSpPr/>
          <p:nvPr/>
        </p:nvSpPr>
        <p:spPr>
          <a:xfrm>
            <a:off x="10993120" y="1974254"/>
            <a:ext cx="802640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402665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3DD02-2B2E-DBD2-2F3B-C6C6EA9A8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04892F-AA6B-06EB-234B-55A4CD77DE72}"/>
              </a:ext>
            </a:extLst>
          </p:cNvPr>
          <p:cNvSpPr/>
          <p:nvPr/>
        </p:nvSpPr>
        <p:spPr>
          <a:xfrm>
            <a:off x="313153" y="287814"/>
            <a:ext cx="11645167" cy="5091009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01638B3-2CFF-FCCF-CDB2-5926E3247F9B}"/>
              </a:ext>
            </a:extLst>
          </p:cNvPr>
          <p:cNvSpPr/>
          <p:nvPr/>
        </p:nvSpPr>
        <p:spPr>
          <a:xfrm>
            <a:off x="5161100" y="2748561"/>
            <a:ext cx="6661553" cy="24809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23DB68-D454-7AD7-8951-9633DBDFC386}"/>
              </a:ext>
            </a:extLst>
          </p:cNvPr>
          <p:cNvSpPr/>
          <p:nvPr/>
        </p:nvSpPr>
        <p:spPr>
          <a:xfrm>
            <a:off x="463500" y="917717"/>
            <a:ext cx="1971070" cy="4311743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8B348-D9F7-D1F8-9110-044426E45413}"/>
              </a:ext>
            </a:extLst>
          </p:cNvPr>
          <p:cNvSpPr txBox="1"/>
          <p:nvPr/>
        </p:nvSpPr>
        <p:spPr>
          <a:xfrm>
            <a:off x="503190" y="983096"/>
            <a:ext cx="197107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🗂️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My folder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├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│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Doc B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└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Y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└ </a:t>
            </a:r>
            <a:r>
              <a:rPr lang="en-GB" sz="2400" dirty="0">
                <a:cs typeface="Arial" panose="020B0604020202020204" pitchFamily="34" charset="0"/>
              </a:rPr>
              <a:t>Doc 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73B8B-1A90-E923-2933-E374877731A7}"/>
              </a:ext>
            </a:extLst>
          </p:cNvPr>
          <p:cNvSpPr txBox="1"/>
          <p:nvPr/>
        </p:nvSpPr>
        <p:spPr>
          <a:xfrm>
            <a:off x="370594" y="369579"/>
            <a:ext cx="691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Web browser &gt;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https://</a:t>
            </a:r>
            <a:r>
              <a:rPr lang="en-GB" sz="2400" dirty="0" err="1">
                <a:latin typeface="+mj-lt"/>
                <a:cs typeface="Arial" panose="020B0604020202020204" pitchFamily="34" charset="0"/>
              </a:rPr>
              <a:t>www.any-folder.com</a:t>
            </a:r>
            <a:endParaRPr lang="en-GB" sz="2400" dirty="0"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DA156-8CDC-525E-3273-366A4ECB6C1A}"/>
              </a:ext>
            </a:extLst>
          </p:cNvPr>
          <p:cNvSpPr/>
          <p:nvPr/>
        </p:nvSpPr>
        <p:spPr>
          <a:xfrm>
            <a:off x="2561093" y="917716"/>
            <a:ext cx="2473485" cy="4311745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35C39-EBE1-B5EA-6BC5-3372E4457F8C}"/>
              </a:ext>
            </a:extLst>
          </p:cNvPr>
          <p:cNvSpPr txBox="1"/>
          <p:nvPr/>
        </p:nvSpPr>
        <p:spPr>
          <a:xfrm>
            <a:off x="2600783" y="983094"/>
            <a:ext cx="26166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Doc A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Object P1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├ </a:t>
            </a:r>
            <a:r>
              <a:rPr lang="en-GB" sz="2400" dirty="0">
                <a:cs typeface="Arial" panose="020B0604020202020204" pitchFamily="34" charset="0"/>
              </a:rPr>
              <a:t>List P2 </a:t>
            </a:r>
            <a:r>
              <a:rPr lang="en-GB" sz="2400" dirty="0">
                <a:solidFill>
                  <a:schemeClr val="bg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[+]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│├ </a:t>
            </a:r>
            <a:r>
              <a:rPr lang="en-GB" sz="2400" b="1" dirty="0">
                <a:solidFill>
                  <a:schemeClr val="accent2"/>
                </a:solidFill>
                <a:cs typeface="Arial" panose="020B0604020202020204" pitchFamily="34" charset="0"/>
              </a:rPr>
              <a:t>Item #1</a:t>
            </a: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│└ </a:t>
            </a:r>
            <a:r>
              <a:rPr lang="en-GB" sz="2400" dirty="0">
                <a:cs typeface="Arial" panose="020B0604020202020204" pitchFamily="34" charset="0"/>
              </a:rPr>
              <a:t>Item #2</a:t>
            </a:r>
            <a:endParaRPr lang="en-GB" sz="2400" b="1" dirty="0">
              <a:cs typeface="Arial" panose="020B0604020202020204" pitchFamily="34" charset="0"/>
            </a:endParaRPr>
          </a:p>
          <a:p>
            <a:r>
              <a:rPr lang="en-GB" sz="24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└ </a:t>
            </a:r>
            <a:r>
              <a:rPr lang="en-GB" sz="2400" dirty="0">
                <a:cs typeface="Arial" panose="020B0604020202020204" pitchFamily="34" charset="0"/>
              </a:rPr>
              <a:t>Object P3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5EF1B6-5860-2663-B3FA-A1CA66CC2CF0}"/>
              </a:ext>
            </a:extLst>
          </p:cNvPr>
          <p:cNvSpPr/>
          <p:nvPr/>
        </p:nvSpPr>
        <p:spPr>
          <a:xfrm>
            <a:off x="5161100" y="917719"/>
            <a:ext cx="6661553" cy="959387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99C9C8E-AE29-BA3B-D0EE-BF767B042CC0}"/>
              </a:ext>
            </a:extLst>
          </p:cNvPr>
          <p:cNvSpPr txBox="1"/>
          <p:nvPr/>
        </p:nvSpPr>
        <p:spPr>
          <a:xfrm>
            <a:off x="5237571" y="983095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📄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Vault X</a:t>
            </a:r>
            <a:r>
              <a:rPr lang="en-GB" sz="2400" dirty="0">
                <a:solidFill>
                  <a:schemeClr val="tx1">
                    <a:lumMod val="50000"/>
                  </a:schemeClr>
                </a:solidFill>
                <a:latin typeface="+mj-lt"/>
                <a:cs typeface="Arial" panose="020B0604020202020204" pitchFamily="34" charset="0"/>
              </a:rPr>
              <a:t>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Doc 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F62D16-4A44-64A6-17FB-CB7EB69CED63}"/>
              </a:ext>
            </a:extLst>
          </p:cNvPr>
          <p:cNvSpPr txBox="1"/>
          <p:nvPr/>
        </p:nvSpPr>
        <p:spPr>
          <a:xfrm>
            <a:off x="4904081" y="1434848"/>
            <a:ext cx="57352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🧩 </a:t>
            </a:r>
            <a:r>
              <a:rPr lang="en-GB" b="1" dirty="0">
                <a:solidFill>
                  <a:schemeClr val="accent4">
                    <a:lumMod val="60000"/>
                    <a:lumOff val="40000"/>
                  </a:schemeClr>
                </a:solidFill>
                <a:cs typeface="Arial" panose="020B0604020202020204" pitchFamily="34" charset="0"/>
              </a:rPr>
              <a:t>Schema</a:t>
            </a: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: ANY-DOMAIN.COM/ANY-SCHEMA:1.0</a:t>
            </a:r>
            <a:b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en-GB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     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3E1F7-FD11-4892-617D-A4106F6EA2AE}"/>
              </a:ext>
            </a:extLst>
          </p:cNvPr>
          <p:cNvSpPr/>
          <p:nvPr/>
        </p:nvSpPr>
        <p:spPr>
          <a:xfrm>
            <a:off x="7414144" y="4706793"/>
            <a:ext cx="1195832" cy="37349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Delete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799FD20-5226-ECB8-DAD3-58CBD99192AF}"/>
              </a:ext>
            </a:extLst>
          </p:cNvPr>
          <p:cNvSpPr/>
          <p:nvPr/>
        </p:nvSpPr>
        <p:spPr>
          <a:xfrm>
            <a:off x="8764109" y="4706793"/>
            <a:ext cx="882904" cy="373495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Save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B41325A-2FA7-5B5B-A2F2-F23C8A06F8D0}"/>
              </a:ext>
            </a:extLst>
          </p:cNvPr>
          <p:cNvSpPr/>
          <p:nvPr/>
        </p:nvSpPr>
        <p:spPr>
          <a:xfrm>
            <a:off x="7406047" y="3398660"/>
            <a:ext cx="3857209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395FA33-4793-6E6B-67D5-17A279BC3C62}"/>
              </a:ext>
            </a:extLst>
          </p:cNvPr>
          <p:cNvSpPr/>
          <p:nvPr/>
        </p:nvSpPr>
        <p:spPr>
          <a:xfrm>
            <a:off x="7406048" y="4059308"/>
            <a:ext cx="3857210" cy="498764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anchor="ctr"/>
          <a:lstStyle/>
          <a:p>
            <a:r>
              <a:rPr lang="en-GB" sz="24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Value of P2.B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0FB9EF-1013-864E-952F-A75BCBE78027}"/>
              </a:ext>
            </a:extLst>
          </p:cNvPr>
          <p:cNvSpPr txBox="1"/>
          <p:nvPr/>
        </p:nvSpPr>
        <p:spPr>
          <a:xfrm>
            <a:off x="5239238" y="3428305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BA6A11-AB50-0132-B028-5C7844AE3B67}"/>
              </a:ext>
            </a:extLst>
          </p:cNvPr>
          <p:cNvSpPr txBox="1"/>
          <p:nvPr/>
        </p:nvSpPr>
        <p:spPr>
          <a:xfrm>
            <a:off x="5239238" y="4077857"/>
            <a:ext cx="21660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Property P2.B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7AF811C-AC57-D193-E641-AD4431D828CA}"/>
              </a:ext>
            </a:extLst>
          </p:cNvPr>
          <p:cNvSpPr txBox="1"/>
          <p:nvPr/>
        </p:nvSpPr>
        <p:spPr>
          <a:xfrm>
            <a:off x="11326954" y="349845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9A598A-0556-D2FF-D6E4-7BB24A2FCD73}"/>
              </a:ext>
            </a:extLst>
          </p:cNvPr>
          <p:cNvSpPr txBox="1"/>
          <p:nvPr/>
        </p:nvSpPr>
        <p:spPr>
          <a:xfrm>
            <a:off x="11326954" y="417907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4CF5CE-CD00-D0B1-1328-3FF8DD96D700}"/>
              </a:ext>
            </a:extLst>
          </p:cNvPr>
          <p:cNvSpPr txBox="1"/>
          <p:nvPr/>
        </p:nvSpPr>
        <p:spPr>
          <a:xfrm>
            <a:off x="11326954" y="1079608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2AAC1E-5388-6591-6C5F-DBB1A1CC20F4}"/>
              </a:ext>
            </a:extLst>
          </p:cNvPr>
          <p:cNvSpPr txBox="1"/>
          <p:nvPr/>
        </p:nvSpPr>
        <p:spPr>
          <a:xfrm>
            <a:off x="5214860" y="2867310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✍️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cs typeface="Arial" panose="020B0604020202020204" pitchFamily="34" charset="0"/>
              </a:rPr>
              <a:t>List P2 &gt; </a:t>
            </a:r>
            <a:r>
              <a:rPr lang="en-GB" sz="2400" b="1" dirty="0">
                <a:solidFill>
                  <a:schemeClr val="accent2"/>
                </a:solidFill>
                <a:latin typeface="+mj-lt"/>
                <a:cs typeface="Arial" panose="020B0604020202020204" pitchFamily="34" charset="0"/>
              </a:rPr>
              <a:t>Item #1</a:t>
            </a:r>
            <a:endParaRPr lang="en-GB" sz="2400" dirty="0">
              <a:solidFill>
                <a:schemeClr val="bg1">
                  <a:lumMod val="50000"/>
                  <a:lumOff val="50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18D031-1473-5F81-0258-FABD05A904D2}"/>
              </a:ext>
            </a:extLst>
          </p:cNvPr>
          <p:cNvSpPr txBox="1"/>
          <p:nvPr/>
        </p:nvSpPr>
        <p:spPr>
          <a:xfrm>
            <a:off x="11326954" y="2922565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98FFA25-0C59-92A7-38B0-33A15A184F83}"/>
              </a:ext>
            </a:extLst>
          </p:cNvPr>
          <p:cNvSpPr/>
          <p:nvPr/>
        </p:nvSpPr>
        <p:spPr>
          <a:xfrm>
            <a:off x="10477948" y="421986"/>
            <a:ext cx="1344705" cy="373495"/>
          </a:xfrm>
          <a:prstGeom prst="rect">
            <a:avLst/>
          </a:prstGeom>
          <a:solidFill>
            <a:schemeClr val="accent5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Log out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4E0D5A-D090-D4B2-954E-B05A74D631AB}"/>
              </a:ext>
            </a:extLst>
          </p:cNvPr>
          <p:cNvSpPr/>
          <p:nvPr/>
        </p:nvSpPr>
        <p:spPr>
          <a:xfrm>
            <a:off x="8865794" y="421986"/>
            <a:ext cx="1479176" cy="373495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vault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4FFC216-DEC3-8797-3BD5-5D8CD3759AF7}"/>
              </a:ext>
            </a:extLst>
          </p:cNvPr>
          <p:cNvSpPr/>
          <p:nvPr/>
        </p:nvSpPr>
        <p:spPr>
          <a:xfrm>
            <a:off x="5161100" y="1996497"/>
            <a:ext cx="6661553" cy="602061"/>
          </a:xfrm>
          <a:prstGeom prst="rect">
            <a:avLst/>
          </a:prstGeom>
          <a:solidFill>
            <a:schemeClr val="bg1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endParaRPr lang="en-GB" sz="2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ABB53-64E1-8DE2-3A10-4BDD112D87E6}"/>
              </a:ext>
            </a:extLst>
          </p:cNvPr>
          <p:cNvSpPr txBox="1"/>
          <p:nvPr/>
        </p:nvSpPr>
        <p:spPr>
          <a:xfrm>
            <a:off x="5214860" y="2077576"/>
            <a:ext cx="5616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200" baseline="-9000" dirty="0"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</a:rPr>
              <a:t>📝</a:t>
            </a:r>
            <a:r>
              <a:rPr lang="en-GB" sz="3200" baseline="-9000" dirty="0"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400" dirty="0">
                <a:latin typeface="+mj-lt"/>
                <a:cs typeface="Arial" panose="020B0604020202020204" pitchFamily="34" charset="0"/>
              </a:rPr>
              <a:t>Doc A &gt; List P2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4AB0544-373D-EA87-9DB8-84806423EB5E}"/>
              </a:ext>
            </a:extLst>
          </p:cNvPr>
          <p:cNvSpPr txBox="1"/>
          <p:nvPr/>
        </p:nvSpPr>
        <p:spPr>
          <a:xfrm>
            <a:off x="11326954" y="2154347"/>
            <a:ext cx="424842" cy="3815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400" b="1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ℹ️</a:t>
            </a:r>
            <a:endParaRPr lang="en-GB" sz="2400" b="1" i="1" dirty="0">
              <a:solidFill>
                <a:schemeClr val="accent2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FF5481A-A469-87F3-B1CC-BB9474B740E1}"/>
              </a:ext>
            </a:extLst>
          </p:cNvPr>
          <p:cNvSpPr/>
          <p:nvPr/>
        </p:nvSpPr>
        <p:spPr>
          <a:xfrm>
            <a:off x="9949335" y="2115337"/>
            <a:ext cx="1313923" cy="373495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algn="ctr"/>
            <a:r>
              <a:rPr lang="en-GB" sz="2000" b="1" dirty="0">
                <a:solidFill>
                  <a:schemeClr val="tx1"/>
                </a:solidFill>
                <a:effectLst>
                  <a:glow>
                    <a:schemeClr val="bg1"/>
                  </a:glow>
                </a:effectLst>
              </a:rPr>
              <a:t>Add item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51C9FF8-0960-7DD2-0514-770084414943}"/>
              </a:ext>
            </a:extLst>
          </p:cNvPr>
          <p:cNvSpPr txBox="1"/>
          <p:nvPr/>
        </p:nvSpPr>
        <p:spPr>
          <a:xfrm>
            <a:off x="9688874" y="4703197"/>
            <a:ext cx="2166053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✅</a:t>
            </a:r>
            <a:r>
              <a:rPr lang="en-GB" sz="2000" dirty="0">
                <a:solidFill>
                  <a:schemeClr val="bg1">
                    <a:lumMod val="50000"/>
                    <a:lumOff val="50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GB" sz="2000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</a:t>
            </a:r>
            <a:endParaRPr lang="en-GB" sz="2400" dirty="0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0773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48005</TotalTime>
  <Words>386</Words>
  <Application>Microsoft Macintosh PowerPoint</Application>
  <PresentationFormat>Widescreen</PresentationFormat>
  <Paragraphs>150</Paragraphs>
  <Slides>6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Amazon Ember Display</vt:lpstr>
      <vt:lpstr>Wingdings</vt:lpstr>
      <vt:lpstr>Amazon Ember</vt:lpstr>
      <vt:lpstr>Arial</vt:lpstr>
      <vt:lpstr>AWS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157</cp:revision>
  <dcterms:created xsi:type="dcterms:W3CDTF">2022-10-07T16:14:37Z</dcterms:created>
  <dcterms:modified xsi:type="dcterms:W3CDTF">2025-08-27T18:04:14Z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2025-04-22T20:19:24Z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bd891657-ab5d-4c6a-ad36-02a8e341337b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