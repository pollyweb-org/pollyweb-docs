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834" r:id="rId2"/>
    <p:sldId id="1835" r:id="rId3"/>
  </p:sldIdLst>
  <p:sldSz cx="12192000" cy="6858000"/>
  <p:notesSz cx="6858000" cy="9144000"/>
  <p:embeddedFontLst>
    <p:embeddedFont>
      <p:font typeface="Amazon Ember" panose="020B0603020204020204" pitchFamily="34" charset="0"/>
      <p:regular r:id="rId6"/>
      <p:bold r:id="rId7"/>
      <p:italic r:id="rId8"/>
      <p:boldItalic r:id="rId9"/>
    </p:embeddedFont>
    <p:embeddedFont>
      <p:font typeface="Amazon Ember Display" panose="020F0603020204020204" pitchFamily="34" charset="0"/>
      <p:regular r:id="rId10"/>
      <p:bold r:id="rId11"/>
      <p:italic r:id="rId12"/>
      <p:boldItalic r:id="rId13"/>
    </p:embeddedFont>
    <p:embeddedFont>
      <p:font typeface="Segoe UI" panose="020B0502040204020203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👍 Domain Trust" id="{5DE0A2FA-C4EE-4542-84EB-7FBA761738C1}">
          <p14:sldIdLst>
            <p14:sldId id="1834"/>
            <p14:sldId id="183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72" autoAdjust="0"/>
    <p:restoredTop sz="96966" autoAdjust="0"/>
  </p:normalViewPr>
  <p:slideViewPr>
    <p:cSldViewPr snapToGrid="0">
      <p:cViewPr varScale="1">
        <p:scale>
          <a:sx n="104" d="100"/>
          <a:sy n="104" d="100"/>
        </p:scale>
        <p:origin x="216" y="7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handoutMaster" Target="handoutMasters/handoutMaster1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E66A1-E186-83D2-DCD3-9B43E01DC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AB426F-EC30-A618-C072-8709BAE376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  <p:txBody>
          <a:bodyPr/>
          <a:lstStyle/>
          <a:p>
            <a:endParaRPr lang="en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7BA3E3-0814-D1D4-9020-975CE86238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C982942-ADAD-E464-4E41-185203AA2598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6C763-68F2-80BD-FE1D-6CBF5637C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CEB1EE5-AD4D-FA2A-50D4-42CD84784593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10/13/25 8:18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404DC6-54F9-9C82-A888-7D19BCE1044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046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739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5B117-E0D0-83D5-5E81-6E9DA3C83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D2625C-8379-559E-729A-455DD76039DD}"/>
              </a:ext>
            </a:extLst>
          </p:cNvPr>
          <p:cNvSpPr txBox="1"/>
          <p:nvPr/>
        </p:nvSpPr>
        <p:spPr>
          <a:xfrm>
            <a:off x="1521508" y="1613118"/>
            <a:ext cx="9148983" cy="186204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☁️ Hoster</a:t>
            </a:r>
          </a:p>
        </p:txBody>
      </p:sp>
    </p:spTree>
    <p:extLst>
      <p:ext uri="{BB962C8B-B14F-4D97-AF65-F5344CB8AC3E}">
        <p14:creationId xmlns:p14="http://schemas.microsoft.com/office/powerpoint/2010/main" val="1633580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2F796-5BB3-6C62-0113-58B1E4238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483E32E-51D0-AADA-BDF3-E9892F629E45}"/>
              </a:ext>
            </a:extLst>
          </p:cNvPr>
          <p:cNvSpPr/>
          <p:nvPr/>
        </p:nvSpPr>
        <p:spPr>
          <a:xfrm>
            <a:off x="8448261" y="734959"/>
            <a:ext cx="3046126" cy="1938667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r>
              <a:rPr kumimoji="0" lang="en-GB" sz="3200" b="0" i="0" u="none" strike="noStrike" kern="1200" cap="none" spc="0" normalizeH="0" baseline="-9000" noProof="0" dirty="0">
                <a:ln>
                  <a:noFill/>
                </a:ln>
                <a:solidFill>
                  <a:srgbClr val="424242">
                    <a:lumMod val="40000"/>
                    <a:lumOff val="60000"/>
                  </a:srgbClr>
                </a:solidFill>
                <a:effectLst>
                  <a:glow>
                    <a:srgbClr val="000000"/>
                  </a:glow>
                </a:effectLst>
                <a:uLnTx/>
                <a:uFillTx/>
                <a:latin typeface="Amazon Ember Display"/>
                <a:ea typeface="+mn-ea"/>
                <a:cs typeface="+mn-cs"/>
              </a:rPr>
              <a:t>🧑‍💻</a:t>
            </a: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Hosted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4B67A5-FFE9-E634-EDC1-262007D3991A}"/>
              </a:ext>
            </a:extLst>
          </p:cNvPr>
          <p:cNvSpPr txBox="1"/>
          <p:nvPr/>
        </p:nvSpPr>
        <p:spPr>
          <a:xfrm>
            <a:off x="147264" y="6233934"/>
            <a:ext cx="1367362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HOSTER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FA5EAD-115A-CB2D-9E3E-7CF97F2BF85B}"/>
              </a:ext>
            </a:extLst>
          </p:cNvPr>
          <p:cNvSpPr/>
          <p:nvPr/>
        </p:nvSpPr>
        <p:spPr>
          <a:xfrm>
            <a:off x="5314538" y="734959"/>
            <a:ext cx="2239200" cy="1938667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r>
              <a:rPr lang="en-GB" sz="3200" baseline="-9000" dirty="0">
                <a:solidFill>
                  <a:srgbClr val="424242">
                    <a:lumMod val="40000"/>
                    <a:lumOff val="60000"/>
                  </a:srgbClr>
                </a:solidFill>
                <a:effectLst>
                  <a:glow>
                    <a:srgbClr val="000000"/>
                  </a:glow>
                </a:effectLst>
                <a:latin typeface="Amazon Ember Display"/>
              </a:rPr>
              <a:t>☁️</a:t>
            </a: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Hoster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B6567A-EC60-BC49-4F77-7D201C015560}"/>
              </a:ext>
            </a:extLst>
          </p:cNvPr>
          <p:cNvSpPr/>
          <p:nvPr/>
        </p:nvSpPr>
        <p:spPr>
          <a:xfrm>
            <a:off x="5396743" y="1351185"/>
            <a:ext cx="2067543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🗃️ 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Resourcer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BEEE0E-B7A0-DFEF-29A7-758A93563855}"/>
              </a:ext>
            </a:extLst>
          </p:cNvPr>
          <p:cNvSpPr/>
          <p:nvPr/>
        </p:nvSpPr>
        <p:spPr>
          <a:xfrm>
            <a:off x="8509235" y="1351185"/>
            <a:ext cx="2067543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🔃 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Syncer</a:t>
            </a:r>
          </a:p>
        </p:txBody>
      </p:sp>
      <p:cxnSp>
        <p:nvCxnSpPr>
          <p:cNvPr id="6" name="Straight Arrow Connector 12">
            <a:extLst>
              <a:ext uri="{FF2B5EF4-FFF2-40B4-BE49-F238E27FC236}">
                <a16:creationId xmlns:a16="http://schemas.microsoft.com/office/drawing/2014/main" id="{E09120CD-64D3-92DC-919D-D85B4FA585D4}"/>
              </a:ext>
            </a:extLst>
          </p:cNvPr>
          <p:cNvCxnSpPr>
            <a:cxnSpLocks/>
            <a:stCxn id="5" idx="1"/>
            <a:endCxn id="4" idx="3"/>
          </p:cNvCxnSpPr>
          <p:nvPr/>
        </p:nvCxnSpPr>
        <p:spPr>
          <a:xfrm flipH="1">
            <a:off x="7464286" y="1632277"/>
            <a:ext cx="1044949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51A880E-F745-0949-8567-74C5878E1BC6}"/>
              </a:ext>
            </a:extLst>
          </p:cNvPr>
          <p:cNvSpPr/>
          <p:nvPr/>
        </p:nvSpPr>
        <p:spPr>
          <a:xfrm>
            <a:off x="5399624" y="2037524"/>
            <a:ext cx="2067543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😃 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Talker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417CF0-E316-74E4-60D4-A4647044934A}"/>
              </a:ext>
            </a:extLst>
          </p:cNvPr>
          <p:cNvSpPr/>
          <p:nvPr/>
        </p:nvSpPr>
        <p:spPr>
          <a:xfrm>
            <a:off x="8509235" y="2034034"/>
            <a:ext cx="2067543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🌐</a:t>
            </a:r>
            <a:r>
              <a:rPr lang="en-GB" sz="2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Flask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4882F8-D1E7-4AA7-95AC-D5864D412009}"/>
              </a:ext>
            </a:extLst>
          </p:cNvPr>
          <p:cNvSpPr/>
          <p:nvPr/>
        </p:nvSpPr>
        <p:spPr>
          <a:xfrm>
            <a:off x="7026966" y="4064355"/>
            <a:ext cx="2067543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🔀 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ngrok</a:t>
            </a:r>
          </a:p>
        </p:txBody>
      </p:sp>
      <p:cxnSp>
        <p:nvCxnSpPr>
          <p:cNvPr id="20" name="Straight Arrow Connector 12">
            <a:extLst>
              <a:ext uri="{FF2B5EF4-FFF2-40B4-BE49-F238E27FC236}">
                <a16:creationId xmlns:a16="http://schemas.microsoft.com/office/drawing/2014/main" id="{A8183E28-DDFC-510B-C93E-B0CF458FE393}"/>
              </a:ext>
            </a:extLst>
          </p:cNvPr>
          <p:cNvCxnSpPr>
            <a:cxnSpLocks/>
            <a:stCxn id="10" idx="2"/>
            <a:endCxn id="19" idx="1"/>
          </p:cNvCxnSpPr>
          <p:nvPr/>
        </p:nvCxnSpPr>
        <p:spPr>
          <a:xfrm rot="16200000" flipH="1">
            <a:off x="5857311" y="3175792"/>
            <a:ext cx="1745740" cy="593570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12">
            <a:extLst>
              <a:ext uri="{FF2B5EF4-FFF2-40B4-BE49-F238E27FC236}">
                <a16:creationId xmlns:a16="http://schemas.microsoft.com/office/drawing/2014/main" id="{FEB88091-0B43-758B-7291-0DA19AEADC25}"/>
              </a:ext>
            </a:extLst>
          </p:cNvPr>
          <p:cNvCxnSpPr>
            <a:cxnSpLocks/>
            <a:stCxn id="19" idx="3"/>
            <a:endCxn id="18" idx="2"/>
          </p:cNvCxnSpPr>
          <p:nvPr/>
        </p:nvCxnSpPr>
        <p:spPr>
          <a:xfrm flipV="1">
            <a:off x="9094509" y="2596217"/>
            <a:ext cx="448498" cy="1749230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7" name="Straight Arrow Connector 12">
            <a:extLst>
              <a:ext uri="{FF2B5EF4-FFF2-40B4-BE49-F238E27FC236}">
                <a16:creationId xmlns:a16="http://schemas.microsoft.com/office/drawing/2014/main" id="{265C2C81-24DB-6350-DE25-A10DFE50B9C5}"/>
              </a:ext>
            </a:extLst>
          </p:cNvPr>
          <p:cNvCxnSpPr>
            <a:cxnSpLocks/>
            <a:stCxn id="18" idx="1"/>
            <a:endCxn id="10" idx="3"/>
          </p:cNvCxnSpPr>
          <p:nvPr/>
        </p:nvCxnSpPr>
        <p:spPr>
          <a:xfrm flipH="1">
            <a:off x="7467167" y="2315126"/>
            <a:ext cx="1042068" cy="349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595F6D6-D44D-F3DE-BA97-FD17642C513C}"/>
              </a:ext>
            </a:extLst>
          </p:cNvPr>
          <p:cNvGrpSpPr/>
          <p:nvPr/>
        </p:nvGrpSpPr>
        <p:grpSpPr>
          <a:xfrm>
            <a:off x="600599" y="734959"/>
            <a:ext cx="3418797" cy="1014729"/>
            <a:chOff x="6139542" y="968452"/>
            <a:chExt cx="3418797" cy="1014729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30D4913-3E0F-56C0-EDC1-D5E698CA32D8}"/>
                </a:ext>
              </a:extLst>
            </p:cNvPr>
            <p:cNvSpPr/>
            <p:nvPr/>
          </p:nvSpPr>
          <p:spPr>
            <a:xfrm>
              <a:off x="6236556" y="1351846"/>
              <a:ext cx="3256159" cy="562183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</a:rPr>
                <a:t>🗄️</a:t>
              </a:r>
              <a:r>
                <a:rPr lang="en-GB" sz="2400" dirty="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rPr>
                <a:t> Vaults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D0DB336-F3A5-C25A-9A8B-36B3E65FFE93}"/>
                </a:ext>
              </a:extLst>
            </p:cNvPr>
            <p:cNvSpPr/>
            <p:nvPr/>
          </p:nvSpPr>
          <p:spPr>
            <a:xfrm>
              <a:off x="6139542" y="968452"/>
              <a:ext cx="3418797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04A60D8A-6934-6A23-8E99-7567A27EE0F0}"/>
              </a:ext>
            </a:extLst>
          </p:cNvPr>
          <p:cNvSpPr/>
          <p:nvPr/>
        </p:nvSpPr>
        <p:spPr>
          <a:xfrm>
            <a:off x="697614" y="3192036"/>
            <a:ext cx="3256158" cy="1388904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6A81C3E-F398-B538-0DF2-4A987916F755}"/>
              </a:ext>
            </a:extLst>
          </p:cNvPr>
          <p:cNvSpPr/>
          <p:nvPr/>
        </p:nvSpPr>
        <p:spPr>
          <a:xfrm>
            <a:off x="759980" y="3947511"/>
            <a:ext cx="311195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Wallet: App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9A03300-5CC9-41D9-28CC-A5FB8A42BF36}"/>
              </a:ext>
            </a:extLst>
          </p:cNvPr>
          <p:cNvSpPr/>
          <p:nvPr/>
        </p:nvSpPr>
        <p:spPr>
          <a:xfrm>
            <a:off x="3100689" y="3279920"/>
            <a:ext cx="766998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📣</a:t>
            </a:r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F5D294D-199F-6C50-DBB2-AD540480AC93}"/>
              </a:ext>
            </a:extLst>
          </p:cNvPr>
          <p:cNvSpPr/>
          <p:nvPr/>
        </p:nvSpPr>
        <p:spPr>
          <a:xfrm>
            <a:off x="759980" y="3279920"/>
            <a:ext cx="2171182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Broker</a:t>
            </a:r>
          </a:p>
        </p:txBody>
      </p:sp>
      <p:cxnSp>
        <p:nvCxnSpPr>
          <p:cNvPr id="57" name="Straight Arrow Connector 12">
            <a:extLst>
              <a:ext uri="{FF2B5EF4-FFF2-40B4-BE49-F238E27FC236}">
                <a16:creationId xmlns:a16="http://schemas.microsoft.com/office/drawing/2014/main" id="{5DEF1810-598F-1C85-EAF0-411C6BEA9BFE}"/>
              </a:ext>
            </a:extLst>
          </p:cNvPr>
          <p:cNvCxnSpPr>
            <a:cxnSpLocks/>
          </p:cNvCxnSpPr>
          <p:nvPr/>
        </p:nvCxnSpPr>
        <p:spPr>
          <a:xfrm flipV="1">
            <a:off x="1523527" y="1749688"/>
            <a:ext cx="0" cy="1388904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12">
            <a:extLst>
              <a:ext uri="{FF2B5EF4-FFF2-40B4-BE49-F238E27FC236}">
                <a16:creationId xmlns:a16="http://schemas.microsoft.com/office/drawing/2014/main" id="{2E2D5807-473C-90B9-3DAA-C5B8C6174DF7}"/>
              </a:ext>
            </a:extLst>
          </p:cNvPr>
          <p:cNvCxnSpPr>
            <a:cxnSpLocks/>
            <a:stCxn id="52" idx="3"/>
            <a:endCxn id="10" idx="1"/>
          </p:cNvCxnSpPr>
          <p:nvPr/>
        </p:nvCxnSpPr>
        <p:spPr>
          <a:xfrm flipV="1">
            <a:off x="3953772" y="2318616"/>
            <a:ext cx="1445852" cy="156787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4" name="Straight Arrow Connector 12">
            <a:extLst>
              <a:ext uri="{FF2B5EF4-FFF2-40B4-BE49-F238E27FC236}">
                <a16:creationId xmlns:a16="http://schemas.microsoft.com/office/drawing/2014/main" id="{6A961E65-9D91-BEA0-1663-000B024BAA9E}"/>
              </a:ext>
            </a:extLst>
          </p:cNvPr>
          <p:cNvCxnSpPr>
            <a:cxnSpLocks/>
            <a:stCxn id="48" idx="3"/>
            <a:endCxn id="10" idx="1"/>
          </p:cNvCxnSpPr>
          <p:nvPr/>
        </p:nvCxnSpPr>
        <p:spPr>
          <a:xfrm>
            <a:off x="4019396" y="1242324"/>
            <a:ext cx="1380228" cy="107629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C924D478-6953-7A5E-899E-30EFA6116FB1}"/>
              </a:ext>
            </a:extLst>
          </p:cNvPr>
          <p:cNvSpPr/>
          <p:nvPr/>
        </p:nvSpPr>
        <p:spPr>
          <a:xfrm>
            <a:off x="8661635" y="1503585"/>
            <a:ext cx="2067543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3200" baseline="-9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🔃 </a:t>
            </a:r>
            <a:r>
              <a:rPr lang="en-GB"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Files</a:t>
            </a:r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4997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47364</TotalTime>
  <Words>33</Words>
  <Application>Microsoft Macintosh PowerPoint</Application>
  <PresentationFormat>Widescreen</PresentationFormat>
  <Paragraphs>17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Segoe UI</vt:lpstr>
      <vt:lpstr>Amazon Ember</vt:lpstr>
      <vt:lpstr>Wingdings</vt:lpstr>
      <vt:lpstr>Arial</vt:lpstr>
      <vt:lpstr>Amazon Ember Display</vt:lpstr>
      <vt:lpstr>AWS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153</cp:revision>
  <dcterms:created xsi:type="dcterms:W3CDTF">2022-10-07T16:14:37Z</dcterms:created>
  <dcterms:modified xsi:type="dcterms:W3CDTF">2025-10-13T19:18:46Z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2025-04-22T20:20:21Z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3b77fc7d-37e7-4074-a4ec-636ff3675645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