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75" r:id="rId3"/>
    <p:sldId id="277" r:id="rId4"/>
    <p:sldId id="281" r:id="rId5"/>
    <p:sldId id="282" r:id="rId6"/>
    <p:sldId id="280" r:id="rId7"/>
    <p:sldId id="279" r:id="rId8"/>
    <p:sldId id="257" r:id="rId9"/>
    <p:sldId id="283" r:id="rId10"/>
    <p:sldId id="259" r:id="rId11"/>
    <p:sldId id="262" r:id="rId12"/>
    <p:sldId id="278" r:id="rId13"/>
    <p:sldId id="272" r:id="rId14"/>
    <p:sldId id="267" r:id="rId15"/>
    <p:sldId id="266" r:id="rId16"/>
    <p:sldId id="260" r:id="rId17"/>
    <p:sldId id="274" r:id="rId18"/>
    <p:sldId id="269" r:id="rId19"/>
    <p:sldId id="265" r:id="rId20"/>
    <p:sldId id="261" r:id="rId21"/>
    <p:sldId id="273" r:id="rId22"/>
    <p:sldId id="276" r:id="rId23"/>
    <p:sldId id="271" r:id="rId24"/>
    <p:sldId id="263" r:id="rId25"/>
    <p:sldId id="270" r:id="rId26"/>
    <p:sldId id="26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t" id="{448AD132-469D-E340-8108-2A8DA53764F7}">
          <p14:sldIdLst>
            <p14:sldId id="264"/>
            <p14:sldId id="275"/>
            <p14:sldId id="277"/>
          </p14:sldIdLst>
        </p14:section>
        <p14:section name="DNS" id="{19023925-B325-EE46-8CF5-3871F8621E8C}">
          <p14:sldIdLst>
            <p14:sldId id="281"/>
          </p14:sldIdLst>
        </p14:section>
        <p14:section name="Sync API" id="{A56B234B-1080-2B40-9F5B-166E35018E43}">
          <p14:sldIdLst>
            <p14:sldId id="282"/>
            <p14:sldId id="280"/>
            <p14:sldId id="279"/>
          </p14:sldIdLst>
        </p14:section>
        <p14:section name="Async Msg" id="{CE14613C-3EF0-D94E-90A9-B631BB9A9FBF}">
          <p14:sldIdLst>
            <p14:sldId id="257"/>
            <p14:sldId id="283"/>
            <p14:sldId id="259"/>
          </p14:sldIdLst>
        </p14:section>
        <p14:section name="Authority" id="{C4EAB224-9E00-554C-88BC-EC2B120383BD}">
          <p14:sldIdLst>
            <p14:sldId id="262"/>
          </p14:sldIdLst>
        </p14:section>
        <p14:section name="Cache" id="{D09FBD9A-2818-5F40-8F27-FE2D82CCA455}">
          <p14:sldIdLst>
            <p14:sldId id="278"/>
          </p14:sldIdLst>
        </p14:section>
        <p14:section name="Collector" id="{35A7F2F9-8C86-8545-932E-B79E13E2D5ED}">
          <p14:sldIdLst>
            <p14:sldId id="272"/>
          </p14:sldIdLst>
        </p14:section>
        <p14:section name="Consumer" id="{8C0FE428-D31A-FB4B-89E3-306E7D229FD4}">
          <p14:sldIdLst>
            <p14:sldId id="267"/>
          </p14:sldIdLst>
        </p14:section>
        <p14:section name="Graph" id="{F3A5D316-B45F-044A-A416-89B5A5EFBE1A}">
          <p14:sldIdLst>
            <p14:sldId id="266"/>
          </p14:sldIdLst>
        </p14:section>
        <p14:section name="Host" id="{5229FAF4-3996-F040-96A4-DDCDD2666323}">
          <p14:sldIdLst>
            <p14:sldId id="260"/>
          </p14:sldIdLst>
        </p14:section>
        <p14:section name="Issuer" id="{5F141851-A1E7-BB42-A4F7-B3EDB264BAB8}">
          <p14:sldIdLst>
            <p14:sldId id="274"/>
          </p14:sldIdLst>
        </p14:section>
        <p14:section name="Landing Page" id="{343BE81B-BE40-6141-B651-193DB128FD15}">
          <p14:sldIdLst>
            <p14:sldId id="269"/>
          </p14:sldIdLst>
        </p14:section>
        <p14:section name="Listener" id="{50F94754-5479-964A-8AAF-FDAAC1712291}">
          <p14:sldIdLst>
            <p14:sldId id="265"/>
          </p14:sldIdLst>
        </p14:section>
        <p14:section name="Manifester" id="{3FCC5B8F-DA4F-B14F-9FB3-1BC5FA79CF6C}">
          <p14:sldIdLst>
            <p14:sldId id="261"/>
          </p14:sldIdLst>
        </p14:section>
        <p14:section name="Notifier" id="{DE8827E6-2FBC-AE4F-B1D1-C8A2E5E43570}">
          <p14:sldIdLst>
            <p14:sldId id="273"/>
            <p14:sldId id="276"/>
          </p14:sldIdLst>
        </p14:section>
        <p14:section name="Payer" id="{728BBE99-2A00-254E-92F2-BEDB6FD7DCB7}">
          <p14:sldIdLst>
            <p14:sldId id="271"/>
          </p14:sldIdLst>
        </p14:section>
        <p14:section name="Pub/Sub" id="{B4EB0581-87DF-3F45-9455-3C6675698B17}">
          <p14:sldIdLst>
            <p14:sldId id="263"/>
          </p14:sldIdLst>
        </p14:section>
        <p14:section name="Seller" id="{0B8BB84C-A9A8-C142-AFFE-5076A2D16623}">
          <p14:sldIdLst>
            <p14:sldId id="270"/>
          </p14:sldIdLst>
        </p14:section>
        <p14:section name="Vault" id="{D32024A7-2D86-994E-99D2-1A5F42ADF57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55"/>
    <p:restoredTop sz="96197"/>
  </p:normalViewPr>
  <p:slideViewPr>
    <p:cSldViewPr snapToGrid="0">
      <p:cViewPr varScale="1">
        <p:scale>
          <a:sx n="86" d="100"/>
          <a:sy n="86" d="100"/>
        </p:scale>
        <p:origin x="1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8A7D-B96D-96CC-D32F-006E0E321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A8B4A-F160-D6E4-D4A8-223958CE3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AC016-8CC2-0060-4B51-75E1CCAE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EC616-DA6B-FCCE-993B-5A31EAFD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3D64B-20A5-356A-3A5C-29C01490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32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C8CE-36DB-DFD5-D184-21057DC7F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9935-CA0A-E9B1-1FF5-912EB568B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8E5D4-1266-CB53-6727-E04203FD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9D795-3E4E-C0A4-3DF5-16BDD47D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FFB72-582B-9D76-2E17-C40ABF48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267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A98D2-C7C6-20B4-F6E8-97E0E64B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8BC82-E136-5887-CA5A-35F20ADB1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6ED4D-0B1F-9D4E-114B-116DC79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0C9E3-A844-76DB-D5A1-1E2E38CD3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8FBD0-B80D-C429-C140-70BC8A0B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03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EAB9-5204-8BC0-7E1A-0A2A06F9A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7E1C8-0C33-253E-830C-7711B88D5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846CC-6758-E965-0C6F-F4C341CD0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2D415-C688-F680-2999-96932B45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C0103-61BF-51D9-D949-833C8003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8C753-71C4-8950-E1CE-0E54649E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368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D4BE-7B85-6A21-A2A9-2C49F1E69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FEC22-6B03-C2AA-277B-C4409830F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020F1-253B-7400-6F94-B9C75A044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3219D-7389-2633-475F-4A51B07FB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212E32-6D01-F3F6-8A6F-974737901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B3214-ACB4-2417-84BC-A8FCEADF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86C9E-A91C-6F3A-E004-19B8A94A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5A40A-9EDC-DC2E-9F97-A9048620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253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16CA-3A5A-830E-353F-F56DD56E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10FE2-5F89-E74A-E445-6C7EE7BE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7168B-1A82-57FF-26B6-1CBFEA34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253AA-EA52-8127-B1A2-7EF44F317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581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FE044-619B-1D03-B077-1553B3E5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85562C-47C7-7C1C-84C5-7243C168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6F81E-38E5-5060-D6C8-D9FF01AF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24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E8D8-9230-B6DB-1CAD-46FE6FE2F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54DBE-EF93-6E50-D1E6-1864F1E77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45105-3471-7C7D-75B4-A743C0003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2C18F-B183-FD7C-3705-A84F3C5B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0FF02-3AD5-977A-DB18-94D455C5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F5CC2-6812-F097-21D2-F93ADFAE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1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2C0C-6A25-A2AD-F7A3-DE434DFF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4CB9A-FED2-C23C-58BD-980E1A1F5D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2FE23-0304-2A99-7EA2-3A8B6D124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ECCEC-A291-5821-BC6F-82B22E8CD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23558-39CC-345A-EC15-89C700D5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25816-0B18-0848-AED0-47B06AA41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89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30F6-B2A2-D6B9-315B-D4ACEB13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30D46-DC20-9EDC-E3D0-C69C72A3F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DEEC9-B7DB-DA9D-7399-139D5645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E5614-62D7-58AC-57B4-05633B96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B89AC-9DEC-7915-F824-FB0D1D15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02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861DC-7496-8E2B-9909-E3DD6E78B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78206-786D-DC31-4F40-94A6280B7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1CE87-60F3-823A-9A03-A303F9004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2602F-D810-C9CB-3388-FF7F145F2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770D0-1CAA-DC13-D31E-D0264897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316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26552-743A-401B-5FFA-DE48A3AE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FA229-3CB7-6A25-00AB-E440B36DA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69B8D-BEB5-2D8F-0417-3FBBF6E36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DE904-59D0-2B4D-8122-C70FCA45A620}" type="datetimeFigureOut">
              <a:rPr lang="en-GB" smtClean="0"/>
              <a:t>01/07/2023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DE666-5F88-A0A4-878C-CC75E9FE8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52A8A-26CA-EDF5-80B2-890A11561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41C01-A895-9149-8E30-F6BE34D4D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34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sv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.png"/><Relationship Id="rId3" Type="http://schemas.openxmlformats.org/officeDocument/2006/relationships/image" Target="../media/image12.svg"/><Relationship Id="rId7" Type="http://schemas.openxmlformats.org/officeDocument/2006/relationships/image" Target="../media/image5.png"/><Relationship Id="rId12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7.sv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1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6.png"/><Relationship Id="rId3" Type="http://schemas.openxmlformats.org/officeDocument/2006/relationships/image" Target="../media/image12.svg"/><Relationship Id="rId7" Type="http://schemas.openxmlformats.org/officeDocument/2006/relationships/image" Target="../media/image19.png"/><Relationship Id="rId12" Type="http://schemas.openxmlformats.org/officeDocument/2006/relationships/image" Target="../media/image13.png"/><Relationship Id="rId17" Type="http://schemas.openxmlformats.org/officeDocument/2006/relationships/image" Target="../media/image15.png"/><Relationship Id="rId2" Type="http://schemas.openxmlformats.org/officeDocument/2006/relationships/image" Target="../media/image11.png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24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svg"/><Relationship Id="rId1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9.png"/><Relationship Id="rId3" Type="http://schemas.openxmlformats.org/officeDocument/2006/relationships/image" Target="../media/image31.svg"/><Relationship Id="rId7" Type="http://schemas.openxmlformats.org/officeDocument/2006/relationships/image" Target="../media/image24.png"/><Relationship Id="rId12" Type="http://schemas.openxmlformats.org/officeDocument/2006/relationships/image" Target="../media/image38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11" Type="http://schemas.openxmlformats.org/officeDocument/2006/relationships/image" Target="../media/image37.png"/><Relationship Id="rId5" Type="http://schemas.openxmlformats.org/officeDocument/2006/relationships/image" Target="../media/image33.png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42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4.png"/><Relationship Id="rId7" Type="http://schemas.openxmlformats.org/officeDocument/2006/relationships/image" Target="../media/image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2.sv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4.png"/><Relationship Id="rId7" Type="http://schemas.openxmlformats.org/officeDocument/2006/relationships/image" Target="../media/image29.svg"/><Relationship Id="rId12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.png"/><Relationship Id="rId5" Type="http://schemas.openxmlformats.org/officeDocument/2006/relationships/image" Target="../media/image27.sv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5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19.png"/><Relationship Id="rId4" Type="http://schemas.openxmlformats.org/officeDocument/2006/relationships/image" Target="../media/image12.svg"/><Relationship Id="rId9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A6FFD7-2F91-22F7-1169-A43F3DEF68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243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D37F12-D480-2CE6-8022-74D1A8DBF823}"/>
              </a:ext>
            </a:extLst>
          </p:cNvPr>
          <p:cNvSpPr/>
          <p:nvPr/>
        </p:nvSpPr>
        <p:spPr>
          <a:xfrm>
            <a:off x="5060029" y="1736863"/>
            <a:ext cx="1351658" cy="39673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🏛️ Authority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393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080903-A2BB-BF64-5ABC-306ACA31E874}"/>
              </a:ext>
            </a:extLst>
          </p:cNvPr>
          <p:cNvSpPr/>
          <p:nvPr/>
        </p:nvSpPr>
        <p:spPr>
          <a:xfrm>
            <a:off x="1443532" y="1967150"/>
            <a:ext cx="481263" cy="465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CHECK-IN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6ECA82-AA17-8E1F-F14A-0D9DDA463D2B}"/>
              </a:ext>
            </a:extLst>
          </p:cNvPr>
          <p:cNvSpPr/>
          <p:nvPr/>
        </p:nvSpPr>
        <p:spPr>
          <a:xfrm>
            <a:off x="2221833" y="1503943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WELCOME POP-UP SHOWED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3A697F-F2B6-57D2-95BB-C7EFE7C109C1}"/>
              </a:ext>
            </a:extLst>
          </p:cNvPr>
          <p:cNvSpPr/>
          <p:nvPr/>
        </p:nvSpPr>
        <p:spPr>
          <a:xfrm>
            <a:off x="2286002" y="2474473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QUERY SENT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B126B1-57F5-99E9-A78D-1098F363CCCF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1924795" y="1736554"/>
            <a:ext cx="297038" cy="4632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5">
            <a:extLst>
              <a:ext uri="{FF2B5EF4-FFF2-40B4-BE49-F238E27FC236}">
                <a16:creationId xmlns:a16="http://schemas.microsoft.com/office/drawing/2014/main" id="{AB5A9408-99FC-3D90-853D-3874E6433160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1924795" y="2199761"/>
            <a:ext cx="361207" cy="50732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37B6239-7E96-E700-7827-BAD14C860BC7}"/>
              </a:ext>
            </a:extLst>
          </p:cNvPr>
          <p:cNvSpPr/>
          <p:nvPr/>
        </p:nvSpPr>
        <p:spPr>
          <a:xfrm>
            <a:off x="2943730" y="1159037"/>
            <a:ext cx="481263" cy="465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CLICK LANDING PAGE</a:t>
            </a:r>
          </a:p>
        </p:txBody>
      </p:sp>
      <p:cxnSp>
        <p:nvCxnSpPr>
          <p:cNvPr id="14" name="Straight Arrow Connector 5">
            <a:extLst>
              <a:ext uri="{FF2B5EF4-FFF2-40B4-BE49-F238E27FC236}">
                <a16:creationId xmlns:a16="http://schemas.microsoft.com/office/drawing/2014/main" id="{B22C24DC-A243-1B11-6BB1-1E942CDC02F2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2703096" y="1391648"/>
            <a:ext cx="240634" cy="3449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D2029ED-93F0-FBB8-76AE-3EF15C0B13FC}"/>
              </a:ext>
            </a:extLst>
          </p:cNvPr>
          <p:cNvSpPr/>
          <p:nvPr/>
        </p:nvSpPr>
        <p:spPr>
          <a:xfrm>
            <a:off x="3858145" y="2546681"/>
            <a:ext cx="481263" cy="465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SHARE BINDS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9B97C4-9C09-BC70-A9B4-62B2FF636874}"/>
              </a:ext>
            </a:extLst>
          </p:cNvPr>
          <p:cNvSpPr/>
          <p:nvPr/>
        </p:nvSpPr>
        <p:spPr>
          <a:xfrm>
            <a:off x="2943727" y="1736554"/>
            <a:ext cx="481263" cy="465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CLOSE</a:t>
            </a:r>
          </a:p>
          <a:p>
            <a:pPr algn="ctr"/>
            <a:r>
              <a:rPr lang="en-GB" sz="700" dirty="0"/>
              <a:t>WELCOME</a:t>
            </a:r>
          </a:p>
        </p:txBody>
      </p:sp>
      <p:cxnSp>
        <p:nvCxnSpPr>
          <p:cNvPr id="20" name="Straight Arrow Connector 5">
            <a:extLst>
              <a:ext uri="{FF2B5EF4-FFF2-40B4-BE49-F238E27FC236}">
                <a16:creationId xmlns:a16="http://schemas.microsoft.com/office/drawing/2014/main" id="{0A9B17BD-B941-CE7C-0414-5364CB9488AE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>
            <a:off x="2703096" y="1736554"/>
            <a:ext cx="240631" cy="2326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B70026D-C5E6-1B0F-2485-AECE45657BF9}"/>
              </a:ext>
            </a:extLst>
          </p:cNvPr>
          <p:cNvSpPr/>
          <p:nvPr/>
        </p:nvSpPr>
        <p:spPr>
          <a:xfrm>
            <a:off x="3713759" y="1159036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BROWSER OPENED</a:t>
            </a:r>
          </a:p>
        </p:txBody>
      </p:sp>
      <p:cxnSp>
        <p:nvCxnSpPr>
          <p:cNvPr id="24" name="Straight Arrow Connector 5">
            <a:extLst>
              <a:ext uri="{FF2B5EF4-FFF2-40B4-BE49-F238E27FC236}">
                <a16:creationId xmlns:a16="http://schemas.microsoft.com/office/drawing/2014/main" id="{D6D3EC95-E284-AD42-25A8-CD43D03FBC46}"/>
              </a:ext>
            </a:extLst>
          </p:cNvPr>
          <p:cNvCxnSpPr>
            <a:cxnSpLocks/>
            <a:stCxn id="42" idx="3"/>
            <a:endCxn id="17" idx="1"/>
          </p:cNvCxnSpPr>
          <p:nvPr/>
        </p:nvCxnSpPr>
        <p:spPr>
          <a:xfrm>
            <a:off x="3633540" y="2779292"/>
            <a:ext cx="224605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5">
            <a:extLst>
              <a:ext uri="{FF2B5EF4-FFF2-40B4-BE49-F238E27FC236}">
                <a16:creationId xmlns:a16="http://schemas.microsoft.com/office/drawing/2014/main" id="{EB8B197D-0C9F-64E5-FE27-CD9751F87F7D}"/>
              </a:ext>
            </a:extLst>
          </p:cNvPr>
          <p:cNvCxnSpPr>
            <a:cxnSpLocks/>
            <a:stCxn id="12" idx="3"/>
            <a:endCxn id="23" idx="1"/>
          </p:cNvCxnSpPr>
          <p:nvPr/>
        </p:nvCxnSpPr>
        <p:spPr>
          <a:xfrm flipV="1">
            <a:off x="3424993" y="1391647"/>
            <a:ext cx="288766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324423F-74B8-3428-E81B-1CFF60DAB5CE}"/>
              </a:ext>
            </a:extLst>
          </p:cNvPr>
          <p:cNvSpPr/>
          <p:nvPr/>
        </p:nvSpPr>
        <p:spPr>
          <a:xfrm>
            <a:off x="3713759" y="1756599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RETURNED TO WELCOME</a:t>
            </a:r>
          </a:p>
        </p:txBody>
      </p:sp>
      <p:cxnSp>
        <p:nvCxnSpPr>
          <p:cNvPr id="32" name="Straight Arrow Connector 5">
            <a:extLst>
              <a:ext uri="{FF2B5EF4-FFF2-40B4-BE49-F238E27FC236}">
                <a16:creationId xmlns:a16="http://schemas.microsoft.com/office/drawing/2014/main" id="{8DBBF656-6F9B-51C6-251C-6DB8BA79EF68}"/>
              </a:ext>
            </a:extLst>
          </p:cNvPr>
          <p:cNvCxnSpPr>
            <a:cxnSpLocks/>
            <a:stCxn id="23" idx="3"/>
            <a:endCxn id="34" idx="1"/>
          </p:cNvCxnSpPr>
          <p:nvPr/>
        </p:nvCxnSpPr>
        <p:spPr>
          <a:xfrm>
            <a:off x="4195022" y="1391647"/>
            <a:ext cx="352918" cy="1524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B8CA845-C4A1-9B07-D616-AF17D6F52D70}"/>
              </a:ext>
            </a:extLst>
          </p:cNvPr>
          <p:cNvSpPr/>
          <p:nvPr/>
        </p:nvSpPr>
        <p:spPr>
          <a:xfrm>
            <a:off x="4547940" y="1311436"/>
            <a:ext cx="481263" cy="465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CLOSE BROWSER</a:t>
            </a:r>
          </a:p>
        </p:txBody>
      </p:sp>
      <p:cxnSp>
        <p:nvCxnSpPr>
          <p:cNvPr id="36" name="Straight Arrow Connector 5">
            <a:extLst>
              <a:ext uri="{FF2B5EF4-FFF2-40B4-BE49-F238E27FC236}">
                <a16:creationId xmlns:a16="http://schemas.microsoft.com/office/drawing/2014/main" id="{C9767274-96CD-02DE-D707-173E9B073106}"/>
              </a:ext>
            </a:extLst>
          </p:cNvPr>
          <p:cNvCxnSpPr>
            <a:cxnSpLocks/>
            <a:stCxn id="34" idx="2"/>
            <a:endCxn id="31" idx="3"/>
          </p:cNvCxnSpPr>
          <p:nvPr/>
        </p:nvCxnSpPr>
        <p:spPr>
          <a:xfrm rot="5400000">
            <a:off x="4385521" y="1586158"/>
            <a:ext cx="212553" cy="59355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5">
            <a:extLst>
              <a:ext uri="{FF2B5EF4-FFF2-40B4-BE49-F238E27FC236}">
                <a16:creationId xmlns:a16="http://schemas.microsoft.com/office/drawing/2014/main" id="{63FD5834-B42F-CEF8-83C5-C2C20B4CE950}"/>
              </a:ext>
            </a:extLst>
          </p:cNvPr>
          <p:cNvCxnSpPr>
            <a:cxnSpLocks/>
            <a:stCxn id="31" idx="1"/>
            <a:endCxn id="19" idx="3"/>
          </p:cNvCxnSpPr>
          <p:nvPr/>
        </p:nvCxnSpPr>
        <p:spPr>
          <a:xfrm rot="10800000">
            <a:off x="3424991" y="1969166"/>
            <a:ext cx="288769" cy="200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AF9C561-1E02-303D-4577-5CC1D6CFCAAA}"/>
              </a:ext>
            </a:extLst>
          </p:cNvPr>
          <p:cNvSpPr/>
          <p:nvPr/>
        </p:nvSpPr>
        <p:spPr>
          <a:xfrm>
            <a:off x="3152277" y="2546681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QUERY DISPLAYED</a:t>
            </a:r>
          </a:p>
        </p:txBody>
      </p:sp>
      <p:cxnSp>
        <p:nvCxnSpPr>
          <p:cNvPr id="45" name="Straight Arrow Connector 5">
            <a:extLst>
              <a:ext uri="{FF2B5EF4-FFF2-40B4-BE49-F238E27FC236}">
                <a16:creationId xmlns:a16="http://schemas.microsoft.com/office/drawing/2014/main" id="{53F326CB-0A69-F2E2-F397-62E9A37B8FA8}"/>
              </a:ext>
            </a:extLst>
          </p:cNvPr>
          <p:cNvCxnSpPr>
            <a:cxnSpLocks/>
            <a:stCxn id="4" idx="3"/>
            <a:endCxn id="42" idx="1"/>
          </p:cNvCxnSpPr>
          <p:nvPr/>
        </p:nvCxnSpPr>
        <p:spPr>
          <a:xfrm>
            <a:off x="2767265" y="2707084"/>
            <a:ext cx="385012" cy="722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5">
            <a:extLst>
              <a:ext uri="{FF2B5EF4-FFF2-40B4-BE49-F238E27FC236}">
                <a16:creationId xmlns:a16="http://schemas.microsoft.com/office/drawing/2014/main" id="{145C0C2D-72FB-9118-D93B-3762510069F8}"/>
              </a:ext>
            </a:extLst>
          </p:cNvPr>
          <p:cNvCxnSpPr>
            <a:cxnSpLocks/>
            <a:stCxn id="19" idx="2"/>
            <a:endCxn id="42" idx="0"/>
          </p:cNvCxnSpPr>
          <p:nvPr/>
        </p:nvCxnSpPr>
        <p:spPr>
          <a:xfrm rot="16200000" flipH="1">
            <a:off x="3116181" y="2269953"/>
            <a:ext cx="344906" cy="2085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D18F3B94-D174-E5CA-04B1-F4529658D32D}"/>
              </a:ext>
            </a:extLst>
          </p:cNvPr>
          <p:cNvSpPr/>
          <p:nvPr/>
        </p:nvSpPr>
        <p:spPr>
          <a:xfrm>
            <a:off x="4604125" y="2791992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PERSONALIZED POP-UP</a:t>
            </a:r>
          </a:p>
        </p:txBody>
      </p:sp>
      <p:cxnSp>
        <p:nvCxnSpPr>
          <p:cNvPr id="63" name="Straight Arrow Connector 5">
            <a:extLst>
              <a:ext uri="{FF2B5EF4-FFF2-40B4-BE49-F238E27FC236}">
                <a16:creationId xmlns:a16="http://schemas.microsoft.com/office/drawing/2014/main" id="{1B4EAE8B-DFC2-0316-D711-8E5FBF1C5112}"/>
              </a:ext>
            </a:extLst>
          </p:cNvPr>
          <p:cNvCxnSpPr>
            <a:cxnSpLocks/>
            <a:stCxn id="17" idx="3"/>
            <a:endCxn id="62" idx="1"/>
          </p:cNvCxnSpPr>
          <p:nvPr/>
        </p:nvCxnSpPr>
        <p:spPr>
          <a:xfrm>
            <a:off x="4339408" y="2779292"/>
            <a:ext cx="264717" cy="2453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978B863C-C540-B95B-A701-33CDEFB26956}"/>
              </a:ext>
            </a:extLst>
          </p:cNvPr>
          <p:cNvSpPr/>
          <p:nvPr/>
        </p:nvSpPr>
        <p:spPr>
          <a:xfrm>
            <a:off x="5294035" y="3024602"/>
            <a:ext cx="481263" cy="465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CLICK LANDING PAGE</a:t>
            </a:r>
          </a:p>
        </p:txBody>
      </p:sp>
      <p:cxnSp>
        <p:nvCxnSpPr>
          <p:cNvPr id="70" name="Straight Arrow Connector 5">
            <a:extLst>
              <a:ext uri="{FF2B5EF4-FFF2-40B4-BE49-F238E27FC236}">
                <a16:creationId xmlns:a16="http://schemas.microsoft.com/office/drawing/2014/main" id="{C2F38B8A-D99B-348B-0DF6-0C7447296230}"/>
              </a:ext>
            </a:extLst>
          </p:cNvPr>
          <p:cNvCxnSpPr>
            <a:cxnSpLocks/>
            <a:stCxn id="62" idx="3"/>
            <a:endCxn id="69" idx="1"/>
          </p:cNvCxnSpPr>
          <p:nvPr/>
        </p:nvCxnSpPr>
        <p:spPr>
          <a:xfrm>
            <a:off x="5085388" y="3024603"/>
            <a:ext cx="208647" cy="2326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8F8728C-BA13-952A-6D07-B09F9F5B5D2C}"/>
              </a:ext>
            </a:extLst>
          </p:cNvPr>
          <p:cNvSpPr/>
          <p:nvPr/>
        </p:nvSpPr>
        <p:spPr>
          <a:xfrm>
            <a:off x="4604125" y="2141616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GRANT RECEIVED</a:t>
            </a:r>
          </a:p>
        </p:txBody>
      </p:sp>
      <p:cxnSp>
        <p:nvCxnSpPr>
          <p:cNvPr id="74" name="Straight Arrow Connector 5">
            <a:extLst>
              <a:ext uri="{FF2B5EF4-FFF2-40B4-BE49-F238E27FC236}">
                <a16:creationId xmlns:a16="http://schemas.microsoft.com/office/drawing/2014/main" id="{CE00E5AB-5EA1-B2D7-A046-1D9DD6E38EB0}"/>
              </a:ext>
            </a:extLst>
          </p:cNvPr>
          <p:cNvCxnSpPr>
            <a:cxnSpLocks/>
            <a:stCxn id="17" idx="3"/>
            <a:endCxn id="73" idx="1"/>
          </p:cNvCxnSpPr>
          <p:nvPr/>
        </p:nvCxnSpPr>
        <p:spPr>
          <a:xfrm flipV="1">
            <a:off x="4339408" y="2374227"/>
            <a:ext cx="264717" cy="4050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00D58E25-1DFF-588D-3F15-D5444F440C3A}"/>
              </a:ext>
            </a:extLst>
          </p:cNvPr>
          <p:cNvSpPr/>
          <p:nvPr/>
        </p:nvSpPr>
        <p:spPr>
          <a:xfrm>
            <a:off x="5309992" y="1919352"/>
            <a:ext cx="481263" cy="465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CONTACT VAULTS</a:t>
            </a:r>
          </a:p>
        </p:txBody>
      </p:sp>
      <p:cxnSp>
        <p:nvCxnSpPr>
          <p:cNvPr id="78" name="Straight Arrow Connector 5">
            <a:extLst>
              <a:ext uri="{FF2B5EF4-FFF2-40B4-BE49-F238E27FC236}">
                <a16:creationId xmlns:a16="http://schemas.microsoft.com/office/drawing/2014/main" id="{1F3473E3-349D-973B-F5E5-2E32357E99B4}"/>
              </a:ext>
            </a:extLst>
          </p:cNvPr>
          <p:cNvCxnSpPr>
            <a:cxnSpLocks/>
            <a:stCxn id="73" idx="3"/>
            <a:endCxn id="77" idx="1"/>
          </p:cNvCxnSpPr>
          <p:nvPr/>
        </p:nvCxnSpPr>
        <p:spPr>
          <a:xfrm flipV="1">
            <a:off x="5085388" y="2151963"/>
            <a:ext cx="224604" cy="22226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5">
            <a:extLst>
              <a:ext uri="{FF2B5EF4-FFF2-40B4-BE49-F238E27FC236}">
                <a16:creationId xmlns:a16="http://schemas.microsoft.com/office/drawing/2014/main" id="{67F6D144-0635-AF5E-97EF-557F09F02A0E}"/>
              </a:ext>
            </a:extLst>
          </p:cNvPr>
          <p:cNvCxnSpPr>
            <a:cxnSpLocks/>
            <a:stCxn id="77" idx="3"/>
            <a:endCxn id="88" idx="1"/>
          </p:cNvCxnSpPr>
          <p:nvPr/>
        </p:nvCxnSpPr>
        <p:spPr>
          <a:xfrm flipV="1">
            <a:off x="5791255" y="2135916"/>
            <a:ext cx="232716" cy="160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4A1FECF0-0FD9-6BE0-177E-ABD03A65516B}"/>
              </a:ext>
            </a:extLst>
          </p:cNvPr>
          <p:cNvSpPr/>
          <p:nvPr/>
        </p:nvSpPr>
        <p:spPr>
          <a:xfrm>
            <a:off x="6176072" y="3024602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BROWSER OPENED</a:t>
            </a:r>
          </a:p>
        </p:txBody>
      </p:sp>
      <p:cxnSp>
        <p:nvCxnSpPr>
          <p:cNvPr id="85" name="Straight Arrow Connector 5">
            <a:extLst>
              <a:ext uri="{FF2B5EF4-FFF2-40B4-BE49-F238E27FC236}">
                <a16:creationId xmlns:a16="http://schemas.microsoft.com/office/drawing/2014/main" id="{F83309A2-EB5D-C07D-581E-2F5D9A5AB253}"/>
              </a:ext>
            </a:extLst>
          </p:cNvPr>
          <p:cNvCxnSpPr>
            <a:cxnSpLocks/>
            <a:stCxn id="69" idx="3"/>
            <a:endCxn id="84" idx="1"/>
          </p:cNvCxnSpPr>
          <p:nvPr/>
        </p:nvCxnSpPr>
        <p:spPr>
          <a:xfrm>
            <a:off x="5775298" y="3257213"/>
            <a:ext cx="400774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AE322EEB-4A73-DD08-EC48-8E2F6EF489EC}"/>
              </a:ext>
            </a:extLst>
          </p:cNvPr>
          <p:cNvSpPr/>
          <p:nvPr/>
        </p:nvSpPr>
        <p:spPr>
          <a:xfrm>
            <a:off x="6023971" y="1903305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INFO RECEIVED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072C58E-AA5A-893D-10E6-FFB544DF289C}"/>
              </a:ext>
            </a:extLst>
          </p:cNvPr>
          <p:cNvSpPr/>
          <p:nvPr/>
        </p:nvSpPr>
        <p:spPr>
          <a:xfrm>
            <a:off x="6905988" y="3037302"/>
            <a:ext cx="481263" cy="465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PAGE UPDATED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8862917-F114-65CD-C6D4-72967189726B}"/>
              </a:ext>
            </a:extLst>
          </p:cNvPr>
          <p:cNvSpPr/>
          <p:nvPr/>
        </p:nvSpPr>
        <p:spPr>
          <a:xfrm>
            <a:off x="6778106" y="1899290"/>
            <a:ext cx="481263" cy="465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700" dirty="0"/>
              <a:t>UPDATE PERSONALIZATION</a:t>
            </a:r>
          </a:p>
        </p:txBody>
      </p:sp>
      <p:cxnSp>
        <p:nvCxnSpPr>
          <p:cNvPr id="94" name="Straight Arrow Connector 5">
            <a:extLst>
              <a:ext uri="{FF2B5EF4-FFF2-40B4-BE49-F238E27FC236}">
                <a16:creationId xmlns:a16="http://schemas.microsoft.com/office/drawing/2014/main" id="{84835BD4-B902-7582-8848-59E79A27EB59}"/>
              </a:ext>
            </a:extLst>
          </p:cNvPr>
          <p:cNvCxnSpPr>
            <a:cxnSpLocks/>
            <a:stCxn id="88" idx="3"/>
            <a:endCxn id="93" idx="1"/>
          </p:cNvCxnSpPr>
          <p:nvPr/>
        </p:nvCxnSpPr>
        <p:spPr>
          <a:xfrm flipV="1">
            <a:off x="6505234" y="2131901"/>
            <a:ext cx="272872" cy="401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5">
            <a:extLst>
              <a:ext uri="{FF2B5EF4-FFF2-40B4-BE49-F238E27FC236}">
                <a16:creationId xmlns:a16="http://schemas.microsoft.com/office/drawing/2014/main" id="{2EC7FD9D-6459-8615-50D3-58CF14DC9CF9}"/>
              </a:ext>
            </a:extLst>
          </p:cNvPr>
          <p:cNvCxnSpPr>
            <a:cxnSpLocks/>
            <a:stCxn id="93" idx="2"/>
            <a:endCxn id="92" idx="0"/>
          </p:cNvCxnSpPr>
          <p:nvPr/>
        </p:nvCxnSpPr>
        <p:spPr>
          <a:xfrm rot="16200000" flipH="1">
            <a:off x="6746284" y="2636965"/>
            <a:ext cx="672791" cy="1278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5">
            <a:extLst>
              <a:ext uri="{FF2B5EF4-FFF2-40B4-BE49-F238E27FC236}">
                <a16:creationId xmlns:a16="http://schemas.microsoft.com/office/drawing/2014/main" id="{0B0AD705-735B-5D62-EE6C-8DBC0126AEF0}"/>
              </a:ext>
            </a:extLst>
          </p:cNvPr>
          <p:cNvCxnSpPr>
            <a:cxnSpLocks/>
            <a:stCxn id="84" idx="3"/>
            <a:endCxn id="92" idx="1"/>
          </p:cNvCxnSpPr>
          <p:nvPr/>
        </p:nvCxnSpPr>
        <p:spPr>
          <a:xfrm>
            <a:off x="6657335" y="3257213"/>
            <a:ext cx="24865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96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4">
            <a:extLst>
              <a:ext uri="{FF2B5EF4-FFF2-40B4-BE49-F238E27FC236}">
                <a16:creationId xmlns:a16="http://schemas.microsoft.com/office/drawing/2014/main" id="{A8DFFDB3-C5A0-D24B-952B-416C13823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DomainDns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61E2D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9" name="Graphic 43">
            <a:extLst>
              <a:ext uri="{FF2B5EF4-FFF2-40B4-BE49-F238E27FC236}">
                <a16:creationId xmlns:a16="http://schemas.microsoft.com/office/drawing/2014/main" id="{0213B567-9DE3-6E8C-200E-964832B47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673" y="269856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TextBox 18">
            <a:extLst>
              <a:ext uri="{FF2B5EF4-FFF2-40B4-BE49-F238E27FC236}">
                <a16:creationId xmlns:a16="http://schemas.microsoft.com/office/drawing/2014/main" id="{CE8E71AB-935D-42E8-133B-C37820460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2898" y="3143083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Parent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domain</a:t>
            </a:r>
          </a:p>
        </p:txBody>
      </p:sp>
      <p:pic>
        <p:nvPicPr>
          <p:cNvPr id="90" name="Graphic 21">
            <a:extLst>
              <a:ext uri="{FF2B5EF4-FFF2-40B4-BE49-F238E27FC236}">
                <a16:creationId xmlns:a16="http://schemas.microsoft.com/office/drawing/2014/main" id="{CBC69A96-2BD1-8A85-7E0D-C8F811F07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486" y="174270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TextBox 12">
            <a:extLst>
              <a:ext uri="{FF2B5EF4-FFF2-40B4-BE49-F238E27FC236}">
                <a16:creationId xmlns:a16="http://schemas.microsoft.com/office/drawing/2014/main" id="{A17E2311-8C40-7639-660C-C62844F8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2344" y="2197666"/>
            <a:ext cx="14154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Amazon Route 53</a:t>
            </a:r>
            <a:br>
              <a:rPr lang="en-US" altLang="en-US" dirty="0"/>
            </a:br>
            <a:r>
              <a:rPr lang="en-US" altLang="en-US" i="1" dirty="0"/>
              <a:t>DNS Records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3173D8-3297-995C-9799-1025F73E1B9E}"/>
              </a:ext>
            </a:extLst>
          </p:cNvPr>
          <p:cNvCxnSpPr>
            <a:cxnSpLocks/>
            <a:stCxn id="49" idx="0"/>
            <a:endCxn id="90" idx="3"/>
          </p:cNvCxnSpPr>
          <p:nvPr/>
        </p:nvCxnSpPr>
        <p:spPr>
          <a:xfrm rot="16200000" flipV="1">
            <a:off x="8029025" y="1230966"/>
            <a:ext cx="727261" cy="2207937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17">
            <a:extLst>
              <a:ext uri="{FF2B5EF4-FFF2-40B4-BE49-F238E27FC236}">
                <a16:creationId xmlns:a16="http://schemas.microsoft.com/office/drawing/2014/main" id="{10F7AC54-C452-C939-52CE-A87C2EB1C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8425" y="1709694"/>
            <a:ext cx="181526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register namespaces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478A78-DF05-063D-FF69-6609EB483BB2}"/>
              </a:ext>
            </a:extLst>
          </p:cNvPr>
          <p:cNvSpPr/>
          <p:nvPr/>
        </p:nvSpPr>
        <p:spPr>
          <a:xfrm>
            <a:off x="3931920" y="1109382"/>
            <a:ext cx="3897629" cy="511996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F77656-2B37-4596-EC12-6689988FD087}"/>
              </a:ext>
            </a:extLst>
          </p:cNvPr>
          <p:cNvCxnSpPr>
            <a:cxnSpLocks/>
          </p:cNvCxnSpPr>
          <p:nvPr/>
        </p:nvCxnSpPr>
        <p:spPr>
          <a:xfrm flipH="1">
            <a:off x="3718453" y="7378565"/>
            <a:ext cx="1" cy="33092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F67568A-2916-1E9A-ED26-DD20EA6DD84E}"/>
              </a:ext>
            </a:extLst>
          </p:cNvPr>
          <p:cNvSpPr/>
          <p:nvPr/>
        </p:nvSpPr>
        <p:spPr>
          <a:xfrm>
            <a:off x="4903470" y="1252581"/>
            <a:ext cx="2783491" cy="483960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PT" sz="1200" dirty="0"/>
              <a:t>📍</a:t>
            </a:r>
            <a:r>
              <a:rPr lang="en-GB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</a:p>
        </p:txBody>
      </p:sp>
      <p:pic>
        <p:nvPicPr>
          <p:cNvPr id="12" name="Graphic 20">
            <a:extLst>
              <a:ext uri="{FF2B5EF4-FFF2-40B4-BE49-F238E27FC236}">
                <a16:creationId xmlns:a16="http://schemas.microsoft.com/office/drawing/2014/main" id="{5CAFE121-2B4C-53F2-2270-22B657FC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465" y="380199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6DDD69-CBF8-06A1-70E7-B48A9E89E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240" y="4253484"/>
            <a:ext cx="22796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ACM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Graphic 7">
            <a:extLst>
              <a:ext uri="{FF2B5EF4-FFF2-40B4-BE49-F238E27FC236}">
                <a16:creationId xmlns:a16="http://schemas.microsoft.com/office/drawing/2014/main" id="{32AE7596-BC30-E5CF-BF86-0BF358838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336" y="380199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9">
            <a:extLst>
              <a:ext uri="{FF2B5EF4-FFF2-40B4-BE49-F238E27FC236}">
                <a16:creationId xmlns:a16="http://schemas.microsoft.com/office/drawing/2014/main" id="{6E5AEE64-C27E-CC47-C521-99E53EAD5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8761" y="4259196"/>
            <a:ext cx="104644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KMS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key pair</a:t>
            </a:r>
          </a:p>
        </p:txBody>
      </p:sp>
      <p:cxnSp>
        <p:nvCxnSpPr>
          <p:cNvPr id="42" name="Straight Arrow Connector 10">
            <a:extLst>
              <a:ext uri="{FF2B5EF4-FFF2-40B4-BE49-F238E27FC236}">
                <a16:creationId xmlns:a16="http://schemas.microsoft.com/office/drawing/2014/main" id="{5DE07C3D-52F3-8877-59DA-DA4994969D4A}"/>
              </a:ext>
            </a:extLst>
          </p:cNvPr>
          <p:cNvCxnSpPr>
            <a:cxnSpLocks/>
            <a:stCxn id="13" idx="2"/>
            <a:endCxn id="12" idx="1"/>
          </p:cNvCxnSpPr>
          <p:nvPr/>
        </p:nvCxnSpPr>
        <p:spPr>
          <a:xfrm rot="5400000" flipH="1">
            <a:off x="6618877" y="4243184"/>
            <a:ext cx="653775" cy="228600"/>
          </a:xfrm>
          <a:prstGeom prst="bentConnector4">
            <a:avLst>
              <a:gd name="adj1" fmla="val -34966"/>
              <a:gd name="adj2" fmla="val 303610"/>
            </a:avLst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7">
            <a:extLst>
              <a:ext uri="{FF2B5EF4-FFF2-40B4-BE49-F238E27FC236}">
                <a16:creationId xmlns:a16="http://schemas.microsoft.com/office/drawing/2014/main" id="{E8304850-1703-80D3-18BC-E73ED37B8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159" y="5014250"/>
            <a:ext cx="181526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validate certificate</a:t>
            </a:r>
          </a:p>
        </p:txBody>
      </p:sp>
      <p:cxnSp>
        <p:nvCxnSpPr>
          <p:cNvPr id="67" name="Straight Arrow Connector 91">
            <a:extLst>
              <a:ext uri="{FF2B5EF4-FFF2-40B4-BE49-F238E27FC236}">
                <a16:creationId xmlns:a16="http://schemas.microsoft.com/office/drawing/2014/main" id="{DB9056F5-C688-75A5-A7E6-CD636C419957}"/>
              </a:ext>
            </a:extLst>
          </p:cNvPr>
          <p:cNvCxnSpPr>
            <a:cxnSpLocks/>
            <a:stCxn id="90" idx="1"/>
            <a:endCxn id="34" idx="0"/>
          </p:cNvCxnSpPr>
          <p:nvPr/>
        </p:nvCxnSpPr>
        <p:spPr>
          <a:xfrm rot="10800000" flipV="1">
            <a:off x="5506936" y="1971304"/>
            <a:ext cx="1324550" cy="1830692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59E0FF58-88B8-FB27-8084-108C7039D616}"/>
              </a:ext>
            </a:extLst>
          </p:cNvPr>
          <p:cNvSpPr/>
          <p:nvPr/>
        </p:nvSpPr>
        <p:spPr>
          <a:xfrm>
            <a:off x="7932684" y="1676475"/>
            <a:ext cx="233180" cy="24537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1200" dirty="0"/>
              <a:t>1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8689F29-7B9C-FD72-6732-290CD542FA47}"/>
              </a:ext>
            </a:extLst>
          </p:cNvPr>
          <p:cNvSpPr/>
          <p:nvPr/>
        </p:nvSpPr>
        <p:spPr>
          <a:xfrm>
            <a:off x="6112149" y="4992321"/>
            <a:ext cx="233180" cy="24537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1200" dirty="0"/>
              <a:t>2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157C741-C1DE-371A-BF98-6FC7547C04B0}"/>
              </a:ext>
            </a:extLst>
          </p:cNvPr>
          <p:cNvSpPr/>
          <p:nvPr/>
        </p:nvSpPr>
        <p:spPr>
          <a:xfrm>
            <a:off x="5586666" y="3485023"/>
            <a:ext cx="233180" cy="24537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1200" dirty="0"/>
              <a:t>A</a:t>
            </a:r>
          </a:p>
        </p:txBody>
      </p:sp>
      <p:sp>
        <p:nvSpPr>
          <p:cNvPr id="73" name="TextBox 17">
            <a:extLst>
              <a:ext uri="{FF2B5EF4-FFF2-40B4-BE49-F238E27FC236}">
                <a16:creationId xmlns:a16="http://schemas.microsoft.com/office/drawing/2014/main" id="{D3F447A1-FB22-CF07-3339-60AA59FE0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5220" y="3180271"/>
            <a:ext cx="107132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register DKIM</a:t>
            </a:r>
          </a:p>
        </p:txBody>
      </p:sp>
    </p:spTree>
    <p:extLst>
      <p:ext uri="{BB962C8B-B14F-4D97-AF65-F5344CB8AC3E}">
        <p14:creationId xmlns:p14="http://schemas.microsoft.com/office/powerpoint/2010/main" val="283099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4">
            <a:extLst>
              <a:ext uri="{FF2B5EF4-FFF2-40B4-BE49-F238E27FC236}">
                <a16:creationId xmlns:a16="http://schemas.microsoft.com/office/drawing/2014/main" id="{A8DFFDB3-C5A0-D24B-952B-416C13823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Sync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C6B19F-781D-72A1-AF0B-176072E3436D}"/>
              </a:ext>
            </a:extLst>
          </p:cNvPr>
          <p:cNvSpPr/>
          <p:nvPr/>
        </p:nvSpPr>
        <p:spPr>
          <a:xfrm>
            <a:off x="2118550" y="1385717"/>
            <a:ext cx="4902814" cy="515964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 </a:t>
            </a:r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 API</a:t>
            </a:r>
          </a:p>
        </p:txBody>
      </p:sp>
      <p:pic>
        <p:nvPicPr>
          <p:cNvPr id="21" name="Graphic 17">
            <a:extLst>
              <a:ext uri="{FF2B5EF4-FFF2-40B4-BE49-F238E27FC236}">
                <a16:creationId xmlns:a16="http://schemas.microsoft.com/office/drawing/2014/main" id="{9F45BF6F-C7B7-7C3C-90A7-B82E8BC2A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5012604" y="308845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Graphic 43">
            <a:extLst>
              <a:ext uri="{FF2B5EF4-FFF2-40B4-BE49-F238E27FC236}">
                <a16:creationId xmlns:a16="http://schemas.microsoft.com/office/drawing/2014/main" id="{648D643E-CE7D-94A2-AFF4-4345FF04F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530" y="4160167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18">
            <a:extLst>
              <a:ext uri="{FF2B5EF4-FFF2-40B4-BE49-F238E27FC236}">
                <a16:creationId xmlns:a16="http://schemas.microsoft.com/office/drawing/2014/main" id="{D4D13516-964B-D9F8-9638-9C4B8DF08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55" y="4637985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Business Handler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23490A26-E59C-49F5-C9BF-7C13ECA62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1424" y="3548548"/>
            <a:ext cx="17771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Sync endpoint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FC6E13-1809-A112-12EA-18367020B20B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4188887" y="3317055"/>
            <a:ext cx="823717" cy="0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5" name="Graphic 50">
            <a:extLst>
              <a:ext uri="{FF2B5EF4-FFF2-40B4-BE49-F238E27FC236}">
                <a16:creationId xmlns:a16="http://schemas.microsoft.com/office/drawing/2014/main" id="{66F3C228-EDEA-BD90-D62F-82CBD0818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577" y="309134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3BD3B21-3F2B-1301-CA6A-9E1B5AB0BAAA}"/>
              </a:ext>
            </a:extLst>
          </p:cNvPr>
          <p:cNvCxnSpPr>
            <a:cxnSpLocks/>
            <a:stCxn id="21" idx="3"/>
            <a:endCxn id="98" idx="1"/>
          </p:cNvCxnSpPr>
          <p:nvPr/>
        </p:nvCxnSpPr>
        <p:spPr>
          <a:xfrm>
            <a:off x="5469804" y="3317055"/>
            <a:ext cx="766812" cy="1439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9" name="Graphic 43">
            <a:extLst>
              <a:ext uri="{FF2B5EF4-FFF2-40B4-BE49-F238E27FC236}">
                <a16:creationId xmlns:a16="http://schemas.microsoft.com/office/drawing/2014/main" id="{0213B567-9DE3-6E8C-200E-964832B47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843" y="308718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Straight Arrow Connector 37">
            <a:extLst>
              <a:ext uri="{FF2B5EF4-FFF2-40B4-BE49-F238E27FC236}">
                <a16:creationId xmlns:a16="http://schemas.microsoft.com/office/drawing/2014/main" id="{A1A2E17D-7BFD-C2B3-B51A-36DE5AD269BB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9770777" y="3319948"/>
            <a:ext cx="851066" cy="2187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TextBox 18">
            <a:extLst>
              <a:ext uri="{FF2B5EF4-FFF2-40B4-BE49-F238E27FC236}">
                <a16:creationId xmlns:a16="http://schemas.microsoft.com/office/drawing/2014/main" id="{0418A3F6-1274-2EFE-3789-585963CD3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799" y="3465034"/>
            <a:ext cx="14589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Request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Sync Msg Envelope</a:t>
            </a:r>
          </a:p>
        </p:txBody>
      </p:sp>
      <p:sp>
        <p:nvSpPr>
          <p:cNvPr id="89" name="TextBox 18">
            <a:extLst>
              <a:ext uri="{FF2B5EF4-FFF2-40B4-BE49-F238E27FC236}">
                <a16:creationId xmlns:a16="http://schemas.microsoft.com/office/drawing/2014/main" id="{CE8E71AB-935D-42E8-133B-C37820460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3068" y="3531703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Sender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domain</a:t>
            </a:r>
          </a:p>
        </p:txBody>
      </p:sp>
      <p:pic>
        <p:nvPicPr>
          <p:cNvPr id="90" name="Graphic 21">
            <a:extLst>
              <a:ext uri="{FF2B5EF4-FFF2-40B4-BE49-F238E27FC236}">
                <a16:creationId xmlns:a16="http://schemas.microsoft.com/office/drawing/2014/main" id="{CBC69A96-2BD1-8A85-7E0D-C8F811F07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006" y="186843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TextBox 12">
            <a:extLst>
              <a:ext uri="{FF2B5EF4-FFF2-40B4-BE49-F238E27FC236}">
                <a16:creationId xmlns:a16="http://schemas.microsoft.com/office/drawing/2014/main" id="{A17E2311-8C40-7639-660C-C62844F8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864" y="2323396"/>
            <a:ext cx="14154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Amazon Route 53</a:t>
            </a:r>
            <a:br>
              <a:rPr lang="en-US" altLang="en-US" dirty="0"/>
            </a:br>
            <a:r>
              <a:rPr lang="en-US" altLang="en-US" i="1" dirty="0"/>
              <a:t>DNS Records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3173D8-3297-995C-9799-1025F73E1B9E}"/>
              </a:ext>
            </a:extLst>
          </p:cNvPr>
          <p:cNvCxnSpPr>
            <a:cxnSpLocks/>
            <a:stCxn id="90" idx="3"/>
            <a:endCxn id="49" idx="0"/>
          </p:cNvCxnSpPr>
          <p:nvPr/>
        </p:nvCxnSpPr>
        <p:spPr>
          <a:xfrm>
            <a:off x="8020206" y="2097034"/>
            <a:ext cx="2836587" cy="990151"/>
          </a:xfrm>
          <a:prstGeom prst="bentConnector2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3" name="TextBox 17">
            <a:extLst>
              <a:ext uri="{FF2B5EF4-FFF2-40B4-BE49-F238E27FC236}">
                <a16:creationId xmlns:a16="http://schemas.microsoft.com/office/drawing/2014/main" id="{10F7AC54-C452-C939-52CE-A87C2EB1C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693" y="2087542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lookup DKIM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478A78-DF05-063D-FF69-6609EB483BB2}"/>
              </a:ext>
            </a:extLst>
          </p:cNvPr>
          <p:cNvSpPr/>
          <p:nvPr/>
        </p:nvSpPr>
        <p:spPr>
          <a:xfrm>
            <a:off x="945755" y="1235112"/>
            <a:ext cx="7615315" cy="544000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Domain</a:t>
            </a:r>
          </a:p>
        </p:txBody>
      </p:sp>
      <p:pic>
        <p:nvPicPr>
          <p:cNvPr id="98" name="Graphic 8">
            <a:extLst>
              <a:ext uri="{FF2B5EF4-FFF2-40B4-BE49-F238E27FC236}">
                <a16:creationId xmlns:a16="http://schemas.microsoft.com/office/drawing/2014/main" id="{215C223D-2E39-B643-FD97-482226321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616" y="308989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TextBox 11">
            <a:extLst>
              <a:ext uri="{FF2B5EF4-FFF2-40B4-BE49-F238E27FC236}">
                <a16:creationId xmlns:a16="http://schemas.microsoft.com/office/drawing/2014/main" id="{3F7E5C0B-3B00-B41C-67C5-2417D1098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9126" y="3559232"/>
            <a:ext cx="97218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WAF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97E7D4B-8C81-AC3D-0CE0-9033CC2C345D}"/>
              </a:ext>
            </a:extLst>
          </p:cNvPr>
          <p:cNvCxnSpPr>
            <a:cxnSpLocks/>
            <a:stCxn id="98" idx="3"/>
            <a:endCxn id="45" idx="1"/>
          </p:cNvCxnSpPr>
          <p:nvPr/>
        </p:nvCxnSpPr>
        <p:spPr>
          <a:xfrm>
            <a:off x="6693816" y="3318494"/>
            <a:ext cx="2619761" cy="1454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Graphic 10">
            <a:extLst>
              <a:ext uri="{FF2B5EF4-FFF2-40B4-BE49-F238E27FC236}">
                <a16:creationId xmlns:a16="http://schemas.microsoft.com/office/drawing/2014/main" id="{0400CFFF-A235-33D9-9F43-D61621BC4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257" y="307793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20">
            <a:extLst>
              <a:ext uri="{FF2B5EF4-FFF2-40B4-BE49-F238E27FC236}">
                <a16:creationId xmlns:a16="http://schemas.microsoft.com/office/drawing/2014/main" id="{1C5634CE-615C-B796-21C2-B4BCCFE37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7173" y="3535137"/>
            <a:ext cx="14233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AWS Lambda</a:t>
            </a:r>
            <a:br>
              <a:rPr lang="en-US" altLang="en-US" dirty="0"/>
            </a:br>
            <a:r>
              <a:rPr lang="en-US" altLang="en-US" i="1" dirty="0"/>
              <a:t>receiver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F77656-2B37-4596-EC12-6689988FD087}"/>
              </a:ext>
            </a:extLst>
          </p:cNvPr>
          <p:cNvCxnSpPr>
            <a:cxnSpLocks/>
          </p:cNvCxnSpPr>
          <p:nvPr/>
        </p:nvCxnSpPr>
        <p:spPr>
          <a:xfrm flipH="1">
            <a:off x="3718453" y="7378565"/>
            <a:ext cx="1" cy="33092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A2F031-F76B-D14C-1724-3FFD19CE926B}"/>
              </a:ext>
            </a:extLst>
          </p:cNvPr>
          <p:cNvCxnSpPr>
            <a:cxnSpLocks/>
            <a:stCxn id="38" idx="0"/>
            <a:endCxn id="6" idx="1"/>
          </p:cNvCxnSpPr>
          <p:nvPr/>
        </p:nvCxnSpPr>
        <p:spPr>
          <a:xfrm rot="5400000" flipH="1" flipV="1">
            <a:off x="2203053" y="2642964"/>
            <a:ext cx="853630" cy="2180777"/>
          </a:xfrm>
          <a:prstGeom prst="bentConnector2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8">
            <a:extLst>
              <a:ext uri="{FF2B5EF4-FFF2-40B4-BE49-F238E27FC236}">
                <a16:creationId xmlns:a16="http://schemas.microsoft.com/office/drawing/2014/main" id="{987FD046-B365-66B2-F38C-AFE4F27BB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776" y="3077937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2631B1-1A4D-90DF-BE73-856046BA8EB2}"/>
              </a:ext>
            </a:extLst>
          </p:cNvPr>
          <p:cNvCxnSpPr>
            <a:cxnSpLocks/>
            <a:stCxn id="90" idx="1"/>
            <a:endCxn id="21" idx="0"/>
          </p:cNvCxnSpPr>
          <p:nvPr/>
        </p:nvCxnSpPr>
        <p:spPr>
          <a:xfrm rot="10800000" flipV="1">
            <a:off x="5241204" y="2097033"/>
            <a:ext cx="2321802" cy="991421"/>
          </a:xfrm>
          <a:prstGeom prst="bentConnector2">
            <a:avLst/>
          </a:prstGeom>
          <a:ln w="12700">
            <a:solidFill>
              <a:srgbClr val="545B64"/>
            </a:solidFill>
            <a:prstDash val="dash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8">
            <a:extLst>
              <a:ext uri="{FF2B5EF4-FFF2-40B4-BE49-F238E27FC236}">
                <a16:creationId xmlns:a16="http://schemas.microsoft.com/office/drawing/2014/main" id="{ACE36B88-6242-369C-D253-86405FD2D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2053" y="1844672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register</a:t>
            </a:r>
          </a:p>
        </p:txBody>
      </p:sp>
      <p:pic>
        <p:nvPicPr>
          <p:cNvPr id="4" name="Graphic 23">
            <a:extLst>
              <a:ext uri="{FF2B5EF4-FFF2-40B4-BE49-F238E27FC236}">
                <a16:creationId xmlns:a16="http://schemas.microsoft.com/office/drawing/2014/main" id="{CE0153EC-EA36-B205-D1D4-0D2F39509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090" y="4170082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EA0B21D3-082E-5A76-F165-2A3E3BB9F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1174" y="4639388"/>
            <a:ext cx="15570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map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7D1BF4-FDFA-A972-94D3-C92FB5C9BBD5}"/>
              </a:ext>
            </a:extLst>
          </p:cNvPr>
          <p:cNvCxnSpPr>
            <a:cxnSpLocks/>
            <a:stCxn id="4" idx="0"/>
            <a:endCxn id="7" idx="2"/>
          </p:cNvCxnSpPr>
          <p:nvPr/>
        </p:nvCxnSpPr>
        <p:spPr>
          <a:xfrm flipH="1" flipV="1">
            <a:off x="3948858" y="3966024"/>
            <a:ext cx="832" cy="204058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F67568A-2916-1E9A-ED26-DD20EA6DD84E}"/>
              </a:ext>
            </a:extLst>
          </p:cNvPr>
          <p:cNvSpPr/>
          <p:nvPr/>
        </p:nvSpPr>
        <p:spPr>
          <a:xfrm>
            <a:off x="7171615" y="1378311"/>
            <a:ext cx="1246866" cy="515964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PT" sz="1200" dirty="0"/>
              <a:t>📍</a:t>
            </a:r>
            <a:r>
              <a:rPr lang="en-GB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</a:p>
        </p:txBody>
      </p:sp>
      <p:pic>
        <p:nvPicPr>
          <p:cNvPr id="12" name="Graphic 20">
            <a:extLst>
              <a:ext uri="{FF2B5EF4-FFF2-40B4-BE49-F238E27FC236}">
                <a16:creationId xmlns:a16="http://schemas.microsoft.com/office/drawing/2014/main" id="{5CAFE121-2B4C-53F2-2270-22B657FC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985" y="392772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6DDD69-CBF8-06A1-70E7-B48A9E89E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760" y="4379214"/>
            <a:ext cx="22796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ACM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6">
            <a:extLst>
              <a:ext uri="{FF2B5EF4-FFF2-40B4-BE49-F238E27FC236}">
                <a16:creationId xmlns:a16="http://schemas.microsoft.com/office/drawing/2014/main" id="{D29F64D0-45C7-69ED-B5E9-F4CB0CB4C70D}"/>
              </a:ext>
            </a:extLst>
          </p:cNvPr>
          <p:cNvCxnSpPr>
            <a:cxnSpLocks/>
            <a:stCxn id="40" idx="2"/>
            <a:endCxn id="12" idx="1"/>
          </p:cNvCxnSpPr>
          <p:nvPr/>
        </p:nvCxnSpPr>
        <p:spPr>
          <a:xfrm rot="16200000" flipH="1">
            <a:off x="6318049" y="2911389"/>
            <a:ext cx="176891" cy="2312981"/>
          </a:xfrm>
          <a:prstGeom prst="bentConnector2">
            <a:avLst/>
          </a:prstGeom>
          <a:ln w="12700">
            <a:solidFill>
              <a:srgbClr val="545B64"/>
            </a:solidFill>
            <a:prstDash val="dash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240D898-D3E9-7FDE-02A9-B39E4D35A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313" y="4164046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use</a:t>
            </a:r>
          </a:p>
        </p:txBody>
      </p:sp>
      <p:pic>
        <p:nvPicPr>
          <p:cNvPr id="29" name="Graphic 10">
            <a:extLst>
              <a:ext uri="{FF2B5EF4-FFF2-40B4-BE49-F238E27FC236}">
                <a16:creationId xmlns:a16="http://schemas.microsoft.com/office/drawing/2014/main" id="{74BA995F-7C29-34D6-3CDB-59C28C745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847" y="52847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0">
            <a:extLst>
              <a:ext uri="{FF2B5EF4-FFF2-40B4-BE49-F238E27FC236}">
                <a16:creationId xmlns:a16="http://schemas.microsoft.com/office/drawing/2014/main" id="{BF69CF21-0407-E518-D2D8-919D0A051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1763" y="5741913"/>
            <a:ext cx="14233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AWS Lambda</a:t>
            </a:r>
            <a:br>
              <a:rPr lang="en-US" altLang="en-US" dirty="0"/>
            </a:br>
            <a:r>
              <a:rPr lang="en-US" altLang="en-US" i="1" dirty="0"/>
              <a:t>sender</a:t>
            </a:r>
          </a:p>
        </p:txBody>
      </p:sp>
      <p:cxnSp>
        <p:nvCxnSpPr>
          <p:cNvPr id="31" name="Straight Arrow Connector 10">
            <a:extLst>
              <a:ext uri="{FF2B5EF4-FFF2-40B4-BE49-F238E27FC236}">
                <a16:creationId xmlns:a16="http://schemas.microsoft.com/office/drawing/2014/main" id="{200EB177-617D-79D6-B7C9-17C401F00607}"/>
              </a:ext>
            </a:extLst>
          </p:cNvPr>
          <p:cNvCxnSpPr>
            <a:cxnSpLocks/>
            <a:stCxn id="29" idx="1"/>
            <a:endCxn id="39" idx="2"/>
          </p:cNvCxnSpPr>
          <p:nvPr/>
        </p:nvCxnSpPr>
        <p:spPr>
          <a:xfrm rot="10800000">
            <a:off x="1539481" y="5068873"/>
            <a:ext cx="4615367" cy="444441"/>
          </a:xfrm>
          <a:prstGeom prst="bentConnector2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4" name="Graphic 7">
            <a:extLst>
              <a:ext uri="{FF2B5EF4-FFF2-40B4-BE49-F238E27FC236}">
                <a16:creationId xmlns:a16="http://schemas.microsoft.com/office/drawing/2014/main" id="{32AE7596-BC30-E5CF-BF86-0BF358838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5225" y="528033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9">
            <a:extLst>
              <a:ext uri="{FF2B5EF4-FFF2-40B4-BE49-F238E27FC236}">
                <a16:creationId xmlns:a16="http://schemas.microsoft.com/office/drawing/2014/main" id="{6E5AEE64-C27E-CC47-C521-99E53EAD5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650" y="5737535"/>
            <a:ext cx="104644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KMS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key pair</a:t>
            </a:r>
          </a:p>
        </p:txBody>
      </p:sp>
      <p:cxnSp>
        <p:nvCxnSpPr>
          <p:cNvPr id="36" name="Straight Arrow Connector 10">
            <a:extLst>
              <a:ext uri="{FF2B5EF4-FFF2-40B4-BE49-F238E27FC236}">
                <a16:creationId xmlns:a16="http://schemas.microsoft.com/office/drawing/2014/main" id="{7947CB30-B767-D715-19CE-77D0238122B0}"/>
              </a:ext>
            </a:extLst>
          </p:cNvPr>
          <p:cNvCxnSpPr>
            <a:cxnSpLocks/>
            <a:stCxn id="34" idx="1"/>
            <a:endCxn id="29" idx="3"/>
          </p:cNvCxnSpPr>
          <p:nvPr/>
        </p:nvCxnSpPr>
        <p:spPr>
          <a:xfrm flipH="1">
            <a:off x="6612047" y="5508935"/>
            <a:ext cx="953178" cy="4378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10">
            <a:extLst>
              <a:ext uri="{FF2B5EF4-FFF2-40B4-BE49-F238E27FC236}">
                <a16:creationId xmlns:a16="http://schemas.microsoft.com/office/drawing/2014/main" id="{5DE07C3D-52F3-8877-59DA-DA4994969D4A}"/>
              </a:ext>
            </a:extLst>
          </p:cNvPr>
          <p:cNvCxnSpPr>
            <a:cxnSpLocks/>
            <a:stCxn id="89" idx="2"/>
            <a:endCxn id="30" idx="2"/>
          </p:cNvCxnSpPr>
          <p:nvPr/>
        </p:nvCxnSpPr>
        <p:spPr>
          <a:xfrm rot="5400000">
            <a:off x="7515016" y="2831023"/>
            <a:ext cx="2210210" cy="4473345"/>
          </a:xfrm>
          <a:prstGeom prst="bentConnector3">
            <a:avLst>
              <a:gd name="adj1" fmla="val 110343"/>
            </a:avLst>
          </a:prstGeom>
          <a:ln>
            <a:headEnd type="arrow" w="med" len="sm"/>
            <a:tailEnd type="none" w="med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18">
            <a:extLst>
              <a:ext uri="{FF2B5EF4-FFF2-40B4-BE49-F238E27FC236}">
                <a16:creationId xmlns:a16="http://schemas.microsoft.com/office/drawing/2014/main" id="{A56C00B2-4DD7-4847-7A89-F092C4A5D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075" y="5244082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</a:t>
            </a:r>
          </a:p>
        </p:txBody>
      </p:sp>
      <p:sp>
        <p:nvSpPr>
          <p:cNvPr id="50" name="TextBox 18">
            <a:extLst>
              <a:ext uri="{FF2B5EF4-FFF2-40B4-BE49-F238E27FC236}">
                <a16:creationId xmlns:a16="http://schemas.microsoft.com/office/drawing/2014/main" id="{AB5C9126-8F03-CD58-326D-746036CBB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552" y="5248109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sign</a:t>
            </a:r>
          </a:p>
        </p:txBody>
      </p:sp>
      <p:sp>
        <p:nvSpPr>
          <p:cNvPr id="52" name="TextBox 18">
            <a:extLst>
              <a:ext uri="{FF2B5EF4-FFF2-40B4-BE49-F238E27FC236}">
                <a16:creationId xmlns:a16="http://schemas.microsoft.com/office/drawing/2014/main" id="{B1DF6820-AA1B-5D2F-EAD2-1258121E6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065" y="6142677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33E9B252-B26C-4429-7890-D0061CD12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2768" y="3030266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B80E58-9214-A4C3-7201-2EAECF7AF1F9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3948857" y="2493713"/>
            <a:ext cx="1" cy="584224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extBox 18">
            <a:extLst>
              <a:ext uri="{FF2B5EF4-FFF2-40B4-BE49-F238E27FC236}">
                <a16:creationId xmlns:a16="http://schemas.microsoft.com/office/drawing/2014/main" id="{56BD4CDC-6188-FDD3-1999-AE03650C3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557" y="2049670"/>
            <a:ext cx="680599" cy="430887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Lookup DKIM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92EC73AD-A541-334F-3AFB-AB9CB42F9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566" y="416861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20">
            <a:extLst>
              <a:ext uri="{FF2B5EF4-FFF2-40B4-BE49-F238E27FC236}">
                <a16:creationId xmlns:a16="http://schemas.microsoft.com/office/drawing/2014/main" id="{FC1D815A-315A-4533-0020-8DB36FDDA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9482" y="4625811"/>
            <a:ext cx="14233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AWS Lambda</a:t>
            </a:r>
            <a:br>
              <a:rPr lang="en-US" altLang="en-US" dirty="0"/>
            </a:br>
            <a:r>
              <a:rPr lang="en-US" altLang="en-US" i="1" dirty="0"/>
              <a:t>mapper</a:t>
            </a:r>
          </a:p>
        </p:txBody>
      </p:sp>
      <p:cxnSp>
        <p:nvCxnSpPr>
          <p:cNvPr id="43" name="Straight Arrow Connector 16">
            <a:extLst>
              <a:ext uri="{FF2B5EF4-FFF2-40B4-BE49-F238E27FC236}">
                <a16:creationId xmlns:a16="http://schemas.microsoft.com/office/drawing/2014/main" id="{23D3A2C3-FD73-241F-335D-7889B69DD4A6}"/>
              </a:ext>
            </a:extLst>
          </p:cNvPr>
          <p:cNvCxnSpPr>
            <a:cxnSpLocks/>
            <a:stCxn id="37" idx="1"/>
            <a:endCxn id="38" idx="3"/>
          </p:cNvCxnSpPr>
          <p:nvPr/>
        </p:nvCxnSpPr>
        <p:spPr>
          <a:xfrm flipH="1" flipV="1">
            <a:off x="1774430" y="4395117"/>
            <a:ext cx="668136" cy="2094"/>
          </a:xfrm>
          <a:prstGeom prst="straightConnector1">
            <a:avLst/>
          </a:prstGeom>
          <a:ln w="12700">
            <a:solidFill>
              <a:srgbClr val="545B64"/>
            </a:solidFill>
            <a:prstDash val="dash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16">
            <a:extLst>
              <a:ext uri="{FF2B5EF4-FFF2-40B4-BE49-F238E27FC236}">
                <a16:creationId xmlns:a16="http://schemas.microsoft.com/office/drawing/2014/main" id="{C229164F-6E96-BC96-FB4E-061D9E371581}"/>
              </a:ext>
            </a:extLst>
          </p:cNvPr>
          <p:cNvCxnSpPr>
            <a:cxnSpLocks/>
            <a:stCxn id="4" idx="1"/>
            <a:endCxn id="37" idx="3"/>
          </p:cNvCxnSpPr>
          <p:nvPr/>
        </p:nvCxnSpPr>
        <p:spPr>
          <a:xfrm flipH="1" flipV="1">
            <a:off x="2899766" y="4397211"/>
            <a:ext cx="821324" cy="1471"/>
          </a:xfrm>
          <a:prstGeom prst="straightConnector1">
            <a:avLst/>
          </a:prstGeom>
          <a:ln w="12700">
            <a:solidFill>
              <a:srgbClr val="545B64"/>
            </a:solidFill>
            <a:prstDash val="dash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7AF5782-2EFA-52A7-B391-D0E4F6C7E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776" y="4133507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map</a:t>
            </a:r>
          </a:p>
        </p:txBody>
      </p:sp>
    </p:spTree>
    <p:extLst>
      <p:ext uri="{BB962C8B-B14F-4D97-AF65-F5344CB8AC3E}">
        <p14:creationId xmlns:p14="http://schemas.microsoft.com/office/powerpoint/2010/main" val="145610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4">
            <a:extLst>
              <a:ext uri="{FF2B5EF4-FFF2-40B4-BE49-F238E27FC236}">
                <a16:creationId xmlns:a16="http://schemas.microsoft.com/office/drawing/2014/main" id="{A8DFFDB3-C5A0-D24B-952B-416C13823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Sync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C6B19F-781D-72A1-AF0B-176072E3436D}"/>
              </a:ext>
            </a:extLst>
          </p:cNvPr>
          <p:cNvSpPr/>
          <p:nvPr/>
        </p:nvSpPr>
        <p:spPr>
          <a:xfrm>
            <a:off x="3363310" y="2517289"/>
            <a:ext cx="4388054" cy="275194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 </a:t>
            </a:r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 API</a:t>
            </a:r>
          </a:p>
        </p:txBody>
      </p:sp>
      <p:pic>
        <p:nvPicPr>
          <p:cNvPr id="21" name="Graphic 17">
            <a:extLst>
              <a:ext uri="{FF2B5EF4-FFF2-40B4-BE49-F238E27FC236}">
                <a16:creationId xmlns:a16="http://schemas.microsoft.com/office/drawing/2014/main" id="{9F45BF6F-C7B7-7C3C-90A7-B82E8BC2A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5195484" y="42200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Graphic 43">
            <a:extLst>
              <a:ext uri="{FF2B5EF4-FFF2-40B4-BE49-F238E27FC236}">
                <a16:creationId xmlns:a16="http://schemas.microsoft.com/office/drawing/2014/main" id="{648D643E-CE7D-94A2-AFF4-4345FF04F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025" y="421777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18">
            <a:extLst>
              <a:ext uri="{FF2B5EF4-FFF2-40B4-BE49-F238E27FC236}">
                <a16:creationId xmlns:a16="http://schemas.microsoft.com/office/drawing/2014/main" id="{D4D13516-964B-D9F8-9638-9C4B8DF08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250" y="4695588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Business Handler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23490A26-E59C-49F5-C9BF-7C13ECA62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4304" y="4680118"/>
            <a:ext cx="17771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Sync endpoint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FC6E13-1809-A112-12EA-18367020B20B}"/>
              </a:ext>
            </a:extLst>
          </p:cNvPr>
          <p:cNvCxnSpPr>
            <a:cxnSpLocks/>
            <a:stCxn id="2" idx="3"/>
            <a:endCxn id="21" idx="1"/>
          </p:cNvCxnSpPr>
          <p:nvPr/>
        </p:nvCxnSpPr>
        <p:spPr>
          <a:xfrm>
            <a:off x="4371767" y="4448625"/>
            <a:ext cx="823717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50">
            <a:extLst>
              <a:ext uri="{FF2B5EF4-FFF2-40B4-BE49-F238E27FC236}">
                <a16:creationId xmlns:a16="http://schemas.microsoft.com/office/drawing/2014/main" id="{66F3C228-EDEA-BD90-D62F-82CBD0818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917" y="422291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3BD3B21-3F2B-1301-CA6A-9E1B5AB0BAAA}"/>
              </a:ext>
            </a:extLst>
          </p:cNvPr>
          <p:cNvCxnSpPr>
            <a:cxnSpLocks/>
            <a:stCxn id="21" idx="3"/>
            <a:endCxn id="98" idx="1"/>
          </p:cNvCxnSpPr>
          <p:nvPr/>
        </p:nvCxnSpPr>
        <p:spPr>
          <a:xfrm>
            <a:off x="5652684" y="4448625"/>
            <a:ext cx="983982" cy="143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Graphic 43">
            <a:extLst>
              <a:ext uri="{FF2B5EF4-FFF2-40B4-BE49-F238E27FC236}">
                <a16:creationId xmlns:a16="http://schemas.microsoft.com/office/drawing/2014/main" id="{0213B567-9DE3-6E8C-200E-964832B47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065" y="297180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Straight Arrow Connector 37">
            <a:extLst>
              <a:ext uri="{FF2B5EF4-FFF2-40B4-BE49-F238E27FC236}">
                <a16:creationId xmlns:a16="http://schemas.microsoft.com/office/drawing/2014/main" id="{A1A2E17D-7BFD-C2B3-B51A-36DE5AD269BB}"/>
              </a:ext>
            </a:extLst>
          </p:cNvPr>
          <p:cNvCxnSpPr>
            <a:cxnSpLocks/>
            <a:stCxn id="45" idx="3"/>
            <a:endCxn id="89" idx="2"/>
          </p:cNvCxnSpPr>
          <p:nvPr/>
        </p:nvCxnSpPr>
        <p:spPr>
          <a:xfrm flipV="1">
            <a:off x="9062117" y="3847214"/>
            <a:ext cx="695898" cy="604304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18">
            <a:extLst>
              <a:ext uri="{FF2B5EF4-FFF2-40B4-BE49-F238E27FC236}">
                <a16:creationId xmlns:a16="http://schemas.microsoft.com/office/drawing/2014/main" id="{0418A3F6-1274-2EFE-3789-585963CD3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0139" y="4596604"/>
            <a:ext cx="14589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Request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Sync Msg Envelope</a:t>
            </a:r>
          </a:p>
        </p:txBody>
      </p:sp>
      <p:sp>
        <p:nvSpPr>
          <p:cNvPr id="89" name="TextBox 18">
            <a:extLst>
              <a:ext uri="{FF2B5EF4-FFF2-40B4-BE49-F238E27FC236}">
                <a16:creationId xmlns:a16="http://schemas.microsoft.com/office/drawing/2014/main" id="{CE8E71AB-935D-42E8-133B-C37820460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4290" y="3416327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Sender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domain</a:t>
            </a:r>
          </a:p>
        </p:txBody>
      </p:sp>
      <p:pic>
        <p:nvPicPr>
          <p:cNvPr id="90" name="Graphic 21">
            <a:extLst>
              <a:ext uri="{FF2B5EF4-FFF2-40B4-BE49-F238E27FC236}">
                <a16:creationId xmlns:a16="http://schemas.microsoft.com/office/drawing/2014/main" id="{CBC69A96-2BD1-8A85-7E0D-C8F811F07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176" y="300000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TextBox 12">
            <a:extLst>
              <a:ext uri="{FF2B5EF4-FFF2-40B4-BE49-F238E27FC236}">
                <a16:creationId xmlns:a16="http://schemas.microsoft.com/office/drawing/2014/main" id="{A17E2311-8C40-7639-660C-C62844F8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8034" y="3454966"/>
            <a:ext cx="14154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Amazon Route 53</a:t>
            </a:r>
            <a:br>
              <a:rPr lang="en-US" altLang="en-US" dirty="0"/>
            </a:br>
            <a:r>
              <a:rPr lang="en-US" altLang="en-US" i="1" dirty="0"/>
              <a:t>DNS Record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3173D8-3297-995C-9799-1025F73E1B9E}"/>
              </a:ext>
            </a:extLst>
          </p:cNvPr>
          <p:cNvCxnSpPr>
            <a:cxnSpLocks/>
            <a:stCxn id="90" idx="3"/>
            <a:endCxn id="49" idx="1"/>
          </p:cNvCxnSpPr>
          <p:nvPr/>
        </p:nvCxnSpPr>
        <p:spPr>
          <a:xfrm flipV="1">
            <a:off x="7094376" y="3206759"/>
            <a:ext cx="2428689" cy="2184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17">
            <a:extLst>
              <a:ext uri="{FF2B5EF4-FFF2-40B4-BE49-F238E27FC236}">
                <a16:creationId xmlns:a16="http://schemas.microsoft.com/office/drawing/2014/main" id="{10F7AC54-C452-C939-52CE-A87C2EB1C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033" y="3219112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Lookup endpoint’s TXT record 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478A78-DF05-063D-FF69-6609EB483BB2}"/>
              </a:ext>
            </a:extLst>
          </p:cNvPr>
          <p:cNvSpPr/>
          <p:nvPr/>
        </p:nvSpPr>
        <p:spPr>
          <a:xfrm>
            <a:off x="2433985" y="2366683"/>
            <a:ext cx="5475034" cy="306256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Domain</a:t>
            </a:r>
          </a:p>
        </p:txBody>
      </p:sp>
      <p:pic>
        <p:nvPicPr>
          <p:cNvPr id="98" name="Graphic 8">
            <a:extLst>
              <a:ext uri="{FF2B5EF4-FFF2-40B4-BE49-F238E27FC236}">
                <a16:creationId xmlns:a16="http://schemas.microsoft.com/office/drawing/2014/main" id="{215C223D-2E39-B643-FD97-482226321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666" y="422146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TextBox 11">
            <a:extLst>
              <a:ext uri="{FF2B5EF4-FFF2-40B4-BE49-F238E27FC236}">
                <a16:creationId xmlns:a16="http://schemas.microsoft.com/office/drawing/2014/main" id="{3F7E5C0B-3B00-B41C-67C5-2417D1098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9176" y="4690802"/>
            <a:ext cx="97218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WAF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97E7D4B-8C81-AC3D-0CE0-9033CC2C345D}"/>
              </a:ext>
            </a:extLst>
          </p:cNvPr>
          <p:cNvCxnSpPr>
            <a:cxnSpLocks/>
            <a:stCxn id="98" idx="3"/>
            <a:endCxn id="45" idx="1"/>
          </p:cNvCxnSpPr>
          <p:nvPr/>
        </p:nvCxnSpPr>
        <p:spPr>
          <a:xfrm>
            <a:off x="7093866" y="4450064"/>
            <a:ext cx="1511051" cy="1454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21">
            <a:extLst>
              <a:ext uri="{FF2B5EF4-FFF2-40B4-BE49-F238E27FC236}">
                <a16:creationId xmlns:a16="http://schemas.microsoft.com/office/drawing/2014/main" id="{B3A9C3E8-14EC-2CDC-EAB7-DAB77532E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567" y="42200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5">
            <a:extLst>
              <a:ext uri="{FF2B5EF4-FFF2-40B4-BE49-F238E27FC236}">
                <a16:creationId xmlns:a16="http://schemas.microsoft.com/office/drawing/2014/main" id="{1F4EA592-BA61-5678-13BB-A1777D170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0611" y="4677225"/>
            <a:ext cx="10997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AWS Express</a:t>
            </a:r>
            <a:br>
              <a:rPr lang="en-US" altLang="en-US" dirty="0"/>
            </a:br>
            <a:r>
              <a:rPr lang="en-US" altLang="en-US" dirty="0"/>
              <a:t>Workflows</a:t>
            </a:r>
          </a:p>
        </p:txBody>
      </p:sp>
      <p:pic>
        <p:nvPicPr>
          <p:cNvPr id="6" name="Graphic 10">
            <a:extLst>
              <a:ext uri="{FF2B5EF4-FFF2-40B4-BE49-F238E27FC236}">
                <a16:creationId xmlns:a16="http://schemas.microsoft.com/office/drawing/2014/main" id="{0400CFFF-A235-33D9-9F43-D61621BC4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567" y="30010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20">
            <a:extLst>
              <a:ext uri="{FF2B5EF4-FFF2-40B4-BE49-F238E27FC236}">
                <a16:creationId xmlns:a16="http://schemas.microsoft.com/office/drawing/2014/main" id="{1C5634CE-615C-B796-21C2-B4BCCFE37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1483" y="3458213"/>
            <a:ext cx="14233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AWS Lambda</a:t>
            </a:r>
            <a:br>
              <a:rPr lang="en-US" altLang="en-US" dirty="0"/>
            </a:br>
            <a:r>
              <a:rPr lang="en-US" altLang="en-US" i="1" dirty="0"/>
              <a:t>signature validator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F77656-2B37-4596-EC12-6689988FD087}"/>
              </a:ext>
            </a:extLst>
          </p:cNvPr>
          <p:cNvCxnSpPr>
            <a:cxnSpLocks/>
            <a:stCxn id="7" idx="2"/>
            <a:endCxn id="2" idx="0"/>
          </p:cNvCxnSpPr>
          <p:nvPr/>
        </p:nvCxnSpPr>
        <p:spPr>
          <a:xfrm flipH="1">
            <a:off x="4143167" y="3889100"/>
            <a:ext cx="1" cy="33092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A2F031-F76B-D14C-1724-3FFD19CE926B}"/>
              </a:ext>
            </a:extLst>
          </p:cNvPr>
          <p:cNvCxnSpPr>
            <a:cxnSpLocks/>
            <a:stCxn id="38" idx="3"/>
            <a:endCxn id="2" idx="1"/>
          </p:cNvCxnSpPr>
          <p:nvPr/>
        </p:nvCxnSpPr>
        <p:spPr>
          <a:xfrm flipV="1">
            <a:off x="3069925" y="4448625"/>
            <a:ext cx="844642" cy="409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8">
            <a:extLst>
              <a:ext uri="{FF2B5EF4-FFF2-40B4-BE49-F238E27FC236}">
                <a16:creationId xmlns:a16="http://schemas.microsoft.com/office/drawing/2014/main" id="{215411AB-8580-C121-1B35-EED382D11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192" y="3955522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validate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987FD046-B365-66B2-F38C-AFE4F27BB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6936" y="4209507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2631B1-1A4D-90DF-BE73-856046BA8EB2}"/>
              </a:ext>
            </a:extLst>
          </p:cNvPr>
          <p:cNvCxnSpPr>
            <a:cxnSpLocks/>
            <a:stCxn id="90" idx="1"/>
            <a:endCxn id="21" idx="0"/>
          </p:cNvCxnSpPr>
          <p:nvPr/>
        </p:nvCxnSpPr>
        <p:spPr>
          <a:xfrm rot="10800000" flipV="1">
            <a:off x="5424084" y="3228603"/>
            <a:ext cx="1213092" cy="991421"/>
          </a:xfrm>
          <a:prstGeom prst="bentConnector2">
            <a:avLst/>
          </a:prstGeom>
          <a:ln w="12700">
            <a:solidFill>
              <a:srgbClr val="545B64"/>
            </a:solidFill>
            <a:prstDash val="dash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8">
            <a:extLst>
              <a:ext uri="{FF2B5EF4-FFF2-40B4-BE49-F238E27FC236}">
                <a16:creationId xmlns:a16="http://schemas.microsoft.com/office/drawing/2014/main" id="{ACE36B88-6242-369C-D253-86405FD2D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083" y="2976242"/>
            <a:ext cx="680599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register</a:t>
            </a:r>
          </a:p>
        </p:txBody>
      </p:sp>
      <p:pic>
        <p:nvPicPr>
          <p:cNvPr id="4" name="Graphic 23">
            <a:extLst>
              <a:ext uri="{FF2B5EF4-FFF2-40B4-BE49-F238E27FC236}">
                <a16:creationId xmlns:a16="http://schemas.microsoft.com/office/drawing/2014/main" id="{CE0153EC-EA36-B205-D1D4-0D2F39509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767" y="72828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EA0B21D3-082E-5A76-F165-2A3E3BB9F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055" y="1491868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</p:spTree>
    <p:extLst>
      <p:ext uri="{BB962C8B-B14F-4D97-AF65-F5344CB8AC3E}">
        <p14:creationId xmlns:p14="http://schemas.microsoft.com/office/powerpoint/2010/main" val="182134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4">
            <a:extLst>
              <a:ext uri="{FF2B5EF4-FFF2-40B4-BE49-F238E27FC236}">
                <a16:creationId xmlns:a16="http://schemas.microsoft.com/office/drawing/2014/main" id="{A8DFFDB3-C5A0-D24B-952B-416C13823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Sync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C6B19F-781D-72A1-AF0B-176072E3436D}"/>
              </a:ext>
            </a:extLst>
          </p:cNvPr>
          <p:cNvSpPr/>
          <p:nvPr/>
        </p:nvSpPr>
        <p:spPr>
          <a:xfrm>
            <a:off x="4578048" y="2517289"/>
            <a:ext cx="3173315" cy="3078233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 </a:t>
            </a:r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 API</a:t>
            </a:r>
          </a:p>
        </p:txBody>
      </p:sp>
      <p:pic>
        <p:nvPicPr>
          <p:cNvPr id="21" name="Graphic 17">
            <a:extLst>
              <a:ext uri="{FF2B5EF4-FFF2-40B4-BE49-F238E27FC236}">
                <a16:creationId xmlns:a16="http://schemas.microsoft.com/office/drawing/2014/main" id="{9F45BF6F-C7B7-7C3C-90A7-B82E8BC2A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5195484" y="42200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52">
            <a:extLst>
              <a:ext uri="{FF2B5EF4-FFF2-40B4-BE49-F238E27FC236}">
                <a16:creationId xmlns:a16="http://schemas.microsoft.com/office/drawing/2014/main" id="{42A3118C-3214-26F0-3B94-1B3A29E924D5}"/>
              </a:ext>
            </a:extLst>
          </p:cNvPr>
          <p:cNvCxnSpPr>
            <a:cxnSpLocks/>
            <a:stCxn id="40" idx="2"/>
            <a:endCxn id="39" idx="2"/>
          </p:cNvCxnSpPr>
          <p:nvPr/>
        </p:nvCxnSpPr>
        <p:spPr>
          <a:xfrm rot="5400000">
            <a:off x="4578139" y="4282240"/>
            <a:ext cx="25980" cy="1683510"/>
          </a:xfrm>
          <a:prstGeom prst="bentConnector3">
            <a:avLst>
              <a:gd name="adj1" fmla="val 979908"/>
            </a:avLst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43">
            <a:extLst>
              <a:ext uri="{FF2B5EF4-FFF2-40B4-BE49-F238E27FC236}">
                <a16:creationId xmlns:a16="http://schemas.microsoft.com/office/drawing/2014/main" id="{648D643E-CE7D-94A2-AFF4-4345FF04F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424" y="422828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18">
            <a:extLst>
              <a:ext uri="{FF2B5EF4-FFF2-40B4-BE49-F238E27FC236}">
                <a16:creationId xmlns:a16="http://schemas.microsoft.com/office/drawing/2014/main" id="{D4D13516-964B-D9F8-9638-9C4B8DF08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649" y="4706098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Business Service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23490A26-E59C-49F5-C9BF-7C13ECA62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4304" y="4680118"/>
            <a:ext cx="17771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Sync endpoint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FC6E13-1809-A112-12EA-18367020B20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4062044" y="4448625"/>
            <a:ext cx="1133440" cy="305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50">
            <a:extLst>
              <a:ext uri="{FF2B5EF4-FFF2-40B4-BE49-F238E27FC236}">
                <a16:creationId xmlns:a16="http://schemas.microsoft.com/office/drawing/2014/main" id="{66F3C228-EDEA-BD90-D62F-82CBD0818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917" y="422291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3BD3B21-3F2B-1301-CA6A-9E1B5AB0BAAA}"/>
              </a:ext>
            </a:extLst>
          </p:cNvPr>
          <p:cNvCxnSpPr>
            <a:cxnSpLocks/>
            <a:stCxn id="21" idx="3"/>
            <a:endCxn id="98" idx="1"/>
          </p:cNvCxnSpPr>
          <p:nvPr/>
        </p:nvCxnSpPr>
        <p:spPr>
          <a:xfrm>
            <a:off x="5652684" y="4448625"/>
            <a:ext cx="983982" cy="143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Graphic 43">
            <a:extLst>
              <a:ext uri="{FF2B5EF4-FFF2-40B4-BE49-F238E27FC236}">
                <a16:creationId xmlns:a16="http://schemas.microsoft.com/office/drawing/2014/main" id="{0213B567-9DE3-6E8C-200E-964832B47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065" y="297180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Straight Arrow Connector 37">
            <a:extLst>
              <a:ext uri="{FF2B5EF4-FFF2-40B4-BE49-F238E27FC236}">
                <a16:creationId xmlns:a16="http://schemas.microsoft.com/office/drawing/2014/main" id="{A1A2E17D-7BFD-C2B3-B51A-36DE5AD269BB}"/>
              </a:ext>
            </a:extLst>
          </p:cNvPr>
          <p:cNvCxnSpPr>
            <a:cxnSpLocks/>
            <a:stCxn id="45" idx="3"/>
            <a:endCxn id="89" idx="2"/>
          </p:cNvCxnSpPr>
          <p:nvPr/>
        </p:nvCxnSpPr>
        <p:spPr>
          <a:xfrm flipV="1">
            <a:off x="9062117" y="3847214"/>
            <a:ext cx="695898" cy="604304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18">
            <a:extLst>
              <a:ext uri="{FF2B5EF4-FFF2-40B4-BE49-F238E27FC236}">
                <a16:creationId xmlns:a16="http://schemas.microsoft.com/office/drawing/2014/main" id="{0418A3F6-1274-2EFE-3789-585963CD3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0139" y="4596604"/>
            <a:ext cx="14589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Request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Sync Msg Envelope</a:t>
            </a:r>
          </a:p>
        </p:txBody>
      </p:sp>
      <p:sp>
        <p:nvSpPr>
          <p:cNvPr id="66" name="TextBox 17">
            <a:extLst>
              <a:ext uri="{FF2B5EF4-FFF2-40B4-BE49-F238E27FC236}">
                <a16:creationId xmlns:a16="http://schemas.microsoft.com/office/drawing/2014/main" id="{9901C5A6-DCA3-4B0E-9A8A-C2A84E845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585" y="5365425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Response</a:t>
            </a:r>
          </a:p>
        </p:txBody>
      </p:sp>
      <p:sp>
        <p:nvSpPr>
          <p:cNvPr id="89" name="TextBox 18">
            <a:extLst>
              <a:ext uri="{FF2B5EF4-FFF2-40B4-BE49-F238E27FC236}">
                <a16:creationId xmlns:a16="http://schemas.microsoft.com/office/drawing/2014/main" id="{CE8E71AB-935D-42E8-133B-C37820460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4290" y="3416327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Sender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domain</a:t>
            </a:r>
          </a:p>
        </p:txBody>
      </p:sp>
      <p:pic>
        <p:nvPicPr>
          <p:cNvPr id="90" name="Graphic 21">
            <a:extLst>
              <a:ext uri="{FF2B5EF4-FFF2-40B4-BE49-F238E27FC236}">
                <a16:creationId xmlns:a16="http://schemas.microsoft.com/office/drawing/2014/main" id="{CBC69A96-2BD1-8A85-7E0D-C8F811F07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176" y="300000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TextBox 12">
            <a:extLst>
              <a:ext uri="{FF2B5EF4-FFF2-40B4-BE49-F238E27FC236}">
                <a16:creationId xmlns:a16="http://schemas.microsoft.com/office/drawing/2014/main" id="{A17E2311-8C40-7639-660C-C62844F8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8034" y="3454966"/>
            <a:ext cx="14154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Amazon Route 53</a:t>
            </a:r>
            <a:br>
              <a:rPr lang="en-US" altLang="en-US" dirty="0"/>
            </a:br>
            <a:r>
              <a:rPr lang="en-US" altLang="en-US" i="1" dirty="0"/>
              <a:t>DNS Record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3173D8-3297-995C-9799-1025F73E1B9E}"/>
              </a:ext>
            </a:extLst>
          </p:cNvPr>
          <p:cNvCxnSpPr>
            <a:cxnSpLocks/>
            <a:stCxn id="90" idx="3"/>
            <a:endCxn id="49" idx="1"/>
          </p:cNvCxnSpPr>
          <p:nvPr/>
        </p:nvCxnSpPr>
        <p:spPr>
          <a:xfrm flipV="1">
            <a:off x="7094376" y="3206759"/>
            <a:ext cx="2428689" cy="2184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17">
            <a:extLst>
              <a:ext uri="{FF2B5EF4-FFF2-40B4-BE49-F238E27FC236}">
                <a16:creationId xmlns:a16="http://schemas.microsoft.com/office/drawing/2014/main" id="{10F7AC54-C452-C939-52CE-A87C2EB1C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033" y="3219112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Lookup endpoint’s TXT record 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478A78-DF05-063D-FF69-6609EB483BB2}"/>
              </a:ext>
            </a:extLst>
          </p:cNvPr>
          <p:cNvSpPr/>
          <p:nvPr/>
        </p:nvSpPr>
        <p:spPr>
          <a:xfrm>
            <a:off x="3116179" y="2366682"/>
            <a:ext cx="4792840" cy="3401495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Domain</a:t>
            </a:r>
          </a:p>
        </p:txBody>
      </p:sp>
      <p:pic>
        <p:nvPicPr>
          <p:cNvPr id="95" name="Graphic 20">
            <a:extLst>
              <a:ext uri="{FF2B5EF4-FFF2-40B4-BE49-F238E27FC236}">
                <a16:creationId xmlns:a16="http://schemas.microsoft.com/office/drawing/2014/main" id="{C0E064C5-631F-8803-E51A-8125D2883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076" y="300236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12">
            <a:extLst>
              <a:ext uri="{FF2B5EF4-FFF2-40B4-BE49-F238E27FC236}">
                <a16:creationId xmlns:a16="http://schemas.microsoft.com/office/drawing/2014/main" id="{EB9476B6-BBEA-F57A-2094-8AAD633F2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0101" y="3456468"/>
            <a:ext cx="12868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cxnSp>
        <p:nvCxnSpPr>
          <p:cNvPr id="97" name="Straight Arrow Connector 52">
            <a:extLst>
              <a:ext uri="{FF2B5EF4-FFF2-40B4-BE49-F238E27FC236}">
                <a16:creationId xmlns:a16="http://schemas.microsoft.com/office/drawing/2014/main" id="{F10A5FF7-A952-1658-78B2-D7B5365DA6ED}"/>
              </a:ext>
            </a:extLst>
          </p:cNvPr>
          <p:cNvCxnSpPr>
            <a:cxnSpLocks/>
            <a:stCxn id="21" idx="0"/>
            <a:endCxn id="96" idx="2"/>
          </p:cNvCxnSpPr>
          <p:nvPr/>
        </p:nvCxnSpPr>
        <p:spPr>
          <a:xfrm flipH="1" flipV="1">
            <a:off x="5423503" y="3887355"/>
            <a:ext cx="581" cy="33267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Graphic 8">
            <a:extLst>
              <a:ext uri="{FF2B5EF4-FFF2-40B4-BE49-F238E27FC236}">
                <a16:creationId xmlns:a16="http://schemas.microsoft.com/office/drawing/2014/main" id="{215C223D-2E39-B643-FD97-482226321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666" y="422146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TextBox 11">
            <a:extLst>
              <a:ext uri="{FF2B5EF4-FFF2-40B4-BE49-F238E27FC236}">
                <a16:creationId xmlns:a16="http://schemas.microsoft.com/office/drawing/2014/main" id="{3F7E5C0B-3B00-B41C-67C5-2417D1098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9176" y="4690802"/>
            <a:ext cx="97218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WAF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97E7D4B-8C81-AC3D-0CE0-9033CC2C345D}"/>
              </a:ext>
            </a:extLst>
          </p:cNvPr>
          <p:cNvCxnSpPr>
            <a:cxnSpLocks/>
            <a:stCxn id="98" idx="3"/>
            <a:endCxn id="45" idx="1"/>
          </p:cNvCxnSpPr>
          <p:nvPr/>
        </p:nvCxnSpPr>
        <p:spPr>
          <a:xfrm>
            <a:off x="7093866" y="4450064"/>
            <a:ext cx="1511051" cy="1454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97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9">
            <a:extLst>
              <a:ext uri="{FF2B5EF4-FFF2-40B4-BE49-F238E27FC236}">
                <a16:creationId xmlns:a16="http://schemas.microsoft.com/office/drawing/2014/main" id="{367D6430-8DFF-CDAD-70B1-655EB4B34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2604151" y="15757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8B057E-2B28-01E1-188A-815106BA3C10}"/>
              </a:ext>
            </a:extLst>
          </p:cNvPr>
          <p:cNvSpPr/>
          <p:nvPr/>
        </p:nvSpPr>
        <p:spPr>
          <a:xfrm>
            <a:off x="1830539" y="888257"/>
            <a:ext cx="2909993" cy="548027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Messenger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1D133238-40EF-575A-5389-AEE48F09A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191" y="2030149"/>
            <a:ext cx="173854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EventBridge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ECF6247A-6FB2-DB1D-8679-92914D53A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220" y="2022651"/>
            <a:ext cx="18129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089333-3780-4573-55E2-9E53AC241034}"/>
              </a:ext>
            </a:extLst>
          </p:cNvPr>
          <p:cNvCxnSpPr>
            <a:cxnSpLocks/>
            <a:stCxn id="29" idx="1"/>
            <a:endCxn id="2" idx="3"/>
          </p:cNvCxnSpPr>
          <p:nvPr/>
        </p:nvCxnSpPr>
        <p:spPr>
          <a:xfrm flipH="1" flipV="1">
            <a:off x="3061351" y="1804376"/>
            <a:ext cx="874662" cy="4174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51" name="Graphic 50">
            <a:extLst>
              <a:ext uri="{FF2B5EF4-FFF2-40B4-BE49-F238E27FC236}">
                <a16:creationId xmlns:a16="http://schemas.microsoft.com/office/drawing/2014/main" id="{4A714183-262D-D3E2-A839-C7D5FC51C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413" y="157294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29D1ED4-1891-B918-CA28-D4F37D344F9B}"/>
              </a:ext>
            </a:extLst>
          </p:cNvPr>
          <p:cNvCxnSpPr>
            <a:cxnSpLocks/>
            <a:stCxn id="2" idx="1"/>
            <a:endCxn id="59" idx="0"/>
          </p:cNvCxnSpPr>
          <p:nvPr/>
        </p:nvCxnSpPr>
        <p:spPr>
          <a:xfrm rot="10800000" flipV="1">
            <a:off x="1007771" y="1804376"/>
            <a:ext cx="1596380" cy="1680610"/>
          </a:xfrm>
          <a:prstGeom prst="bentConnector2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59" name="Graphic 43">
            <a:extLst>
              <a:ext uri="{FF2B5EF4-FFF2-40B4-BE49-F238E27FC236}">
                <a16:creationId xmlns:a16="http://schemas.microsoft.com/office/drawing/2014/main" id="{9213C4DD-8398-C3DD-959B-D7C5F1388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21" y="348498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18">
            <a:extLst>
              <a:ext uri="{FF2B5EF4-FFF2-40B4-BE49-F238E27FC236}">
                <a16:creationId xmlns:a16="http://schemas.microsoft.com/office/drawing/2014/main" id="{81631603-D570-6A8D-8616-B565F7D25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46" y="3962804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Business Service</a:t>
            </a:r>
          </a:p>
        </p:txBody>
      </p:sp>
      <p:pic>
        <p:nvPicPr>
          <p:cNvPr id="25" name="Graphic 50">
            <a:extLst>
              <a:ext uri="{FF2B5EF4-FFF2-40B4-BE49-F238E27FC236}">
                <a16:creationId xmlns:a16="http://schemas.microsoft.com/office/drawing/2014/main" id="{B87F3B01-3AA7-AB08-1869-50496A697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601" y="52444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BB0497-405E-C75C-B17E-33D22C3F7823}"/>
              </a:ext>
            </a:extLst>
          </p:cNvPr>
          <p:cNvCxnSpPr>
            <a:cxnSpLocks/>
            <a:stCxn id="48" idx="0"/>
            <a:endCxn id="51" idx="3"/>
          </p:cNvCxnSpPr>
          <p:nvPr/>
        </p:nvCxnSpPr>
        <p:spPr>
          <a:xfrm rot="16200000" flipV="1">
            <a:off x="10047241" y="2045921"/>
            <a:ext cx="1323068" cy="834323"/>
          </a:xfrm>
          <a:prstGeom prst="bentConnector2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8" name="Graphic 43">
            <a:extLst>
              <a:ext uri="{FF2B5EF4-FFF2-40B4-BE49-F238E27FC236}">
                <a16:creationId xmlns:a16="http://schemas.microsoft.com/office/drawing/2014/main" id="{11E243CD-DC11-668C-ADB5-248BB4FE4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986" y="3124617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2" name="Straight Arrow Connector 37">
            <a:extLst>
              <a:ext uri="{FF2B5EF4-FFF2-40B4-BE49-F238E27FC236}">
                <a16:creationId xmlns:a16="http://schemas.microsoft.com/office/drawing/2014/main" id="{CEE344DF-A6BE-FADB-0B6A-DE76876F500E}"/>
              </a:ext>
            </a:extLst>
          </p:cNvPr>
          <p:cNvCxnSpPr>
            <a:cxnSpLocks/>
            <a:stCxn id="25" idx="3"/>
            <a:endCxn id="97" idx="2"/>
          </p:cNvCxnSpPr>
          <p:nvPr/>
        </p:nvCxnSpPr>
        <p:spPr>
          <a:xfrm flipV="1">
            <a:off x="10718801" y="4000022"/>
            <a:ext cx="407135" cy="1472984"/>
          </a:xfrm>
          <a:prstGeom prst="bentConnector2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7" name="TextBox 18">
            <a:extLst>
              <a:ext uri="{FF2B5EF4-FFF2-40B4-BE49-F238E27FC236}">
                <a16:creationId xmlns:a16="http://schemas.microsoft.com/office/drawing/2014/main" id="{B41CDD02-365A-A238-8FFB-660E995F1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740" y="1931297"/>
            <a:ext cx="173854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Request</a:t>
            </a:r>
            <a:b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Async Msg Envelope</a:t>
            </a:r>
          </a:p>
        </p:txBody>
      </p:sp>
      <p:sp>
        <p:nvSpPr>
          <p:cNvPr id="58" name="TextBox 18">
            <a:extLst>
              <a:ext uri="{FF2B5EF4-FFF2-40B4-BE49-F238E27FC236}">
                <a16:creationId xmlns:a16="http://schemas.microsoft.com/office/drawing/2014/main" id="{2A0F19D5-DC76-4CCC-2C76-2554A4613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3636" y="5618092"/>
            <a:ext cx="17652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Request + Response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Async Msg Envelope</a:t>
            </a:r>
          </a:p>
        </p:txBody>
      </p:sp>
      <p:sp>
        <p:nvSpPr>
          <p:cNvPr id="80" name="TextBox 18">
            <a:extLst>
              <a:ext uri="{FF2B5EF4-FFF2-40B4-BE49-F238E27FC236}">
                <a16:creationId xmlns:a16="http://schemas.microsoft.com/office/drawing/2014/main" id="{4EC4339D-750F-AAF5-9D72-CEAFBBC2B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579" y="5685779"/>
            <a:ext cx="158049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EventBridge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</a:t>
            </a:r>
          </a:p>
        </p:txBody>
      </p:sp>
      <p:cxnSp>
        <p:nvCxnSpPr>
          <p:cNvPr id="83" name="Straight Arrow Connector 52">
            <a:extLst>
              <a:ext uri="{FF2B5EF4-FFF2-40B4-BE49-F238E27FC236}">
                <a16:creationId xmlns:a16="http://schemas.microsoft.com/office/drawing/2014/main" id="{8B03F0BB-40B7-960B-926C-0DB1AE0E0D2F}"/>
              </a:ext>
            </a:extLst>
          </p:cNvPr>
          <p:cNvCxnSpPr>
            <a:cxnSpLocks/>
            <a:stCxn id="60" idx="2"/>
            <a:endCxn id="7" idx="1"/>
          </p:cNvCxnSpPr>
          <p:nvPr/>
        </p:nvCxnSpPr>
        <p:spPr>
          <a:xfrm rot="16200000" flipH="1">
            <a:off x="1187137" y="4214324"/>
            <a:ext cx="1075354" cy="1434087"/>
          </a:xfrm>
          <a:prstGeom prst="bentConnector2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DBBBA9C-A99B-449C-4526-44E3FB28CC31}"/>
              </a:ext>
            </a:extLst>
          </p:cNvPr>
          <p:cNvCxnSpPr>
            <a:cxnSpLocks/>
            <a:stCxn id="7" idx="3"/>
            <a:endCxn id="40" idx="1"/>
          </p:cNvCxnSpPr>
          <p:nvPr/>
        </p:nvCxnSpPr>
        <p:spPr>
          <a:xfrm flipV="1">
            <a:off x="2899058" y="5468609"/>
            <a:ext cx="981051" cy="436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0" name="Title 4">
            <a:extLst>
              <a:ext uri="{FF2B5EF4-FFF2-40B4-BE49-F238E27FC236}">
                <a16:creationId xmlns:a16="http://schemas.microsoft.com/office/drawing/2014/main" id="{BFBE2E03-3661-78BB-7ABF-61CB3CC15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0" y="-17693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Async Msg</a:t>
            </a:r>
          </a:p>
        </p:txBody>
      </p:sp>
      <p:sp>
        <p:nvSpPr>
          <p:cNvPr id="102" name="TextBox 17">
            <a:extLst>
              <a:ext uri="{FF2B5EF4-FFF2-40B4-BE49-F238E27FC236}">
                <a16:creationId xmlns:a16="http://schemas.microsoft.com/office/drawing/2014/main" id="{56B78E11-61DB-C63C-A1E9-A444AD078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83" y="5482201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idempotent processing</a:t>
            </a:r>
          </a:p>
        </p:txBody>
      </p:sp>
      <p:pic>
        <p:nvPicPr>
          <p:cNvPr id="7" name="Graphic 19">
            <a:extLst>
              <a:ext uri="{FF2B5EF4-FFF2-40B4-BE49-F238E27FC236}">
                <a16:creationId xmlns:a16="http://schemas.microsoft.com/office/drawing/2014/main" id="{CD869A18-EA71-E6FB-E26A-DC6A0E7D9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2441858" y="524044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644EDF84-35FB-A5FA-01C7-6D3001DA9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147" y="1826556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8E527652-A112-75DB-AE20-9D3567A78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9488" y="2027845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2D2682-E8C8-98C4-EB60-AE2A7E2E06D2}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7657614" y="1801549"/>
            <a:ext cx="2176799" cy="7001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B10656-61B8-D774-ADAA-9E4D78EDD716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4393213" y="1808550"/>
            <a:ext cx="2807201" cy="0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7" name="TextBox 18">
            <a:extLst>
              <a:ext uri="{FF2B5EF4-FFF2-40B4-BE49-F238E27FC236}">
                <a16:creationId xmlns:a16="http://schemas.microsoft.com/office/drawing/2014/main" id="{E4DC2A49-A261-07C2-6666-54E7EB20C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2211" y="3569135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Recipient domain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3B8BE48-8313-564A-66F5-25F5F7A08660}"/>
              </a:ext>
            </a:extLst>
          </p:cNvPr>
          <p:cNvSpPr/>
          <p:nvPr/>
        </p:nvSpPr>
        <p:spPr>
          <a:xfrm>
            <a:off x="283336" y="735857"/>
            <a:ext cx="9025500" cy="578507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Domain</a:t>
            </a:r>
          </a:p>
          <a:p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0CF3444-2BB4-B34C-91A1-0CED56521AAE}"/>
              </a:ext>
            </a:extLst>
          </p:cNvPr>
          <p:cNvCxnSpPr>
            <a:cxnSpLocks/>
            <a:stCxn id="49" idx="3"/>
            <a:endCxn id="25" idx="1"/>
          </p:cNvCxnSpPr>
          <p:nvPr/>
        </p:nvCxnSpPr>
        <p:spPr>
          <a:xfrm>
            <a:off x="8522701" y="5468609"/>
            <a:ext cx="1738900" cy="4397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34FF0D-55B3-F3B9-5E21-850194179B02}"/>
              </a:ext>
            </a:extLst>
          </p:cNvPr>
          <p:cNvSpPr/>
          <p:nvPr/>
        </p:nvSpPr>
        <p:spPr>
          <a:xfrm>
            <a:off x="4909060" y="896186"/>
            <a:ext cx="4234104" cy="547234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 </a:t>
            </a:r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 API</a:t>
            </a:r>
          </a:p>
        </p:txBody>
      </p:sp>
      <p:pic>
        <p:nvPicPr>
          <p:cNvPr id="29" name="Graphic 10">
            <a:extLst>
              <a:ext uri="{FF2B5EF4-FFF2-40B4-BE49-F238E27FC236}">
                <a16:creationId xmlns:a16="http://schemas.microsoft.com/office/drawing/2014/main" id="{8A412B71-390A-16FD-4B5F-72E4A2B0C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013" y="15799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Graphic 10">
            <a:extLst>
              <a:ext uri="{FF2B5EF4-FFF2-40B4-BE49-F238E27FC236}">
                <a16:creationId xmlns:a16="http://schemas.microsoft.com/office/drawing/2014/main" id="{E4DEF4A0-E6E8-4343-C328-650E8CCF6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752" y="15799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17">
            <a:extLst>
              <a:ext uri="{FF2B5EF4-FFF2-40B4-BE49-F238E27FC236}">
                <a16:creationId xmlns:a16="http://schemas.microsoft.com/office/drawing/2014/main" id="{3DC840C9-EC24-53D3-7F08-277CE4697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316" y="5682710"/>
            <a:ext cx="18129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Receiver</a:t>
            </a:r>
          </a:p>
        </p:txBody>
      </p:sp>
      <p:pic>
        <p:nvPicPr>
          <p:cNvPr id="40" name="Graphic 10">
            <a:extLst>
              <a:ext uri="{FF2B5EF4-FFF2-40B4-BE49-F238E27FC236}">
                <a16:creationId xmlns:a16="http://schemas.microsoft.com/office/drawing/2014/main" id="{BFEFECE7-F08F-2DBE-5B6A-335873C8A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109" y="524000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17">
            <a:extLst>
              <a:ext uri="{FF2B5EF4-FFF2-40B4-BE49-F238E27FC236}">
                <a16:creationId xmlns:a16="http://schemas.microsoft.com/office/drawing/2014/main" id="{C401980D-7435-08EE-E5F2-655B50491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142" y="5687904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Receiver</a:t>
            </a:r>
          </a:p>
        </p:txBody>
      </p:sp>
      <p:pic>
        <p:nvPicPr>
          <p:cNvPr id="45" name="Graphic 10">
            <a:extLst>
              <a:ext uri="{FF2B5EF4-FFF2-40B4-BE49-F238E27FC236}">
                <a16:creationId xmlns:a16="http://schemas.microsoft.com/office/drawing/2014/main" id="{5C59C078-D570-C6B3-1114-197222120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406" y="524000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Graphic 17">
            <a:extLst>
              <a:ext uri="{FF2B5EF4-FFF2-40B4-BE49-F238E27FC236}">
                <a16:creationId xmlns:a16="http://schemas.microsoft.com/office/drawing/2014/main" id="{2695AF96-A292-4CB2-2C38-2196EFCA0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8065501" y="524000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16">
            <a:extLst>
              <a:ext uri="{FF2B5EF4-FFF2-40B4-BE49-F238E27FC236}">
                <a16:creationId xmlns:a16="http://schemas.microsoft.com/office/drawing/2014/main" id="{07910771-1C12-9EDC-AEB0-BD24B0D1D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4321" y="5700102"/>
            <a:ext cx="17771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Sync endpoint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E925FEA-2100-8564-B164-8D74282C520A}"/>
              </a:ext>
            </a:extLst>
          </p:cNvPr>
          <p:cNvCxnSpPr>
            <a:cxnSpLocks/>
            <a:stCxn id="40" idx="3"/>
            <a:endCxn id="45" idx="1"/>
          </p:cNvCxnSpPr>
          <p:nvPr/>
        </p:nvCxnSpPr>
        <p:spPr>
          <a:xfrm>
            <a:off x="4337309" y="5468609"/>
            <a:ext cx="2350097" cy="0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79A0917-9F12-B1E0-E9FA-D8B94A31BEBE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7144606" y="5468609"/>
            <a:ext cx="920895" cy="0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71" name="Graphic 23">
            <a:extLst>
              <a:ext uri="{FF2B5EF4-FFF2-40B4-BE49-F238E27FC236}">
                <a16:creationId xmlns:a16="http://schemas.microsoft.com/office/drawing/2014/main" id="{6B90AFEF-B623-7673-0559-3966827DC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972" y="3495962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id="{ED51F3F4-92B9-9D31-FA9C-BA5D9E6CE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056" y="3965268"/>
            <a:ext cx="15570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map</a:t>
            </a:r>
          </a:p>
        </p:txBody>
      </p:sp>
      <p:pic>
        <p:nvPicPr>
          <p:cNvPr id="74" name="Graphic 10">
            <a:extLst>
              <a:ext uri="{FF2B5EF4-FFF2-40B4-BE49-F238E27FC236}">
                <a16:creationId xmlns:a16="http://schemas.microsoft.com/office/drawing/2014/main" id="{F1510885-A2FA-06C1-B6ED-13DCB8234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287" y="349587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TextBox 20">
            <a:extLst>
              <a:ext uri="{FF2B5EF4-FFF2-40B4-BE49-F238E27FC236}">
                <a16:creationId xmlns:a16="http://schemas.microsoft.com/office/drawing/2014/main" id="{587C527B-7793-7405-0B64-47DEFB2DA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203" y="3953070"/>
            <a:ext cx="14233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AWS Lambda</a:t>
            </a:r>
            <a:br>
              <a:rPr lang="en-US" altLang="en-US" dirty="0"/>
            </a:br>
            <a:r>
              <a:rPr lang="en-US" altLang="en-US" i="1" dirty="0"/>
              <a:t>mapper</a:t>
            </a:r>
          </a:p>
        </p:txBody>
      </p:sp>
      <p:cxnSp>
        <p:nvCxnSpPr>
          <p:cNvPr id="81" name="Straight Arrow Connector 16">
            <a:extLst>
              <a:ext uri="{FF2B5EF4-FFF2-40B4-BE49-F238E27FC236}">
                <a16:creationId xmlns:a16="http://schemas.microsoft.com/office/drawing/2014/main" id="{47A848C2-6477-B3CA-F302-1537CF44BFCF}"/>
              </a:ext>
            </a:extLst>
          </p:cNvPr>
          <p:cNvCxnSpPr>
            <a:cxnSpLocks/>
            <a:stCxn id="71" idx="1"/>
            <a:endCxn id="74" idx="3"/>
          </p:cNvCxnSpPr>
          <p:nvPr/>
        </p:nvCxnSpPr>
        <p:spPr>
          <a:xfrm flipH="1" flipV="1">
            <a:off x="5723487" y="3724470"/>
            <a:ext cx="960485" cy="92"/>
          </a:xfrm>
          <a:prstGeom prst="straightConnector1">
            <a:avLst/>
          </a:prstGeom>
          <a:ln w="12700">
            <a:solidFill>
              <a:srgbClr val="545B64"/>
            </a:solidFill>
            <a:prstDash val="dash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Graphic 10">
            <a:extLst>
              <a:ext uri="{FF2B5EF4-FFF2-40B4-BE49-F238E27FC236}">
                <a16:creationId xmlns:a16="http://schemas.microsoft.com/office/drawing/2014/main" id="{CFC6BB41-F6E0-1DA5-7813-FF8C2F6CC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638" y="349844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" name="TextBox 20">
            <a:extLst>
              <a:ext uri="{FF2B5EF4-FFF2-40B4-BE49-F238E27FC236}">
                <a16:creationId xmlns:a16="http://schemas.microsoft.com/office/drawing/2014/main" id="{4BAE73D5-27AB-538B-B3E2-13BE2EC6E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1554" y="3955645"/>
            <a:ext cx="14233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AWS Lambda</a:t>
            </a:r>
            <a:br>
              <a:rPr lang="en-US" altLang="en-US" dirty="0"/>
            </a:br>
            <a:r>
              <a:rPr lang="en-US" altLang="en-US" i="1" dirty="0"/>
              <a:t>mapper</a:t>
            </a:r>
          </a:p>
        </p:txBody>
      </p:sp>
      <p:cxnSp>
        <p:nvCxnSpPr>
          <p:cNvPr id="93" name="Straight Arrow Connector 16">
            <a:extLst>
              <a:ext uri="{FF2B5EF4-FFF2-40B4-BE49-F238E27FC236}">
                <a16:creationId xmlns:a16="http://schemas.microsoft.com/office/drawing/2014/main" id="{DE662131-0858-91C3-4DC1-BCDCF5147C13}"/>
              </a:ext>
            </a:extLst>
          </p:cNvPr>
          <p:cNvCxnSpPr>
            <a:cxnSpLocks/>
            <a:stCxn id="74" idx="1"/>
            <a:endCxn id="90" idx="3"/>
          </p:cNvCxnSpPr>
          <p:nvPr/>
        </p:nvCxnSpPr>
        <p:spPr>
          <a:xfrm flipH="1">
            <a:off x="3601838" y="3724470"/>
            <a:ext cx="1664449" cy="2575"/>
          </a:xfrm>
          <a:prstGeom prst="straightConnector1">
            <a:avLst/>
          </a:prstGeom>
          <a:ln w="12700">
            <a:solidFill>
              <a:srgbClr val="545B64"/>
            </a:solidFill>
            <a:prstDash val="dash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339CDF3-2D71-78C9-BD44-210C7F958290}"/>
              </a:ext>
            </a:extLst>
          </p:cNvPr>
          <p:cNvCxnSpPr>
            <a:cxnSpLocks/>
            <a:stCxn id="72" idx="2"/>
            <a:endCxn id="45" idx="0"/>
          </p:cNvCxnSpPr>
          <p:nvPr/>
        </p:nvCxnSpPr>
        <p:spPr>
          <a:xfrm>
            <a:off x="6912572" y="4396155"/>
            <a:ext cx="3434" cy="843854"/>
          </a:xfrm>
          <a:prstGeom prst="straightConnector1">
            <a:avLst/>
          </a:prstGeom>
          <a:ln>
            <a:headEnd type="arrow" w="med" len="sm"/>
            <a:tailEnd type="none" w="med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7" name="Straight Arrow Connector 16">
            <a:extLst>
              <a:ext uri="{FF2B5EF4-FFF2-40B4-BE49-F238E27FC236}">
                <a16:creationId xmlns:a16="http://schemas.microsoft.com/office/drawing/2014/main" id="{C80451EA-A894-E28A-554B-390D2F46D38B}"/>
              </a:ext>
            </a:extLst>
          </p:cNvPr>
          <p:cNvCxnSpPr>
            <a:cxnSpLocks/>
            <a:stCxn id="90" idx="1"/>
            <a:endCxn id="59" idx="3"/>
          </p:cNvCxnSpPr>
          <p:nvPr/>
        </p:nvCxnSpPr>
        <p:spPr>
          <a:xfrm flipH="1" flipV="1">
            <a:off x="1242721" y="3719936"/>
            <a:ext cx="1901917" cy="7109"/>
          </a:xfrm>
          <a:prstGeom prst="straightConnector1">
            <a:avLst/>
          </a:prstGeom>
          <a:ln w="12700">
            <a:solidFill>
              <a:srgbClr val="545B64"/>
            </a:solidFill>
            <a:prstDash val="dash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7">
            <a:extLst>
              <a:ext uri="{FF2B5EF4-FFF2-40B4-BE49-F238E27FC236}">
                <a16:creationId xmlns:a16="http://schemas.microsoft.com/office/drawing/2014/main" id="{804419F0-BDD4-87FC-7D4A-513BC52F5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963" y="3453767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map</a:t>
            </a:r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D080915B-08C3-2C25-FD0B-718AA8221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487" y="3472166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map</a:t>
            </a:r>
          </a:p>
        </p:txBody>
      </p:sp>
      <p:sp>
        <p:nvSpPr>
          <p:cNvPr id="114" name="TextBox 17">
            <a:extLst>
              <a:ext uri="{FF2B5EF4-FFF2-40B4-BE49-F238E27FC236}">
                <a16:creationId xmlns:a16="http://schemas.microsoft.com/office/drawing/2014/main" id="{5B8A5842-F93E-C1DA-1AE7-930803298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8450" y="5179359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</a:t>
            </a:r>
          </a:p>
        </p:txBody>
      </p:sp>
      <p:sp>
        <p:nvSpPr>
          <p:cNvPr id="115" name="TextBox 17">
            <a:extLst>
              <a:ext uri="{FF2B5EF4-FFF2-40B4-BE49-F238E27FC236}">
                <a16:creationId xmlns:a16="http://schemas.microsoft.com/office/drawing/2014/main" id="{0F95CBFD-0046-1FC5-D8EA-863DD6227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598" y="4894811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lookup</a:t>
            </a:r>
          </a:p>
        </p:txBody>
      </p:sp>
      <p:sp>
        <p:nvSpPr>
          <p:cNvPr id="119" name="TextBox 17">
            <a:extLst>
              <a:ext uri="{FF2B5EF4-FFF2-40B4-BE49-F238E27FC236}">
                <a16:creationId xmlns:a16="http://schemas.microsoft.com/office/drawing/2014/main" id="{5C11FC51-CBDD-A9A1-C8B9-66B4A5C15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412" y="5185842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publish</a:t>
            </a:r>
          </a:p>
        </p:txBody>
      </p:sp>
      <p:sp>
        <p:nvSpPr>
          <p:cNvPr id="120" name="TextBox 17">
            <a:extLst>
              <a:ext uri="{FF2B5EF4-FFF2-40B4-BE49-F238E27FC236}">
                <a16:creationId xmlns:a16="http://schemas.microsoft.com/office/drawing/2014/main" id="{9EC407BF-3D60-80A9-B3C5-6FF78DCDD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596" y="1543452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</a:t>
            </a:r>
          </a:p>
        </p:txBody>
      </p:sp>
      <p:sp>
        <p:nvSpPr>
          <p:cNvPr id="121" name="TextBox 17">
            <a:extLst>
              <a:ext uri="{FF2B5EF4-FFF2-40B4-BE49-F238E27FC236}">
                <a16:creationId xmlns:a16="http://schemas.microsoft.com/office/drawing/2014/main" id="{FB318CE3-EC10-55BD-3C23-AE380889D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7676" y="1548662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invoke</a:t>
            </a:r>
          </a:p>
        </p:txBody>
      </p:sp>
      <p:sp>
        <p:nvSpPr>
          <p:cNvPr id="122" name="TextBox 17">
            <a:extLst>
              <a:ext uri="{FF2B5EF4-FFF2-40B4-BE49-F238E27FC236}">
                <a16:creationId xmlns:a16="http://schemas.microsoft.com/office/drawing/2014/main" id="{15F50169-2CF5-8958-0C04-D9AC7F3F0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1739" y="1541289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HTTP request</a:t>
            </a:r>
          </a:p>
        </p:txBody>
      </p:sp>
    </p:spTree>
    <p:extLst>
      <p:ext uri="{BB962C8B-B14F-4D97-AF65-F5344CB8AC3E}">
        <p14:creationId xmlns:p14="http://schemas.microsoft.com/office/powerpoint/2010/main" val="1796058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9">
            <a:extLst>
              <a:ext uri="{FF2B5EF4-FFF2-40B4-BE49-F238E27FC236}">
                <a16:creationId xmlns:a16="http://schemas.microsoft.com/office/drawing/2014/main" id="{367D6430-8DFF-CDAD-70B1-655EB4B34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2604151" y="12328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8B057E-2B28-01E1-188A-815106BA3C10}"/>
              </a:ext>
            </a:extLst>
          </p:cNvPr>
          <p:cNvSpPr/>
          <p:nvPr/>
        </p:nvSpPr>
        <p:spPr>
          <a:xfrm>
            <a:off x="1830538" y="888257"/>
            <a:ext cx="7325897" cy="548027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Messenger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1D133238-40EF-575A-5389-AEE48F09A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191" y="1687249"/>
            <a:ext cx="173854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EventBridge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ECF6247A-6FB2-DB1D-8679-92914D53A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2312" y="2691361"/>
            <a:ext cx="181292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Wrap, sign, and look up receiver’s DNS endpoint</a:t>
            </a:r>
          </a:p>
        </p:txBody>
      </p:sp>
      <p:pic>
        <p:nvPicPr>
          <p:cNvPr id="31" name="Graphic 13">
            <a:extLst>
              <a:ext uri="{FF2B5EF4-FFF2-40B4-BE49-F238E27FC236}">
                <a16:creationId xmlns:a16="http://schemas.microsoft.com/office/drawing/2014/main" id="{6E5408D4-8C3A-26C9-2296-71E4F62F6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662" y="224346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089333-3780-4573-55E2-9E53AC241034}"/>
              </a:ext>
            </a:extLst>
          </p:cNvPr>
          <p:cNvCxnSpPr>
            <a:cxnSpLocks/>
            <a:stCxn id="63" idx="1"/>
            <a:endCxn id="2" idx="3"/>
          </p:cNvCxnSpPr>
          <p:nvPr/>
        </p:nvCxnSpPr>
        <p:spPr>
          <a:xfrm flipH="1" flipV="1">
            <a:off x="3061351" y="1461476"/>
            <a:ext cx="859811" cy="245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C936F68-9B86-E782-0B8E-000AC5407DDB}"/>
              </a:ext>
            </a:extLst>
          </p:cNvPr>
          <p:cNvCxnSpPr>
            <a:cxnSpLocks/>
            <a:stCxn id="26" idx="1"/>
            <a:endCxn id="63" idx="3"/>
          </p:cNvCxnSpPr>
          <p:nvPr/>
        </p:nvCxnSpPr>
        <p:spPr>
          <a:xfrm flipH="1">
            <a:off x="4378362" y="1463563"/>
            <a:ext cx="1088349" cy="37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>
            <a:extLst>
              <a:ext uri="{FF2B5EF4-FFF2-40B4-BE49-F238E27FC236}">
                <a16:creationId xmlns:a16="http://schemas.microsoft.com/office/drawing/2014/main" id="{4A714183-262D-D3E2-A839-C7D5FC51C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413" y="123004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29D1ED4-1891-B918-CA28-D4F37D344F9B}"/>
              </a:ext>
            </a:extLst>
          </p:cNvPr>
          <p:cNvCxnSpPr>
            <a:cxnSpLocks/>
            <a:stCxn id="2" idx="1"/>
            <a:endCxn id="59" idx="0"/>
          </p:cNvCxnSpPr>
          <p:nvPr/>
        </p:nvCxnSpPr>
        <p:spPr>
          <a:xfrm rot="10800000" flipV="1">
            <a:off x="1007771" y="1461476"/>
            <a:ext cx="1596380" cy="1749190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43">
            <a:extLst>
              <a:ext uri="{FF2B5EF4-FFF2-40B4-BE49-F238E27FC236}">
                <a16:creationId xmlns:a16="http://schemas.microsoft.com/office/drawing/2014/main" id="{9213C4DD-8398-C3DD-959B-D7C5F1388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21" y="321066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18">
            <a:extLst>
              <a:ext uri="{FF2B5EF4-FFF2-40B4-BE49-F238E27FC236}">
                <a16:creationId xmlns:a16="http://schemas.microsoft.com/office/drawing/2014/main" id="{81631603-D570-6A8D-8616-B565F7D25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46" y="3688484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Business Service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60D922-42BB-E9E9-AB39-BE0654652E22}"/>
              </a:ext>
            </a:extLst>
          </p:cNvPr>
          <p:cNvGrpSpPr/>
          <p:nvPr/>
        </p:nvGrpSpPr>
        <p:grpSpPr>
          <a:xfrm>
            <a:off x="6374806" y="5241513"/>
            <a:ext cx="1777160" cy="890980"/>
            <a:chOff x="6374806" y="5241513"/>
            <a:chExt cx="1777160" cy="890980"/>
          </a:xfrm>
        </p:grpSpPr>
        <p:pic>
          <p:nvPicPr>
            <p:cNvPr id="16" name="Graphic 17">
              <a:extLst>
                <a:ext uri="{FF2B5EF4-FFF2-40B4-BE49-F238E27FC236}">
                  <a16:creationId xmlns:a16="http://schemas.microsoft.com/office/drawing/2014/main" id="{E8633F36-198A-7092-BB53-87617A7A71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/>
          </p:blipFill>
          <p:spPr bwMode="auto">
            <a:xfrm>
              <a:off x="7025986" y="524151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8A962CD8-E440-70D4-AC87-0A8EB783E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4806" y="5701606"/>
              <a:ext cx="177716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API Gateway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Callback endpoint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376217-0010-BC33-0E02-5912280B44A4}"/>
              </a:ext>
            </a:extLst>
          </p:cNvPr>
          <p:cNvCxnSpPr>
            <a:cxnSpLocks/>
            <a:stCxn id="42" idx="3"/>
            <a:endCxn id="16" idx="1"/>
          </p:cNvCxnSpPr>
          <p:nvPr/>
        </p:nvCxnSpPr>
        <p:spPr>
          <a:xfrm flipV="1">
            <a:off x="5892546" y="5470113"/>
            <a:ext cx="1133440" cy="305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50">
            <a:extLst>
              <a:ext uri="{FF2B5EF4-FFF2-40B4-BE49-F238E27FC236}">
                <a16:creationId xmlns:a16="http://schemas.microsoft.com/office/drawing/2014/main" id="{B87F3B01-3AA7-AB08-1869-50496A697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601" y="52444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4C1A347-6ACC-CB70-B72F-0FE737DA6CA2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>
            <a:off x="7483186" y="5470113"/>
            <a:ext cx="865645" cy="143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BB0497-405E-C75C-B17E-33D22C3F7823}"/>
              </a:ext>
            </a:extLst>
          </p:cNvPr>
          <p:cNvCxnSpPr>
            <a:cxnSpLocks/>
            <a:stCxn id="48" idx="0"/>
            <a:endCxn id="51" idx="3"/>
          </p:cNvCxnSpPr>
          <p:nvPr/>
        </p:nvCxnSpPr>
        <p:spPr>
          <a:xfrm rot="16200000" flipV="1">
            <a:off x="10172971" y="1577291"/>
            <a:ext cx="1071608" cy="834323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Graphic 43">
            <a:extLst>
              <a:ext uri="{FF2B5EF4-FFF2-40B4-BE49-F238E27FC236}">
                <a16:creationId xmlns:a16="http://schemas.microsoft.com/office/drawing/2014/main" id="{11E243CD-DC11-668C-ADB5-248BB4FE4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986" y="2530257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2" name="Straight Arrow Connector 37">
            <a:extLst>
              <a:ext uri="{FF2B5EF4-FFF2-40B4-BE49-F238E27FC236}">
                <a16:creationId xmlns:a16="http://schemas.microsoft.com/office/drawing/2014/main" id="{CEE344DF-A6BE-FADB-0B6A-DE76876F500E}"/>
              </a:ext>
            </a:extLst>
          </p:cNvPr>
          <p:cNvCxnSpPr>
            <a:cxnSpLocks/>
            <a:stCxn id="25" idx="3"/>
            <a:endCxn id="97" idx="2"/>
          </p:cNvCxnSpPr>
          <p:nvPr/>
        </p:nvCxnSpPr>
        <p:spPr>
          <a:xfrm flipV="1">
            <a:off x="10718801" y="3405662"/>
            <a:ext cx="407135" cy="2067344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18">
            <a:extLst>
              <a:ext uri="{FF2B5EF4-FFF2-40B4-BE49-F238E27FC236}">
                <a16:creationId xmlns:a16="http://schemas.microsoft.com/office/drawing/2014/main" id="{B41CDD02-365A-A238-8FFB-660E995F1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740" y="1588397"/>
            <a:ext cx="173854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Request</a:t>
            </a:r>
            <a:b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Async Msg Envelope</a:t>
            </a:r>
          </a:p>
        </p:txBody>
      </p:sp>
      <p:sp>
        <p:nvSpPr>
          <p:cNvPr id="58" name="TextBox 18">
            <a:extLst>
              <a:ext uri="{FF2B5EF4-FFF2-40B4-BE49-F238E27FC236}">
                <a16:creationId xmlns:a16="http://schemas.microsoft.com/office/drawing/2014/main" id="{2A0F19D5-DC76-4CCC-2C76-2554A4613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3636" y="5618092"/>
            <a:ext cx="17652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Request + Response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Async Msg Envelope</a:t>
            </a:r>
          </a:p>
        </p:txBody>
      </p:sp>
      <p:sp>
        <p:nvSpPr>
          <p:cNvPr id="68" name="TextBox 17">
            <a:extLst>
              <a:ext uri="{FF2B5EF4-FFF2-40B4-BE49-F238E27FC236}">
                <a16:creationId xmlns:a16="http://schemas.microsoft.com/office/drawing/2014/main" id="{20D42827-0CD5-373C-0A00-390410C35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622" y="4400175"/>
            <a:ext cx="16481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Unwrap and validate</a:t>
            </a:r>
          </a:p>
        </p:txBody>
      </p:sp>
      <p:pic>
        <p:nvPicPr>
          <p:cNvPr id="69" name="Graphic 13">
            <a:extLst>
              <a:ext uri="{FF2B5EF4-FFF2-40B4-BE49-F238E27FC236}">
                <a16:creationId xmlns:a16="http://schemas.microsoft.com/office/drawing/2014/main" id="{88DD3024-49C4-4D3D-94D4-3E7B7FE88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565" y="394481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18">
            <a:extLst>
              <a:ext uri="{FF2B5EF4-FFF2-40B4-BE49-F238E27FC236}">
                <a16:creationId xmlns:a16="http://schemas.microsoft.com/office/drawing/2014/main" id="{4EC4339D-750F-AAF5-9D72-CEAFBBC2B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6309" y="5685779"/>
            <a:ext cx="158049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EventBridge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</a:t>
            </a:r>
          </a:p>
        </p:txBody>
      </p:sp>
      <p:cxnSp>
        <p:nvCxnSpPr>
          <p:cNvPr id="83" name="Straight Arrow Connector 52">
            <a:extLst>
              <a:ext uri="{FF2B5EF4-FFF2-40B4-BE49-F238E27FC236}">
                <a16:creationId xmlns:a16="http://schemas.microsoft.com/office/drawing/2014/main" id="{8B03F0BB-40B7-960B-926C-0DB1AE0E0D2F}"/>
              </a:ext>
            </a:extLst>
          </p:cNvPr>
          <p:cNvCxnSpPr>
            <a:cxnSpLocks/>
            <a:stCxn id="59" idx="3"/>
            <a:endCxn id="7" idx="0"/>
          </p:cNvCxnSpPr>
          <p:nvPr/>
        </p:nvCxnSpPr>
        <p:spPr>
          <a:xfrm>
            <a:off x="1242721" y="3445616"/>
            <a:ext cx="1553467" cy="1794829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Graphic 43">
            <a:extLst>
              <a:ext uri="{FF2B5EF4-FFF2-40B4-BE49-F238E27FC236}">
                <a16:creationId xmlns:a16="http://schemas.microsoft.com/office/drawing/2014/main" id="{4E89604A-9EC8-EA83-3F4E-FCFAED89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58" y="522457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Box 18">
            <a:extLst>
              <a:ext uri="{FF2B5EF4-FFF2-40B4-BE49-F238E27FC236}">
                <a16:creationId xmlns:a16="http://schemas.microsoft.com/office/drawing/2014/main" id="{6602BBD7-8971-E440-CFC5-0F563A9B1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283" y="5702388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Log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Service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DBBBA9C-A99B-449C-4526-44E3FB28CC31}"/>
              </a:ext>
            </a:extLst>
          </p:cNvPr>
          <p:cNvCxnSpPr>
            <a:cxnSpLocks/>
            <a:stCxn id="7" idx="3"/>
            <a:endCxn id="85" idx="1"/>
          </p:cNvCxnSpPr>
          <p:nvPr/>
        </p:nvCxnSpPr>
        <p:spPr>
          <a:xfrm>
            <a:off x="3024788" y="5469045"/>
            <a:ext cx="920925" cy="181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A076EDC-E9CC-8E50-0DE8-F2DC7660E0F8}"/>
              </a:ext>
            </a:extLst>
          </p:cNvPr>
          <p:cNvCxnSpPr>
            <a:cxnSpLocks/>
            <a:stCxn id="86" idx="3"/>
            <a:endCxn id="7" idx="1"/>
          </p:cNvCxnSpPr>
          <p:nvPr/>
        </p:nvCxnSpPr>
        <p:spPr>
          <a:xfrm>
            <a:off x="1237958" y="5459520"/>
            <a:ext cx="1329630" cy="952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4">
            <a:extLst>
              <a:ext uri="{FF2B5EF4-FFF2-40B4-BE49-F238E27FC236}">
                <a16:creationId xmlns:a16="http://schemas.microsoft.com/office/drawing/2014/main" id="{BFBE2E03-3661-78BB-7ABF-61CB3CC15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0" y="-17693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Async Msg</a:t>
            </a:r>
          </a:p>
        </p:txBody>
      </p:sp>
      <p:sp>
        <p:nvSpPr>
          <p:cNvPr id="102" name="TextBox 17">
            <a:extLst>
              <a:ext uri="{FF2B5EF4-FFF2-40B4-BE49-F238E27FC236}">
                <a16:creationId xmlns:a16="http://schemas.microsoft.com/office/drawing/2014/main" id="{56B78E11-61DB-C63C-A1E9-A444AD078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188" y="3009993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Idempotent processing</a:t>
            </a:r>
          </a:p>
        </p:txBody>
      </p:sp>
      <p:sp>
        <p:nvSpPr>
          <p:cNvPr id="103" name="TextBox 17">
            <a:extLst>
              <a:ext uri="{FF2B5EF4-FFF2-40B4-BE49-F238E27FC236}">
                <a16:creationId xmlns:a16="http://schemas.microsoft.com/office/drawing/2014/main" id="{17F2E3F7-2B1A-9F98-FB12-00FEB4C88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451" y="5191408"/>
            <a:ext cx="63541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archive</a:t>
            </a:r>
          </a:p>
        </p:txBody>
      </p:sp>
      <p:pic>
        <p:nvPicPr>
          <p:cNvPr id="7" name="Graphic 19">
            <a:extLst>
              <a:ext uri="{FF2B5EF4-FFF2-40B4-BE49-F238E27FC236}">
                <a16:creationId xmlns:a16="http://schemas.microsoft.com/office/drawing/2014/main" id="{CD869A18-EA71-E6FB-E26A-DC6A0E7D9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2567588" y="524044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644EDF84-35FB-A5FA-01C7-6D3001DA9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147" y="1483656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8E527652-A112-75DB-AE20-9D3567A78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9488" y="1684945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Sender</a:t>
            </a:r>
          </a:p>
        </p:txBody>
      </p:sp>
      <p:pic>
        <p:nvPicPr>
          <p:cNvPr id="18" name="Graphic 13">
            <a:extLst>
              <a:ext uri="{FF2B5EF4-FFF2-40B4-BE49-F238E27FC236}">
                <a16:creationId xmlns:a16="http://schemas.microsoft.com/office/drawing/2014/main" id="{D73432EB-465E-1CDE-7BC6-DA953401B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414" y="12370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2D2682-E8C8-98C4-EB60-AE2A7E2E06D2}"/>
              </a:ext>
            </a:extLst>
          </p:cNvPr>
          <p:cNvCxnSpPr>
            <a:cxnSpLocks/>
            <a:stCxn id="51" idx="1"/>
            <a:endCxn id="18" idx="3"/>
          </p:cNvCxnSpPr>
          <p:nvPr/>
        </p:nvCxnSpPr>
        <p:spPr>
          <a:xfrm flipH="1">
            <a:off x="7657614" y="1458649"/>
            <a:ext cx="2176799" cy="700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7">
            <a:extLst>
              <a:ext uri="{FF2B5EF4-FFF2-40B4-BE49-F238E27FC236}">
                <a16:creationId xmlns:a16="http://schemas.microsoft.com/office/drawing/2014/main" id="{4A16D11B-2199-59A8-377F-E16C1554F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9001" y="1195593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HTTPS call</a:t>
            </a:r>
          </a:p>
        </p:txBody>
      </p:sp>
      <p:pic>
        <p:nvPicPr>
          <p:cNvPr id="26" name="Graphic 26">
            <a:extLst>
              <a:ext uri="{FF2B5EF4-FFF2-40B4-BE49-F238E27FC236}">
                <a16:creationId xmlns:a16="http://schemas.microsoft.com/office/drawing/2014/main" id="{F81E8B80-EB29-C956-3A8E-4B769B07F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711" y="12349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1">
            <a:extLst>
              <a:ext uri="{FF2B5EF4-FFF2-40B4-BE49-F238E27FC236}">
                <a16:creationId xmlns:a16="http://schemas.microsoft.com/office/drawing/2014/main" id="{35076263-2AD3-BDB0-D438-0B7D26895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878" y="1681653"/>
            <a:ext cx="14233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SQS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Retry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queue</a:t>
            </a:r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2B6DFDC4-B3E0-CFCF-B01B-E0830351B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199" y="2853024"/>
            <a:ext cx="85264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DLQ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Queue</a:t>
            </a:r>
          </a:p>
        </p:txBody>
      </p:sp>
      <p:pic>
        <p:nvPicPr>
          <p:cNvPr id="35" name="Graphic 29">
            <a:extLst>
              <a:ext uri="{FF2B5EF4-FFF2-40B4-BE49-F238E27FC236}">
                <a16:creationId xmlns:a16="http://schemas.microsoft.com/office/drawing/2014/main" id="{E3A7598C-9984-12F3-2A78-6F58E8AA9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328" y="247377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" name="Straight Arrow Connector 52">
            <a:extLst>
              <a:ext uri="{FF2B5EF4-FFF2-40B4-BE49-F238E27FC236}">
                <a16:creationId xmlns:a16="http://schemas.microsoft.com/office/drawing/2014/main" id="{69D50C05-C1D6-559D-57CA-090083F826B1}"/>
              </a:ext>
            </a:extLst>
          </p:cNvPr>
          <p:cNvCxnSpPr>
            <a:cxnSpLocks/>
            <a:stCxn id="35" idx="0"/>
            <a:endCxn id="27" idx="2"/>
          </p:cNvCxnSpPr>
          <p:nvPr/>
        </p:nvCxnSpPr>
        <p:spPr>
          <a:xfrm flipV="1">
            <a:off x="5698928" y="2112540"/>
            <a:ext cx="635" cy="361234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26">
            <a:extLst>
              <a:ext uri="{FF2B5EF4-FFF2-40B4-BE49-F238E27FC236}">
                <a16:creationId xmlns:a16="http://schemas.microsoft.com/office/drawing/2014/main" id="{828A30B9-2FB5-8D26-2227-F52BE8586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346" y="524456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TextBox 11">
            <a:extLst>
              <a:ext uri="{FF2B5EF4-FFF2-40B4-BE49-F238E27FC236}">
                <a16:creationId xmlns:a16="http://schemas.microsoft.com/office/drawing/2014/main" id="{3B3691D1-188E-96F1-5ACB-EFD07590F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513" y="5691256"/>
            <a:ext cx="14233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SQS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input queue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03818FD-AE78-D139-2DFC-5BC737A46C49}"/>
              </a:ext>
            </a:extLst>
          </p:cNvPr>
          <p:cNvCxnSpPr>
            <a:cxnSpLocks/>
            <a:stCxn id="85" idx="3"/>
            <a:endCxn id="42" idx="1"/>
          </p:cNvCxnSpPr>
          <p:nvPr/>
        </p:nvCxnSpPr>
        <p:spPr>
          <a:xfrm>
            <a:off x="4402913" y="5470864"/>
            <a:ext cx="1032433" cy="2302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22">
            <a:extLst>
              <a:ext uri="{FF2B5EF4-FFF2-40B4-BE49-F238E27FC236}">
                <a16:creationId xmlns:a16="http://schemas.microsoft.com/office/drawing/2014/main" id="{0190D9C2-2CFB-7F7B-97A3-9DE70B92D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517" y="4397691"/>
            <a:ext cx="85264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DLQ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Queue</a:t>
            </a:r>
          </a:p>
        </p:txBody>
      </p:sp>
      <p:pic>
        <p:nvPicPr>
          <p:cNvPr id="55" name="Graphic 29">
            <a:extLst>
              <a:ext uri="{FF2B5EF4-FFF2-40B4-BE49-F238E27FC236}">
                <a16:creationId xmlns:a16="http://schemas.microsoft.com/office/drawing/2014/main" id="{A83BF9BC-1E24-CD51-897B-FB2EA2F4D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646" y="401844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" name="Straight Arrow Connector 52">
            <a:extLst>
              <a:ext uri="{FF2B5EF4-FFF2-40B4-BE49-F238E27FC236}">
                <a16:creationId xmlns:a16="http://schemas.microsoft.com/office/drawing/2014/main" id="{461120D2-D37A-FF7C-2320-53D10B7AAC6F}"/>
              </a:ext>
            </a:extLst>
          </p:cNvPr>
          <p:cNvCxnSpPr>
            <a:cxnSpLocks/>
            <a:stCxn id="54" idx="2"/>
            <a:endCxn id="42" idx="0"/>
          </p:cNvCxnSpPr>
          <p:nvPr/>
        </p:nvCxnSpPr>
        <p:spPr>
          <a:xfrm flipH="1">
            <a:off x="5663946" y="4828578"/>
            <a:ext cx="5892" cy="41598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Graphic 16">
            <a:extLst>
              <a:ext uri="{FF2B5EF4-FFF2-40B4-BE49-F238E27FC236}">
                <a16:creationId xmlns:a16="http://schemas.microsoft.com/office/drawing/2014/main" id="{F10233E3-707D-AC25-1BCD-41F3121E7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3921162" y="123533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B10656-61B8-D774-ADAA-9E4D78EDD716}"/>
              </a:ext>
            </a:extLst>
          </p:cNvPr>
          <p:cNvCxnSpPr>
            <a:cxnSpLocks/>
            <a:stCxn id="18" idx="1"/>
            <a:endCxn id="26" idx="3"/>
          </p:cNvCxnSpPr>
          <p:nvPr/>
        </p:nvCxnSpPr>
        <p:spPr>
          <a:xfrm flipH="1" flipV="1">
            <a:off x="5923911" y="1463563"/>
            <a:ext cx="1276503" cy="208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18">
            <a:extLst>
              <a:ext uri="{FF2B5EF4-FFF2-40B4-BE49-F238E27FC236}">
                <a16:creationId xmlns:a16="http://schemas.microsoft.com/office/drawing/2014/main" id="{0FA81235-D6AA-478E-3337-24F411861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002" y="1626850"/>
            <a:ext cx="55395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Pipe</a:t>
            </a:r>
            <a:endParaRPr lang="en-US" altLang="en-US" sz="11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37AE38E-65D9-7774-2A68-E8CD59C2029E}"/>
              </a:ext>
            </a:extLst>
          </p:cNvPr>
          <p:cNvCxnSpPr>
            <a:cxnSpLocks/>
            <a:stCxn id="31" idx="0"/>
            <a:endCxn id="76" idx="2"/>
          </p:cNvCxnSpPr>
          <p:nvPr/>
        </p:nvCxnSpPr>
        <p:spPr>
          <a:xfrm flipV="1">
            <a:off x="4187262" y="1888460"/>
            <a:ext cx="2718" cy="355006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Graphic 16">
            <a:extLst>
              <a:ext uri="{FF2B5EF4-FFF2-40B4-BE49-F238E27FC236}">
                <a16:creationId xmlns:a16="http://schemas.microsoft.com/office/drawing/2014/main" id="{FA5941B1-EA83-1808-31AC-C47D4E8E9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3945713" y="524226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TextBox 18">
            <a:extLst>
              <a:ext uri="{FF2B5EF4-FFF2-40B4-BE49-F238E27FC236}">
                <a16:creationId xmlns:a16="http://schemas.microsoft.com/office/drawing/2014/main" id="{200C3E58-8086-CCFA-F885-F89D3C537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553" y="5633781"/>
            <a:ext cx="55395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Pipe</a:t>
            </a:r>
            <a:endParaRPr lang="en-US" altLang="en-US" sz="11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C1E936F-4A7C-9AC4-2E2D-6AA42F8538EA}"/>
              </a:ext>
            </a:extLst>
          </p:cNvPr>
          <p:cNvCxnSpPr>
            <a:cxnSpLocks/>
            <a:stCxn id="68" idx="2"/>
            <a:endCxn id="85" idx="0"/>
          </p:cNvCxnSpPr>
          <p:nvPr/>
        </p:nvCxnSpPr>
        <p:spPr>
          <a:xfrm flipH="1">
            <a:off x="4174313" y="4831062"/>
            <a:ext cx="2364" cy="411202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18">
            <a:extLst>
              <a:ext uri="{FF2B5EF4-FFF2-40B4-BE49-F238E27FC236}">
                <a16:creationId xmlns:a16="http://schemas.microsoft.com/office/drawing/2014/main" id="{E4DC2A49-A261-07C2-6666-54E7EB20C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2211" y="2974775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Recipient domain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A9F496-48AE-40DA-4FB0-62C4E536D056}"/>
              </a:ext>
            </a:extLst>
          </p:cNvPr>
          <p:cNvGrpSpPr/>
          <p:nvPr/>
        </p:nvGrpSpPr>
        <p:grpSpPr>
          <a:xfrm>
            <a:off x="7472163" y="2536936"/>
            <a:ext cx="1415484" cy="885849"/>
            <a:chOff x="7472163" y="2536936"/>
            <a:chExt cx="1415484" cy="885849"/>
          </a:xfrm>
        </p:grpSpPr>
        <p:pic>
          <p:nvPicPr>
            <p:cNvPr id="104" name="Graphic 21">
              <a:extLst>
                <a:ext uri="{FF2B5EF4-FFF2-40B4-BE49-F238E27FC236}">
                  <a16:creationId xmlns:a16="http://schemas.microsoft.com/office/drawing/2014/main" id="{34C10C6B-3968-F777-3423-FC528396B7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1305" y="2536936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TextBox 12">
              <a:extLst>
                <a:ext uri="{FF2B5EF4-FFF2-40B4-BE49-F238E27FC236}">
                  <a16:creationId xmlns:a16="http://schemas.microsoft.com/office/drawing/2014/main" id="{5B95B2C6-C15E-C4EE-1186-96AED1264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2163" y="2991898"/>
              <a:ext cx="14154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>
                <a:defRPr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dirty="0"/>
                <a:t>Amazon Route 53</a:t>
              </a:r>
              <a:br>
                <a:rPr lang="en-US" altLang="en-US" dirty="0"/>
              </a:br>
              <a:r>
                <a:rPr lang="en-US" altLang="en-US" i="1" dirty="0"/>
                <a:t>DNS Record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1BE4CF5-6DCC-50B7-CB2A-4D37A7484C3F}"/>
              </a:ext>
            </a:extLst>
          </p:cNvPr>
          <p:cNvCxnSpPr>
            <a:cxnSpLocks/>
            <a:stCxn id="104" idx="3"/>
            <a:endCxn id="48" idx="1"/>
          </p:cNvCxnSpPr>
          <p:nvPr/>
        </p:nvCxnSpPr>
        <p:spPr>
          <a:xfrm flipV="1">
            <a:off x="8408505" y="2765207"/>
            <a:ext cx="2482481" cy="32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7">
            <a:extLst>
              <a:ext uri="{FF2B5EF4-FFF2-40B4-BE49-F238E27FC236}">
                <a16:creationId xmlns:a16="http://schemas.microsoft.com/office/drawing/2014/main" id="{715AF006-3D31-0F5E-7AED-968FD0B6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4954" y="2777560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Lookup endpoint’s TXT record 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3B8BE48-8313-564A-66F5-25F5F7A08660}"/>
              </a:ext>
            </a:extLst>
          </p:cNvPr>
          <p:cNvSpPr/>
          <p:nvPr/>
        </p:nvSpPr>
        <p:spPr>
          <a:xfrm>
            <a:off x="283336" y="735857"/>
            <a:ext cx="9025500" cy="578507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Domain</a:t>
            </a:r>
          </a:p>
          <a:p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DEA663-AF8D-08F5-E9F1-2E87A0A59AC1}"/>
              </a:ext>
            </a:extLst>
          </p:cNvPr>
          <p:cNvGrpSpPr/>
          <p:nvPr/>
        </p:nvGrpSpPr>
        <p:grpSpPr>
          <a:xfrm>
            <a:off x="6610603" y="4023854"/>
            <a:ext cx="1286804" cy="884989"/>
            <a:chOff x="6610603" y="4023854"/>
            <a:chExt cx="1286804" cy="884989"/>
          </a:xfrm>
        </p:grpSpPr>
        <p:pic>
          <p:nvPicPr>
            <p:cNvPr id="116" name="Graphic 20">
              <a:extLst>
                <a:ext uri="{FF2B5EF4-FFF2-40B4-BE49-F238E27FC236}">
                  <a16:creationId xmlns:a16="http://schemas.microsoft.com/office/drawing/2014/main" id="{8A516382-1F3F-2370-37E1-91DD959841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6578" y="4023854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TextBox 12">
              <a:extLst>
                <a:ext uri="{FF2B5EF4-FFF2-40B4-BE49-F238E27FC236}">
                  <a16:creationId xmlns:a16="http://schemas.microsoft.com/office/drawing/2014/main" id="{18508FEB-F437-07E4-888F-BEF006AA5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0603" y="4477956"/>
              <a:ext cx="128680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Certificate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Manager (ACM)</a:t>
              </a:r>
            </a:p>
          </p:txBody>
        </p:sp>
      </p:grpSp>
      <p:cxnSp>
        <p:nvCxnSpPr>
          <p:cNvPr id="118" name="Straight Arrow Connector 52">
            <a:extLst>
              <a:ext uri="{FF2B5EF4-FFF2-40B4-BE49-F238E27FC236}">
                <a16:creationId xmlns:a16="http://schemas.microsoft.com/office/drawing/2014/main" id="{E07B1380-077F-7DB9-6759-3A652D9784D3}"/>
              </a:ext>
            </a:extLst>
          </p:cNvPr>
          <p:cNvCxnSpPr>
            <a:cxnSpLocks/>
            <a:stCxn id="16" idx="0"/>
            <a:endCxn id="117" idx="2"/>
          </p:cNvCxnSpPr>
          <p:nvPr/>
        </p:nvCxnSpPr>
        <p:spPr>
          <a:xfrm flipH="1" flipV="1">
            <a:off x="7254005" y="4908843"/>
            <a:ext cx="581" cy="33267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D0DDFCA-13B2-5911-263E-27046018A64C}"/>
              </a:ext>
            </a:extLst>
          </p:cNvPr>
          <p:cNvGrpSpPr/>
          <p:nvPr/>
        </p:nvGrpSpPr>
        <p:grpSpPr>
          <a:xfrm>
            <a:off x="8091341" y="5242952"/>
            <a:ext cx="972180" cy="730948"/>
            <a:chOff x="8091341" y="5242952"/>
            <a:chExt cx="972180" cy="730948"/>
          </a:xfrm>
        </p:grpSpPr>
        <p:pic>
          <p:nvPicPr>
            <p:cNvPr id="3" name="Graphic 8">
              <a:extLst>
                <a:ext uri="{FF2B5EF4-FFF2-40B4-BE49-F238E27FC236}">
                  <a16:creationId xmlns:a16="http://schemas.microsoft.com/office/drawing/2014/main" id="{8AB7B39C-917F-260A-934F-30B7D08CD4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8831" y="5242952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11">
              <a:extLst>
                <a:ext uri="{FF2B5EF4-FFF2-40B4-BE49-F238E27FC236}">
                  <a16:creationId xmlns:a16="http://schemas.microsoft.com/office/drawing/2014/main" id="{AF9E2E62-930F-1117-4073-612D4C285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1341" y="5712290"/>
              <a:ext cx="97218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WAF</a:t>
              </a:r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0CF3444-2BB4-B34C-91A1-0CED56521AAE}"/>
              </a:ext>
            </a:extLst>
          </p:cNvPr>
          <p:cNvCxnSpPr>
            <a:cxnSpLocks/>
            <a:stCxn id="3" idx="3"/>
            <a:endCxn id="25" idx="1"/>
          </p:cNvCxnSpPr>
          <p:nvPr/>
        </p:nvCxnSpPr>
        <p:spPr>
          <a:xfrm>
            <a:off x="8806031" y="5471552"/>
            <a:ext cx="1455570" cy="1454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352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2668AA-4F2B-90A5-7268-ECD8E750C839}"/>
              </a:ext>
            </a:extLst>
          </p:cNvPr>
          <p:cNvSpPr/>
          <p:nvPr/>
        </p:nvSpPr>
        <p:spPr>
          <a:xfrm>
            <a:off x="1716308" y="1236019"/>
            <a:ext cx="1765300" cy="513250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phic 19">
            <a:extLst>
              <a:ext uri="{FF2B5EF4-FFF2-40B4-BE49-F238E27FC236}">
                <a16:creationId xmlns:a16="http://schemas.microsoft.com/office/drawing/2014/main" id="{367D6430-8DFF-CDAD-70B1-655EB4B34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2217958" y="77049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589680A4-01CF-A021-D0D7-E8A097EB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721" y="1542022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EventBridge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8B057E-2B28-01E1-188A-815106BA3C10}"/>
              </a:ext>
            </a:extLst>
          </p:cNvPr>
          <p:cNvSpPr/>
          <p:nvPr/>
        </p:nvSpPr>
        <p:spPr>
          <a:xfrm>
            <a:off x="3737195" y="1236019"/>
            <a:ext cx="1765300" cy="513250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A16C2D-80C4-AED6-7356-C7B7F68215CA}"/>
              </a:ext>
            </a:extLst>
          </p:cNvPr>
          <p:cNvSpPr/>
          <p:nvPr/>
        </p:nvSpPr>
        <p:spPr>
          <a:xfrm>
            <a:off x="5758082" y="1236019"/>
            <a:ext cx="1765300" cy="354051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D9B072-B5F8-A0FA-9D3A-B63905F0E51E}"/>
              </a:ext>
            </a:extLst>
          </p:cNvPr>
          <p:cNvSpPr/>
          <p:nvPr/>
        </p:nvSpPr>
        <p:spPr>
          <a:xfrm>
            <a:off x="7778969" y="1236019"/>
            <a:ext cx="1765300" cy="513250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7">
            <a:extLst>
              <a:ext uri="{FF2B5EF4-FFF2-40B4-BE49-F238E27FC236}">
                <a16:creationId xmlns:a16="http://schemas.microsoft.com/office/drawing/2014/main" id="{C7A877BF-E8C8-A20C-5FBD-48A4F1C13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308" y="77049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9">
            <a:extLst>
              <a:ext uri="{FF2B5EF4-FFF2-40B4-BE49-F238E27FC236}">
                <a16:creationId xmlns:a16="http://schemas.microsoft.com/office/drawing/2014/main" id="{13EECC20-6E13-C263-E2D6-C90750832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371" y="1535672"/>
            <a:ext cx="2268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Step Functions</a:t>
            </a:r>
          </a:p>
        </p:txBody>
      </p:sp>
      <p:pic>
        <p:nvPicPr>
          <p:cNvPr id="16" name="Graphic 17">
            <a:extLst>
              <a:ext uri="{FF2B5EF4-FFF2-40B4-BE49-F238E27FC236}">
                <a16:creationId xmlns:a16="http://schemas.microsoft.com/office/drawing/2014/main" id="{E8633F36-198A-7092-BB53-87617A7A7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8293843" y="77049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id="{09485F2C-C538-6C5E-522B-D720ECA6A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656" y="1532497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</a:p>
        </p:txBody>
      </p:sp>
      <p:pic>
        <p:nvPicPr>
          <p:cNvPr id="18" name="Graphic 23">
            <a:extLst>
              <a:ext uri="{FF2B5EF4-FFF2-40B4-BE49-F238E27FC236}">
                <a16:creationId xmlns:a16="http://schemas.microsoft.com/office/drawing/2014/main" id="{064EC499-D6CB-FE34-4C17-6344E3534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765" y="77049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2">
            <a:extLst>
              <a:ext uri="{FF2B5EF4-FFF2-40B4-BE49-F238E27FC236}">
                <a16:creationId xmlns:a16="http://schemas.microsoft.com/office/drawing/2014/main" id="{B501D1E1-CCC2-9AF7-DF9B-12545C7D1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053" y="1534084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DEB397-6AE0-2315-97BA-090DE161F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522" y="3417888"/>
            <a:ext cx="84034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Table</a:t>
            </a:r>
          </a:p>
        </p:txBody>
      </p:sp>
      <p:pic>
        <p:nvPicPr>
          <p:cNvPr id="21" name="Graphic 29">
            <a:extLst>
              <a:ext uri="{FF2B5EF4-FFF2-40B4-BE49-F238E27FC236}">
                <a16:creationId xmlns:a16="http://schemas.microsoft.com/office/drawing/2014/main" id="{6E5A2F4A-7CA2-5584-BBA1-9311509B4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744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E1E840CB-5F4F-B229-BAE9-92C8ADCE8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287" y="3425375"/>
            <a:ext cx="84034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Stream</a:t>
            </a:r>
          </a:p>
        </p:txBody>
      </p:sp>
      <p:pic>
        <p:nvPicPr>
          <p:cNvPr id="23" name="Graphic 27">
            <a:extLst>
              <a:ext uri="{FF2B5EF4-FFF2-40B4-BE49-F238E27FC236}">
                <a16:creationId xmlns:a16="http://schemas.microsoft.com/office/drawing/2014/main" id="{26A43DF6-0C92-F2EF-D9F8-EDF290F14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861858" y="2969762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id="{FFF9DC57-FFD0-95E7-B4D2-48439BAF2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517" y="4286622"/>
            <a:ext cx="12906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 Bucket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logs</a:t>
            </a:r>
          </a:p>
        </p:txBody>
      </p:sp>
      <p:pic>
        <p:nvPicPr>
          <p:cNvPr id="27" name="Graphic 31">
            <a:extLst>
              <a:ext uri="{FF2B5EF4-FFF2-40B4-BE49-F238E27FC236}">
                <a16:creationId xmlns:a16="http://schemas.microsoft.com/office/drawing/2014/main" id="{6138D905-820B-3E74-D058-2DEB8F947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892" y="381989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18">
            <a:extLst>
              <a:ext uri="{FF2B5EF4-FFF2-40B4-BE49-F238E27FC236}">
                <a16:creationId xmlns:a16="http://schemas.microsoft.com/office/drawing/2014/main" id="{1D133238-40EF-575A-5389-AEE48F09A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069" y="2517551"/>
            <a:ext cx="11874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</a:t>
            </a:r>
          </a:p>
        </p:txBody>
      </p:sp>
      <p:pic>
        <p:nvPicPr>
          <p:cNvPr id="29" name="Graphic 8">
            <a:extLst>
              <a:ext uri="{FF2B5EF4-FFF2-40B4-BE49-F238E27FC236}">
                <a16:creationId xmlns:a16="http://schemas.microsoft.com/office/drawing/2014/main" id="{034D6871-82B8-64B7-96D0-8C29C0438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131" y="206352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17">
            <a:extLst>
              <a:ext uri="{FF2B5EF4-FFF2-40B4-BE49-F238E27FC236}">
                <a16:creationId xmlns:a16="http://schemas.microsoft.com/office/drawing/2014/main" id="{ECF6247A-6FB2-DB1D-8679-92914D53A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916" y="2542603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Wrap, sign, store, </a:t>
            </a:r>
            <a:b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and send</a:t>
            </a:r>
          </a:p>
        </p:txBody>
      </p:sp>
      <p:pic>
        <p:nvPicPr>
          <p:cNvPr id="31" name="Graphic 13">
            <a:extLst>
              <a:ext uri="{FF2B5EF4-FFF2-40B4-BE49-F238E27FC236}">
                <a16:creationId xmlns:a16="http://schemas.microsoft.com/office/drawing/2014/main" id="{6E5408D4-8C3A-26C9-2296-71E4F62F6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842" y="206317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089333-3780-4573-55E2-9E53AC241034}"/>
              </a:ext>
            </a:extLst>
          </p:cNvPr>
          <p:cNvCxnSpPr>
            <a:cxnSpLocks/>
            <a:stCxn id="31" idx="1"/>
            <a:endCxn id="29" idx="3"/>
          </p:cNvCxnSpPr>
          <p:nvPr/>
        </p:nvCxnSpPr>
        <p:spPr>
          <a:xfrm flipH="1">
            <a:off x="2876331" y="2291778"/>
            <a:ext cx="1575511" cy="34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68E3147-DB3B-E991-D4E3-01EBFDE7A32E}"/>
              </a:ext>
            </a:extLst>
          </p:cNvPr>
          <p:cNvCxnSpPr>
            <a:cxnSpLocks/>
            <a:stCxn id="21" idx="0"/>
            <a:endCxn id="30" idx="3"/>
          </p:cNvCxnSpPr>
          <p:nvPr/>
        </p:nvCxnSpPr>
        <p:spPr>
          <a:xfrm rot="16200000" flipV="1">
            <a:off x="5680792" y="2430247"/>
            <a:ext cx="213753" cy="869353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82ECB11-55B1-C080-5087-4C58DDC92677}"/>
              </a:ext>
            </a:extLst>
          </p:cNvPr>
          <p:cNvCxnSpPr>
            <a:cxnSpLocks/>
            <a:stCxn id="23" idx="1"/>
            <a:endCxn id="21" idx="3"/>
          </p:cNvCxnSpPr>
          <p:nvPr/>
        </p:nvCxnSpPr>
        <p:spPr>
          <a:xfrm flipH="1">
            <a:off x="6450944" y="3198362"/>
            <a:ext cx="410914" cy="203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03CD23-C72A-833D-7FE5-F6B355172BBA}"/>
              </a:ext>
            </a:extLst>
          </p:cNvPr>
          <p:cNvCxnSpPr>
            <a:cxnSpLocks/>
            <a:stCxn id="27" idx="0"/>
            <a:endCxn id="22" idx="2"/>
          </p:cNvCxnSpPr>
          <p:nvPr/>
        </p:nvCxnSpPr>
        <p:spPr>
          <a:xfrm flipH="1" flipV="1">
            <a:off x="7090458" y="3686985"/>
            <a:ext cx="2034" cy="132912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C936F68-9B86-E782-0B8E-000AC5407DDB}"/>
              </a:ext>
            </a:extLst>
          </p:cNvPr>
          <p:cNvCxnSpPr>
            <a:cxnSpLocks/>
            <a:stCxn id="51" idx="1"/>
            <a:endCxn id="31" idx="3"/>
          </p:cNvCxnSpPr>
          <p:nvPr/>
        </p:nvCxnSpPr>
        <p:spPr>
          <a:xfrm flipH="1">
            <a:off x="4909042" y="2288951"/>
            <a:ext cx="5177492" cy="282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>
            <a:extLst>
              <a:ext uri="{FF2B5EF4-FFF2-40B4-BE49-F238E27FC236}">
                <a16:creationId xmlns:a16="http://schemas.microsoft.com/office/drawing/2014/main" id="{4A714183-262D-D3E2-A839-C7D5FC51C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534" y="206035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29D1ED4-1891-B918-CA28-D4F37D344F9B}"/>
              </a:ext>
            </a:extLst>
          </p:cNvPr>
          <p:cNvCxnSpPr>
            <a:cxnSpLocks/>
            <a:stCxn id="29" idx="1"/>
            <a:endCxn id="59" idx="0"/>
          </p:cNvCxnSpPr>
          <p:nvPr/>
        </p:nvCxnSpPr>
        <p:spPr>
          <a:xfrm rot="10800000" flipV="1">
            <a:off x="1154913" y="2292126"/>
            <a:ext cx="1264218" cy="1433536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43">
            <a:extLst>
              <a:ext uri="{FF2B5EF4-FFF2-40B4-BE49-F238E27FC236}">
                <a16:creationId xmlns:a16="http://schemas.microsoft.com/office/drawing/2014/main" id="{9213C4DD-8398-C3DD-959B-D7C5F1388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63" y="3725662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18">
            <a:extLst>
              <a:ext uri="{FF2B5EF4-FFF2-40B4-BE49-F238E27FC236}">
                <a16:creationId xmlns:a16="http://schemas.microsoft.com/office/drawing/2014/main" id="{81631603-D570-6A8D-8616-B565F7D25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88" y="4203480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Business Service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8A962CD8-E440-70D4-AC87-0A8EB783E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139" y="5691096"/>
            <a:ext cx="14687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Callback endpoint</a:t>
            </a:r>
          </a:p>
        </p:txBody>
      </p:sp>
      <p:pic>
        <p:nvPicPr>
          <p:cNvPr id="6" name="Graphic 6">
            <a:extLst>
              <a:ext uri="{FF2B5EF4-FFF2-40B4-BE49-F238E27FC236}">
                <a16:creationId xmlns:a16="http://schemas.microsoft.com/office/drawing/2014/main" id="{751C6467-2980-0C6C-23A5-0B70ABA4C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8429515" y="523389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58401DCF-4AD4-E8B0-1F8D-6B0CC7395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0701" y="5593504"/>
            <a:ext cx="137318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Queue</a:t>
            </a:r>
          </a:p>
        </p:txBody>
      </p:sp>
      <p:pic>
        <p:nvPicPr>
          <p:cNvPr id="8" name="Graphic 29">
            <a:extLst>
              <a:ext uri="{FF2B5EF4-FFF2-40B4-BE49-F238E27FC236}">
                <a16:creationId xmlns:a16="http://schemas.microsoft.com/office/drawing/2014/main" id="{C94819CF-E13C-5050-06EF-2987EFA0F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104" y="523389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376217-0010-BC33-0E02-5912280B44A4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6968304" y="5462496"/>
            <a:ext cx="1461211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50">
            <a:extLst>
              <a:ext uri="{FF2B5EF4-FFF2-40B4-BE49-F238E27FC236}">
                <a16:creationId xmlns:a16="http://schemas.microsoft.com/office/drawing/2014/main" id="{B87F3B01-3AA7-AB08-1869-50496A697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077" y="523389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4C1A347-6ACC-CB70-B72F-0FE737DA6CA2}"/>
              </a:ext>
            </a:extLst>
          </p:cNvPr>
          <p:cNvCxnSpPr>
            <a:cxnSpLocks/>
            <a:stCxn id="6" idx="3"/>
            <a:endCxn id="25" idx="1"/>
          </p:cNvCxnSpPr>
          <p:nvPr/>
        </p:nvCxnSpPr>
        <p:spPr>
          <a:xfrm>
            <a:off x="8886715" y="5462496"/>
            <a:ext cx="1304362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BB0497-405E-C75C-B17E-33D22C3F7823}"/>
              </a:ext>
            </a:extLst>
          </p:cNvPr>
          <p:cNvCxnSpPr>
            <a:cxnSpLocks/>
            <a:stCxn id="48" idx="0"/>
            <a:endCxn id="51" idx="3"/>
          </p:cNvCxnSpPr>
          <p:nvPr/>
        </p:nvCxnSpPr>
        <p:spPr>
          <a:xfrm rot="16200000" flipV="1">
            <a:off x="10115660" y="2717025"/>
            <a:ext cx="1367826" cy="511678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Graphic 43">
            <a:extLst>
              <a:ext uri="{FF2B5EF4-FFF2-40B4-BE49-F238E27FC236}">
                <a16:creationId xmlns:a16="http://schemas.microsoft.com/office/drawing/2014/main" id="{11E243CD-DC11-668C-ADB5-248BB4FE4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62" y="3656777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2" name="Straight Arrow Connector 37">
            <a:extLst>
              <a:ext uri="{FF2B5EF4-FFF2-40B4-BE49-F238E27FC236}">
                <a16:creationId xmlns:a16="http://schemas.microsoft.com/office/drawing/2014/main" id="{CEE344DF-A6BE-FADB-0B6A-DE76876F500E}"/>
              </a:ext>
            </a:extLst>
          </p:cNvPr>
          <p:cNvCxnSpPr>
            <a:cxnSpLocks/>
            <a:stCxn id="25" idx="3"/>
            <a:endCxn id="48" idx="2"/>
          </p:cNvCxnSpPr>
          <p:nvPr/>
        </p:nvCxnSpPr>
        <p:spPr>
          <a:xfrm flipV="1">
            <a:off x="10648277" y="4126677"/>
            <a:ext cx="407135" cy="1335819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18">
            <a:extLst>
              <a:ext uri="{FF2B5EF4-FFF2-40B4-BE49-F238E27FC236}">
                <a16:creationId xmlns:a16="http://schemas.microsoft.com/office/drawing/2014/main" id="{B41CDD02-365A-A238-8FFB-660E995F1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5384" y="2418699"/>
            <a:ext cx="10795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Async Msg Envelope</a:t>
            </a:r>
          </a:p>
        </p:txBody>
      </p:sp>
      <p:sp>
        <p:nvSpPr>
          <p:cNvPr id="58" name="TextBox 18">
            <a:extLst>
              <a:ext uri="{FF2B5EF4-FFF2-40B4-BE49-F238E27FC236}">
                <a16:creationId xmlns:a16="http://schemas.microsoft.com/office/drawing/2014/main" id="{2A0F19D5-DC76-4CCC-2C76-2554A4613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0003" y="5607582"/>
            <a:ext cx="10795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Async Msg Envelope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DE4A1C36-13FA-F719-7A3B-AF4539111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242" y="6058314"/>
            <a:ext cx="48129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DLQ</a:t>
            </a:r>
          </a:p>
        </p:txBody>
      </p:sp>
      <p:pic>
        <p:nvPicPr>
          <p:cNvPr id="62" name="Graphic 29">
            <a:extLst>
              <a:ext uri="{FF2B5EF4-FFF2-40B4-BE49-F238E27FC236}">
                <a16:creationId xmlns:a16="http://schemas.microsoft.com/office/drawing/2014/main" id="{8CCBECAC-8DAA-FBED-3E88-3EBB808A1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698" y="56987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AA3BCC0-34A0-0660-725D-BD81C68E1DC6}"/>
              </a:ext>
            </a:extLst>
          </p:cNvPr>
          <p:cNvCxnSpPr>
            <a:cxnSpLocks/>
            <a:stCxn id="61" idx="3"/>
            <a:endCxn id="7" idx="2"/>
          </p:cNvCxnSpPr>
          <p:nvPr/>
        </p:nvCxnSpPr>
        <p:spPr>
          <a:xfrm flipV="1">
            <a:off x="6262536" y="5855114"/>
            <a:ext cx="484759" cy="334005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17">
            <a:extLst>
              <a:ext uri="{FF2B5EF4-FFF2-40B4-BE49-F238E27FC236}">
                <a16:creationId xmlns:a16="http://schemas.microsoft.com/office/drawing/2014/main" id="{20D42827-0CD5-373C-0A00-390410C35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4066" y="5685613"/>
            <a:ext cx="136207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Unwrap, validate, update store, and convert to event</a:t>
            </a:r>
          </a:p>
        </p:txBody>
      </p:sp>
      <p:pic>
        <p:nvPicPr>
          <p:cNvPr id="69" name="Graphic 13">
            <a:extLst>
              <a:ext uri="{FF2B5EF4-FFF2-40B4-BE49-F238E27FC236}">
                <a16:creationId xmlns:a16="http://schemas.microsoft.com/office/drawing/2014/main" id="{88DD3024-49C4-4D3D-94D4-3E7B7FE88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992" y="5230252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2" name="Straight Arrow Connector 34">
            <a:extLst>
              <a:ext uri="{FF2B5EF4-FFF2-40B4-BE49-F238E27FC236}">
                <a16:creationId xmlns:a16="http://schemas.microsoft.com/office/drawing/2014/main" id="{EA7012FB-0038-4511-63F1-70AC6284D4C6}"/>
              </a:ext>
            </a:extLst>
          </p:cNvPr>
          <p:cNvCxnSpPr>
            <a:cxnSpLocks/>
            <a:stCxn id="20" idx="2"/>
            <a:endCxn id="69" idx="0"/>
          </p:cNvCxnSpPr>
          <p:nvPr/>
        </p:nvCxnSpPr>
        <p:spPr>
          <a:xfrm rot="5400000">
            <a:off x="4670766" y="3672325"/>
            <a:ext cx="1550754" cy="1565101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CBBBE0F-CBF5-6B64-B668-EB9792CFB9F4}"/>
              </a:ext>
            </a:extLst>
          </p:cNvPr>
          <p:cNvCxnSpPr>
            <a:cxnSpLocks/>
            <a:stCxn id="69" idx="3"/>
            <a:endCxn id="8" idx="1"/>
          </p:cNvCxnSpPr>
          <p:nvPr/>
        </p:nvCxnSpPr>
        <p:spPr>
          <a:xfrm>
            <a:off x="4892192" y="5458852"/>
            <a:ext cx="1618912" cy="3644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18">
            <a:extLst>
              <a:ext uri="{FF2B5EF4-FFF2-40B4-BE49-F238E27FC236}">
                <a16:creationId xmlns:a16="http://schemas.microsoft.com/office/drawing/2014/main" id="{4EC4339D-750F-AAF5-9D72-CEAFBBC2B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162" y="5685779"/>
            <a:ext cx="11874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</a:t>
            </a:r>
          </a:p>
        </p:txBody>
      </p:sp>
      <p:pic>
        <p:nvPicPr>
          <p:cNvPr id="81" name="Graphic 8">
            <a:extLst>
              <a:ext uri="{FF2B5EF4-FFF2-40B4-BE49-F238E27FC236}">
                <a16:creationId xmlns:a16="http://schemas.microsoft.com/office/drawing/2014/main" id="{78D8EB2F-E7EE-60CF-701D-EC39EECD3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224" y="523175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3" name="Straight Arrow Connector 52">
            <a:extLst>
              <a:ext uri="{FF2B5EF4-FFF2-40B4-BE49-F238E27FC236}">
                <a16:creationId xmlns:a16="http://schemas.microsoft.com/office/drawing/2014/main" id="{8B03F0BB-40B7-960B-926C-0DB1AE0E0D2F}"/>
              </a:ext>
            </a:extLst>
          </p:cNvPr>
          <p:cNvCxnSpPr>
            <a:cxnSpLocks/>
            <a:stCxn id="59" idx="3"/>
            <a:endCxn id="81" idx="0"/>
          </p:cNvCxnSpPr>
          <p:nvPr/>
        </p:nvCxnSpPr>
        <p:spPr>
          <a:xfrm>
            <a:off x="1389863" y="3960612"/>
            <a:ext cx="1215961" cy="1271142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Graphic 43">
            <a:extLst>
              <a:ext uri="{FF2B5EF4-FFF2-40B4-BE49-F238E27FC236}">
                <a16:creationId xmlns:a16="http://schemas.microsoft.com/office/drawing/2014/main" id="{4E89604A-9EC8-EA83-3F4E-FCFAED89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00" y="522774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Box 18">
            <a:extLst>
              <a:ext uri="{FF2B5EF4-FFF2-40B4-BE49-F238E27FC236}">
                <a16:creationId xmlns:a16="http://schemas.microsoft.com/office/drawing/2014/main" id="{6602BBD7-8971-E440-CFC5-0F563A9B1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25" y="5705563"/>
            <a:ext cx="1187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Log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Service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DBBBA9C-A99B-449C-4526-44E3FB28CC31}"/>
              </a:ext>
            </a:extLst>
          </p:cNvPr>
          <p:cNvCxnSpPr>
            <a:cxnSpLocks/>
            <a:stCxn id="81" idx="3"/>
            <a:endCxn id="69" idx="1"/>
          </p:cNvCxnSpPr>
          <p:nvPr/>
        </p:nvCxnSpPr>
        <p:spPr>
          <a:xfrm flipV="1">
            <a:off x="2834424" y="5458852"/>
            <a:ext cx="1600568" cy="1502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A076EDC-E9CC-8E50-0DE8-F2DC7660E0F8}"/>
              </a:ext>
            </a:extLst>
          </p:cNvPr>
          <p:cNvCxnSpPr>
            <a:cxnSpLocks/>
            <a:stCxn id="86" idx="3"/>
            <a:endCxn id="81" idx="1"/>
          </p:cNvCxnSpPr>
          <p:nvPr/>
        </p:nvCxnSpPr>
        <p:spPr>
          <a:xfrm flipV="1">
            <a:off x="1385100" y="5460354"/>
            <a:ext cx="992124" cy="234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17">
            <a:extLst>
              <a:ext uri="{FF2B5EF4-FFF2-40B4-BE49-F238E27FC236}">
                <a16:creationId xmlns:a16="http://schemas.microsoft.com/office/drawing/2014/main" id="{7C6075BC-87E6-F678-33DD-CA3493E58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938" y="4216166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Update msg</a:t>
            </a:r>
          </a:p>
        </p:txBody>
      </p:sp>
      <p:sp>
        <p:nvSpPr>
          <p:cNvPr id="95" name="TextBox 17">
            <a:extLst>
              <a:ext uri="{FF2B5EF4-FFF2-40B4-BE49-F238E27FC236}">
                <a16:creationId xmlns:a16="http://schemas.microsoft.com/office/drawing/2014/main" id="{EC7EDC49-B253-362F-8873-88DA63B7A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7532" y="2504952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Save msg</a:t>
            </a:r>
          </a:p>
        </p:txBody>
      </p:sp>
      <p:sp>
        <p:nvSpPr>
          <p:cNvPr id="100" name="Title 4">
            <a:extLst>
              <a:ext uri="{FF2B5EF4-FFF2-40B4-BE49-F238E27FC236}">
                <a16:creationId xmlns:a16="http://schemas.microsoft.com/office/drawing/2014/main" id="{BFBE2E03-3661-78BB-7ABF-61CB3CC15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0" y="-17693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Async Msg</a:t>
            </a:r>
          </a:p>
        </p:txBody>
      </p:sp>
      <p:sp>
        <p:nvSpPr>
          <p:cNvPr id="101" name="TextBox 17">
            <a:extLst>
              <a:ext uri="{FF2B5EF4-FFF2-40B4-BE49-F238E27FC236}">
                <a16:creationId xmlns:a16="http://schemas.microsoft.com/office/drawing/2014/main" id="{19EFE566-3EF5-708F-6703-ACB0713BD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0032" y="2031423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Send()</a:t>
            </a:r>
          </a:p>
        </p:txBody>
      </p:sp>
      <p:sp>
        <p:nvSpPr>
          <p:cNvPr id="102" name="TextBox 17">
            <a:extLst>
              <a:ext uri="{FF2B5EF4-FFF2-40B4-BE49-F238E27FC236}">
                <a16:creationId xmlns:a16="http://schemas.microsoft.com/office/drawing/2014/main" id="{56B78E11-61DB-C63C-A1E9-A444AD078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518" y="3524989"/>
            <a:ext cx="1362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Idempotent processing</a:t>
            </a:r>
          </a:p>
        </p:txBody>
      </p:sp>
      <p:sp>
        <p:nvSpPr>
          <p:cNvPr id="103" name="TextBox 17">
            <a:extLst>
              <a:ext uri="{FF2B5EF4-FFF2-40B4-BE49-F238E27FC236}">
                <a16:creationId xmlns:a16="http://schemas.microsoft.com/office/drawing/2014/main" id="{17F2E3F7-2B1A-9F98-FB12-00FEB4C88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781" y="5191408"/>
            <a:ext cx="63541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archive</a:t>
            </a:r>
          </a:p>
        </p:txBody>
      </p:sp>
    </p:spTree>
    <p:extLst>
      <p:ext uri="{BB962C8B-B14F-4D97-AF65-F5344CB8AC3E}">
        <p14:creationId xmlns:p14="http://schemas.microsoft.com/office/powerpoint/2010/main" val="747906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C21800-2649-A988-D9F7-8CD5B245FB75}"/>
              </a:ext>
            </a:extLst>
          </p:cNvPr>
          <p:cNvSpPr/>
          <p:nvPr/>
        </p:nvSpPr>
        <p:spPr>
          <a:xfrm>
            <a:off x="3320716" y="4740166"/>
            <a:ext cx="4814291" cy="93221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D02CAA-FC85-61BE-41D4-91CEA3694D05}"/>
              </a:ext>
            </a:extLst>
          </p:cNvPr>
          <p:cNvSpPr/>
          <p:nvPr/>
        </p:nvSpPr>
        <p:spPr>
          <a:xfrm>
            <a:off x="3420549" y="5161547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📜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Manifester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07508-CB3A-2348-7AAE-4C9060C4F15D}"/>
              </a:ext>
            </a:extLst>
          </p:cNvPr>
          <p:cNvSpPr/>
          <p:nvPr/>
        </p:nvSpPr>
        <p:spPr>
          <a:xfrm>
            <a:off x="5060028" y="5161547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F43D7-7B38-7C86-0B2E-72EBDDF5ADF5}"/>
              </a:ext>
            </a:extLst>
          </p:cNvPr>
          <p:cNvSpPr/>
          <p:nvPr/>
        </p:nvSpPr>
        <p:spPr>
          <a:xfrm>
            <a:off x="6690968" y="5161547"/>
            <a:ext cx="1359956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</a:t>
            </a:r>
            <a:r>
              <a:rPr lang="en-GB" sz="1600" dirty="0"/>
              <a:t>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 API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CA620E-6994-EF53-58CA-CDAF11339D5A}"/>
              </a:ext>
            </a:extLst>
          </p:cNvPr>
          <p:cNvSpPr/>
          <p:nvPr/>
        </p:nvSpPr>
        <p:spPr>
          <a:xfrm>
            <a:off x="3320716" y="1650670"/>
            <a:ext cx="4814291" cy="212568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7069DE-C074-72D5-C752-3900EC4F2ACF}"/>
              </a:ext>
            </a:extLst>
          </p:cNvPr>
          <p:cNvSpPr/>
          <p:nvPr/>
        </p:nvSpPr>
        <p:spPr>
          <a:xfrm>
            <a:off x="3420549" y="3253917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📜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Manifester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768761-4F6D-C98F-E05F-FC85ED08AF7A}"/>
              </a:ext>
            </a:extLst>
          </p:cNvPr>
          <p:cNvSpPr/>
          <p:nvPr/>
        </p:nvSpPr>
        <p:spPr>
          <a:xfrm>
            <a:off x="5060028" y="3253917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E6407F-2EBE-3A6F-8093-0EAA6957C380}"/>
              </a:ext>
            </a:extLst>
          </p:cNvPr>
          <p:cNvSpPr/>
          <p:nvPr/>
        </p:nvSpPr>
        <p:spPr>
          <a:xfrm>
            <a:off x="6690968" y="3253917"/>
            <a:ext cx="1359956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</a:t>
            </a:r>
            <a:r>
              <a:rPr lang="en-GB" sz="1600" dirty="0"/>
              <a:t>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 API</a:t>
            </a:r>
          </a:p>
        </p:txBody>
      </p:sp>
      <p:pic>
        <p:nvPicPr>
          <p:cNvPr id="10" name="Graphic 22">
            <a:extLst>
              <a:ext uri="{FF2B5EF4-FFF2-40B4-BE49-F238E27FC236}">
                <a16:creationId xmlns:a16="http://schemas.microsoft.com/office/drawing/2014/main" id="{B5B1102F-03B7-F864-1A2F-2415AAF15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7318760" y="2250644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39">
            <a:extLst>
              <a:ext uri="{FF2B5EF4-FFF2-40B4-BE49-F238E27FC236}">
                <a16:creationId xmlns:a16="http://schemas.microsoft.com/office/drawing/2014/main" id="{22E348CB-3E1A-F6C2-3119-683C00F68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828" y="2704242"/>
            <a:ext cx="6057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</p:txBody>
      </p:sp>
      <p:pic>
        <p:nvPicPr>
          <p:cNvPr id="12" name="Graphic 16">
            <a:extLst>
              <a:ext uri="{FF2B5EF4-FFF2-40B4-BE49-F238E27FC236}">
                <a16:creationId xmlns:a16="http://schemas.microsoft.com/office/drawing/2014/main" id="{97F2554B-82E3-7517-D9F6-98F270D90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3945536" y="2253134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33">
            <a:extLst>
              <a:ext uri="{FF2B5EF4-FFF2-40B4-BE49-F238E27FC236}">
                <a16:creationId xmlns:a16="http://schemas.microsoft.com/office/drawing/2014/main" id="{AB3920E0-C30E-5C31-A301-8FD0341B4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0453" y="2695391"/>
            <a:ext cx="10731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Manifest</a:t>
            </a:r>
          </a:p>
        </p:txBody>
      </p:sp>
      <p:pic>
        <p:nvPicPr>
          <p:cNvPr id="14" name="Graphic 16">
            <a:extLst>
              <a:ext uri="{FF2B5EF4-FFF2-40B4-BE49-F238E27FC236}">
                <a16:creationId xmlns:a16="http://schemas.microsoft.com/office/drawing/2014/main" id="{9B1FB8CD-DF80-410F-5F36-E547AF824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6382159" y="2250644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33">
            <a:extLst>
              <a:ext uri="{FF2B5EF4-FFF2-40B4-BE49-F238E27FC236}">
                <a16:creationId xmlns:a16="http://schemas.microsoft.com/office/drawing/2014/main" id="{3C1C9F05-A177-7D62-DD79-2E70CEB03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7076" y="2692901"/>
            <a:ext cx="10731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Standards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4915AF-AA25-E203-A76B-16B3F32F43F1}"/>
              </a:ext>
            </a:extLst>
          </p:cNvPr>
          <p:cNvCxnSpPr>
            <a:cxnSpLocks/>
            <a:stCxn id="14" idx="3"/>
            <a:endCxn id="10" idx="1"/>
          </p:cNvCxnSpPr>
          <p:nvPr/>
        </p:nvCxnSpPr>
        <p:spPr>
          <a:xfrm>
            <a:off x="6852059" y="2485594"/>
            <a:ext cx="466701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70DD17-7225-553D-D86C-84F1A5D851A1}"/>
              </a:ext>
            </a:extLst>
          </p:cNvPr>
          <p:cNvCxnSpPr>
            <a:cxnSpLocks/>
            <a:stCxn id="7" idx="0"/>
            <a:endCxn id="13" idx="2"/>
          </p:cNvCxnSpPr>
          <p:nvPr/>
        </p:nvCxnSpPr>
        <p:spPr>
          <a:xfrm flipH="1" flipV="1">
            <a:off x="4187028" y="2957001"/>
            <a:ext cx="1752" cy="296916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6979F5-F521-83A9-E4AB-DAD6CE9F869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4415436" y="2485594"/>
            <a:ext cx="1966723" cy="249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5846B-7E23-80DB-DD88-23ED3EAF630B}"/>
              </a:ext>
            </a:extLst>
          </p:cNvPr>
          <p:cNvSpPr/>
          <p:nvPr/>
        </p:nvSpPr>
        <p:spPr>
          <a:xfrm>
            <a:off x="5060028" y="1736863"/>
            <a:ext cx="2990896" cy="1425785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🏛️ Authority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7379D-3003-2472-54BA-49943A99DB4F}"/>
              </a:ext>
            </a:extLst>
          </p:cNvPr>
          <p:cNvSpPr/>
          <p:nvPr/>
        </p:nvSpPr>
        <p:spPr>
          <a:xfrm>
            <a:off x="6690968" y="3253917"/>
            <a:ext cx="1359956" cy="419564"/>
          </a:xfrm>
          <a:prstGeom prst="rect">
            <a:avLst/>
          </a:prstGeom>
          <a:solidFill>
            <a:schemeClr val="bg1">
              <a:lumMod val="95000"/>
              <a:alpha val="77678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A02854-9997-B881-212A-78E51F5ED0A8}"/>
              </a:ext>
            </a:extLst>
          </p:cNvPr>
          <p:cNvSpPr/>
          <p:nvPr/>
        </p:nvSpPr>
        <p:spPr>
          <a:xfrm>
            <a:off x="5060028" y="3253917"/>
            <a:ext cx="1536462" cy="419564"/>
          </a:xfrm>
          <a:prstGeom prst="rect">
            <a:avLst/>
          </a:prstGeom>
          <a:solidFill>
            <a:schemeClr val="bg1">
              <a:lumMod val="95000"/>
              <a:alpha val="77678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35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3" y="1009403"/>
            <a:ext cx="9601704" cy="263253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5" y="1128156"/>
            <a:ext cx="8308558" cy="241221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📷 Cache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795546C-476B-6E90-8933-02A9CDBB8EF8}"/>
              </a:ext>
            </a:extLst>
          </p:cNvPr>
          <p:cNvSpPr/>
          <p:nvPr/>
        </p:nvSpPr>
        <p:spPr>
          <a:xfrm>
            <a:off x="8316134" y="3972552"/>
            <a:ext cx="1906967" cy="141126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7B71B1A-B4B9-43DF-AD3F-F899A425F7C9}"/>
              </a:ext>
            </a:extLst>
          </p:cNvPr>
          <p:cNvSpPr/>
          <p:nvPr/>
        </p:nvSpPr>
        <p:spPr>
          <a:xfrm>
            <a:off x="8501387" y="2790261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📥 Subscriber</a:t>
            </a:r>
          </a:p>
        </p:txBody>
      </p:sp>
      <p:cxnSp>
        <p:nvCxnSpPr>
          <p:cNvPr id="115" name="Straight Arrow Connector 80">
            <a:extLst>
              <a:ext uri="{FF2B5EF4-FFF2-40B4-BE49-F238E27FC236}">
                <a16:creationId xmlns:a16="http://schemas.microsoft.com/office/drawing/2014/main" id="{E3A5099F-6D43-F78F-9079-288A57865E40}"/>
              </a:ext>
            </a:extLst>
          </p:cNvPr>
          <p:cNvCxnSpPr>
            <a:cxnSpLocks/>
            <a:stCxn id="114" idx="2"/>
            <a:endCxn id="109" idx="0"/>
          </p:cNvCxnSpPr>
          <p:nvPr/>
        </p:nvCxnSpPr>
        <p:spPr>
          <a:xfrm>
            <a:off x="9269618" y="3209825"/>
            <a:ext cx="0" cy="76272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2AEAA28-5D94-DEC2-9C52-D5504D00F95F}"/>
              </a:ext>
            </a:extLst>
          </p:cNvPr>
          <p:cNvGrpSpPr/>
          <p:nvPr/>
        </p:nvGrpSpPr>
        <p:grpSpPr>
          <a:xfrm>
            <a:off x="8416719" y="4363524"/>
            <a:ext cx="1711380" cy="910819"/>
            <a:chOff x="5504133" y="4719193"/>
            <a:chExt cx="1711380" cy="910819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38CBC08-F185-459A-9D0A-162F84BE2381}"/>
                </a:ext>
              </a:extLst>
            </p:cNvPr>
            <p:cNvSpPr/>
            <p:nvPr/>
          </p:nvSpPr>
          <p:spPr>
            <a:xfrm>
              <a:off x="5589616" y="5121732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📤 Publisher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C250C404-A7C6-3C26-C551-4F3C38C7FA60}"/>
                </a:ext>
              </a:extLst>
            </p:cNvPr>
            <p:cNvSpPr/>
            <p:nvPr/>
          </p:nvSpPr>
          <p:spPr>
            <a:xfrm>
              <a:off x="5504133" y="4719193"/>
              <a:ext cx="1711380" cy="91081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🕸 Graph</a:t>
              </a:r>
              <a:endPara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4" name="Title 4">
            <a:extLst>
              <a:ext uri="{FF2B5EF4-FFF2-40B4-BE49-F238E27FC236}">
                <a16:creationId xmlns:a16="http://schemas.microsoft.com/office/drawing/2014/main" id="{28542C70-C1A4-DEAB-0432-A35649D7A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A29222-E564-410D-FFD2-52E50F0DEA8E}"/>
              </a:ext>
            </a:extLst>
          </p:cNvPr>
          <p:cNvSpPr/>
          <p:nvPr/>
        </p:nvSpPr>
        <p:spPr>
          <a:xfrm>
            <a:off x="4690266" y="1843649"/>
            <a:ext cx="1002368" cy="1366176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DC4896C9-AC28-9F33-51C1-14A7E1326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267" y="1843647"/>
            <a:ext cx="381000" cy="38100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E4165E07-A85F-AD52-E654-64312F5B778B}"/>
              </a:ext>
            </a:extLst>
          </p:cNvPr>
          <p:cNvGrpSpPr/>
          <p:nvPr/>
        </p:nvGrpSpPr>
        <p:grpSpPr>
          <a:xfrm>
            <a:off x="4665883" y="2373904"/>
            <a:ext cx="1073150" cy="709681"/>
            <a:chOff x="5051218" y="2313009"/>
            <a:chExt cx="1073150" cy="709681"/>
          </a:xfrm>
        </p:grpSpPr>
        <p:pic>
          <p:nvPicPr>
            <p:cNvPr id="35" name="Graphic 11">
              <a:extLst>
                <a:ext uri="{FF2B5EF4-FFF2-40B4-BE49-F238E27FC236}">
                  <a16:creationId xmlns:a16="http://schemas.microsoft.com/office/drawing/2014/main" id="{A73DCC69-E388-B618-EBB1-13E8E32A5B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0927" y="2313009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B2A0B0A2-11EC-D3B4-55C4-7A8B8286E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1218" y="2761080"/>
              <a:ext cx="107315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Database</a:t>
              </a: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CDB5579-7AF6-BD75-D1FE-410F342D19F4}"/>
              </a:ext>
            </a:extLst>
          </p:cNvPr>
          <p:cNvSpPr/>
          <p:nvPr/>
        </p:nvSpPr>
        <p:spPr>
          <a:xfrm>
            <a:off x="3087220" y="1305423"/>
            <a:ext cx="4214568" cy="2047378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Outposts servers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9DB407FE-BEE8-3EB0-52FE-178D7D13B0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75304" y="1305422"/>
            <a:ext cx="381000" cy="381000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C92DAB9E-3A70-8904-F9F0-F66D330DC804}"/>
              </a:ext>
            </a:extLst>
          </p:cNvPr>
          <p:cNvGrpSpPr/>
          <p:nvPr/>
        </p:nvGrpSpPr>
        <p:grpSpPr>
          <a:xfrm>
            <a:off x="3338659" y="2369022"/>
            <a:ext cx="829058" cy="719089"/>
            <a:chOff x="1731539" y="4371417"/>
            <a:chExt cx="829058" cy="719089"/>
          </a:xfrm>
        </p:grpSpPr>
        <p:sp>
          <p:nvSpPr>
            <p:cNvPr id="46" name="TextBox 16">
              <a:extLst>
                <a:ext uri="{FF2B5EF4-FFF2-40B4-BE49-F238E27FC236}">
                  <a16:creationId xmlns:a16="http://schemas.microsoft.com/office/drawing/2014/main" id="{815926FC-4EFF-0DCC-1BC4-ECCEA0319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539" y="4828896"/>
              <a:ext cx="82905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Endpoint</a:t>
              </a:r>
            </a:p>
          </p:txBody>
        </p:sp>
        <p:pic>
          <p:nvPicPr>
            <p:cNvPr id="48" name="Graphic 6">
              <a:extLst>
                <a:ext uri="{FF2B5EF4-FFF2-40B4-BE49-F238E27FC236}">
                  <a16:creationId xmlns:a16="http://schemas.microsoft.com/office/drawing/2014/main" id="{A9403CFC-8F9A-0AFA-1FB9-FC5FBEF16B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1910911" y="4371417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51" name="Straight Arrow Connector 80">
            <a:extLst>
              <a:ext uri="{FF2B5EF4-FFF2-40B4-BE49-F238E27FC236}">
                <a16:creationId xmlns:a16="http://schemas.microsoft.com/office/drawing/2014/main" id="{94DEE7DC-8A6E-44F5-E55B-E1D28FB7DCF5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4259848" y="2519594"/>
            <a:ext cx="430418" cy="714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">
            <a:extLst>
              <a:ext uri="{FF2B5EF4-FFF2-40B4-BE49-F238E27FC236}">
                <a16:creationId xmlns:a16="http://schemas.microsoft.com/office/drawing/2014/main" id="{63BF9611-F173-7076-F334-2B4E73838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694" y="2763557"/>
            <a:ext cx="103223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IoT scanner</a:t>
            </a:r>
          </a:p>
        </p:txBody>
      </p:sp>
      <p:pic>
        <p:nvPicPr>
          <p:cNvPr id="62" name="Graphic 26">
            <a:extLst>
              <a:ext uri="{FF2B5EF4-FFF2-40B4-BE49-F238E27FC236}">
                <a16:creationId xmlns:a16="http://schemas.microsoft.com/office/drawing/2014/main" id="{192EE4BB-22E9-CFF1-0C8D-755B85CD9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105" y="230635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4" name="Straight Arrow Connector 80">
            <a:extLst>
              <a:ext uri="{FF2B5EF4-FFF2-40B4-BE49-F238E27FC236}">
                <a16:creationId xmlns:a16="http://schemas.microsoft.com/office/drawing/2014/main" id="{E1F35714-871D-349D-A0D7-9E6415F2AB99}"/>
              </a:ext>
            </a:extLst>
          </p:cNvPr>
          <p:cNvCxnSpPr>
            <a:cxnSpLocks/>
            <a:stCxn id="84" idx="1"/>
            <a:endCxn id="62" idx="3"/>
          </p:cNvCxnSpPr>
          <p:nvPr/>
        </p:nvCxnSpPr>
        <p:spPr>
          <a:xfrm flipH="1">
            <a:off x="1640305" y="2519594"/>
            <a:ext cx="1607951" cy="1536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80">
            <a:extLst>
              <a:ext uri="{FF2B5EF4-FFF2-40B4-BE49-F238E27FC236}">
                <a16:creationId xmlns:a16="http://schemas.microsoft.com/office/drawing/2014/main" id="{16DBDB46-35BA-E6DF-368C-107E2E65C58E}"/>
              </a:ext>
            </a:extLst>
          </p:cNvPr>
          <p:cNvCxnSpPr>
            <a:cxnSpLocks/>
            <a:stCxn id="25" idx="3"/>
            <a:endCxn id="77" idx="1"/>
          </p:cNvCxnSpPr>
          <p:nvPr/>
        </p:nvCxnSpPr>
        <p:spPr>
          <a:xfrm flipV="1">
            <a:off x="5692634" y="2523634"/>
            <a:ext cx="424379" cy="310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Graphic 18">
            <a:extLst>
              <a:ext uri="{FF2B5EF4-FFF2-40B4-BE49-F238E27FC236}">
                <a16:creationId xmlns:a16="http://schemas.microsoft.com/office/drawing/2014/main" id="{90F10F58-0284-A876-5E25-405CEF587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013" y="1843647"/>
            <a:ext cx="375776" cy="37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12E30CF1-8D8B-B986-21FE-C40CF62C7445}"/>
              </a:ext>
            </a:extLst>
          </p:cNvPr>
          <p:cNvSpPr/>
          <p:nvPr/>
        </p:nvSpPr>
        <p:spPr>
          <a:xfrm>
            <a:off x="6117013" y="1845522"/>
            <a:ext cx="1002368" cy="1356223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ECS</a:t>
            </a:r>
          </a:p>
        </p:txBody>
      </p:sp>
      <p:pic>
        <p:nvPicPr>
          <p:cNvPr id="83" name="Graphic 18">
            <a:extLst>
              <a:ext uri="{FF2B5EF4-FFF2-40B4-BE49-F238E27FC236}">
                <a16:creationId xmlns:a16="http://schemas.microsoft.com/office/drawing/2014/main" id="{0FFAA3F9-B87C-851E-9E8A-5757ED4BB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256" y="1835567"/>
            <a:ext cx="375776" cy="37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1D65DDA2-4690-6CC9-87AA-A4C36712F850}"/>
              </a:ext>
            </a:extLst>
          </p:cNvPr>
          <p:cNvSpPr/>
          <p:nvPr/>
        </p:nvSpPr>
        <p:spPr>
          <a:xfrm>
            <a:off x="3248256" y="1837442"/>
            <a:ext cx="998340" cy="1364303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9661130-CCD9-C31B-0BBF-8C7A85B1D316}"/>
              </a:ext>
            </a:extLst>
          </p:cNvPr>
          <p:cNvSpPr/>
          <p:nvPr/>
        </p:nvSpPr>
        <p:spPr>
          <a:xfrm>
            <a:off x="7598417" y="1305422"/>
            <a:ext cx="2578697" cy="204737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01" name="Graphic 100">
            <a:extLst>
              <a:ext uri="{FF2B5EF4-FFF2-40B4-BE49-F238E27FC236}">
                <a16:creationId xmlns:a16="http://schemas.microsoft.com/office/drawing/2014/main" id="{D82A969C-537F-A0CC-3870-BB37169A30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598418" y="1305421"/>
            <a:ext cx="381000" cy="381000"/>
          </a:xfrm>
          <a:prstGeom prst="rect">
            <a:avLst/>
          </a:prstGeom>
        </p:spPr>
      </p:pic>
      <p:sp>
        <p:nvSpPr>
          <p:cNvPr id="103" name="TextBox 31">
            <a:extLst>
              <a:ext uri="{FF2B5EF4-FFF2-40B4-BE49-F238E27FC236}">
                <a16:creationId xmlns:a16="http://schemas.microsoft.com/office/drawing/2014/main" id="{EE192995-9911-1555-2313-548F6CF7D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174" y="2809311"/>
            <a:ext cx="12096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Task</a:t>
            </a:r>
          </a:p>
        </p:txBody>
      </p:sp>
      <p:pic>
        <p:nvPicPr>
          <p:cNvPr id="104" name="Graphic 40">
            <a:extLst>
              <a:ext uri="{FF2B5EF4-FFF2-40B4-BE49-F238E27FC236}">
                <a16:creationId xmlns:a16="http://schemas.microsoft.com/office/drawing/2014/main" id="{AA94C27F-5BDB-9FF3-472C-9A784B6CF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287" y="233306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AC4DDF4-B0DA-8834-1B29-4C18B0401FAA}"/>
              </a:ext>
            </a:extLst>
          </p:cNvPr>
          <p:cNvGrpSpPr/>
          <p:nvPr/>
        </p:nvGrpSpPr>
        <p:grpSpPr>
          <a:xfrm>
            <a:off x="7462529" y="2287609"/>
            <a:ext cx="1131884" cy="898887"/>
            <a:chOff x="6283326" y="4218609"/>
            <a:chExt cx="1131884" cy="898887"/>
          </a:xfrm>
        </p:grpSpPr>
        <p:pic>
          <p:nvPicPr>
            <p:cNvPr id="107" name="Graphic 7">
              <a:extLst>
                <a:ext uri="{FF2B5EF4-FFF2-40B4-BE49-F238E27FC236}">
                  <a16:creationId xmlns:a16="http://schemas.microsoft.com/office/drawing/2014/main" id="{E82E5671-DEDA-FC61-D307-73B78ABC6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TextBox 11">
              <a:extLst>
                <a:ext uri="{FF2B5EF4-FFF2-40B4-BE49-F238E27FC236}">
                  <a16:creationId xmlns:a16="http://schemas.microsoft.com/office/drawing/2014/main" id="{7B1D8C8F-1972-EC65-6C86-FE8460A8B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110" name="Straight Arrow Connector 80">
            <a:extLst>
              <a:ext uri="{FF2B5EF4-FFF2-40B4-BE49-F238E27FC236}">
                <a16:creationId xmlns:a16="http://schemas.microsoft.com/office/drawing/2014/main" id="{D2F73634-8351-2F85-DCAE-840AA4FA0869}"/>
              </a:ext>
            </a:extLst>
          </p:cNvPr>
          <p:cNvCxnSpPr>
            <a:cxnSpLocks/>
            <a:stCxn id="107" idx="3"/>
            <a:endCxn id="114" idx="0"/>
          </p:cNvCxnSpPr>
          <p:nvPr/>
        </p:nvCxnSpPr>
        <p:spPr>
          <a:xfrm>
            <a:off x="8243693" y="2521609"/>
            <a:ext cx="1025925" cy="268652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80">
            <a:extLst>
              <a:ext uri="{FF2B5EF4-FFF2-40B4-BE49-F238E27FC236}">
                <a16:creationId xmlns:a16="http://schemas.microsoft.com/office/drawing/2014/main" id="{937E511A-EF47-D68B-4CA5-D09B5AC0D389}"/>
              </a:ext>
            </a:extLst>
          </p:cNvPr>
          <p:cNvCxnSpPr>
            <a:cxnSpLocks/>
            <a:stCxn id="77" idx="3"/>
            <a:endCxn id="107" idx="1"/>
          </p:cNvCxnSpPr>
          <p:nvPr/>
        </p:nvCxnSpPr>
        <p:spPr>
          <a:xfrm flipV="1">
            <a:off x="7119381" y="2521609"/>
            <a:ext cx="656312" cy="202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80">
            <a:extLst>
              <a:ext uri="{FF2B5EF4-FFF2-40B4-BE49-F238E27FC236}">
                <a16:creationId xmlns:a16="http://schemas.microsoft.com/office/drawing/2014/main" id="{40BC9962-B261-33DD-5B51-B2724FC794E2}"/>
              </a:ext>
            </a:extLst>
          </p:cNvPr>
          <p:cNvCxnSpPr>
            <a:cxnSpLocks/>
            <a:stCxn id="108" idx="2"/>
            <a:endCxn id="84" idx="2"/>
          </p:cNvCxnSpPr>
          <p:nvPr/>
        </p:nvCxnSpPr>
        <p:spPr>
          <a:xfrm rot="5400000">
            <a:off x="5880325" y="1053598"/>
            <a:ext cx="15249" cy="4281045"/>
          </a:xfrm>
          <a:prstGeom prst="bentConnector3">
            <a:avLst>
              <a:gd name="adj1" fmla="val 5126448"/>
            </a:avLst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1">
            <a:extLst>
              <a:ext uri="{FF2B5EF4-FFF2-40B4-BE49-F238E27FC236}">
                <a16:creationId xmlns:a16="http://schemas.microsoft.com/office/drawing/2014/main" id="{533BB798-9EC6-4C16-22CA-0F8773F65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018" y="3652958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subscribe()</a:t>
            </a:r>
          </a:p>
        </p:txBody>
      </p:sp>
      <p:sp>
        <p:nvSpPr>
          <p:cNvPr id="131" name="TextBox 11">
            <a:extLst>
              <a:ext uri="{FF2B5EF4-FFF2-40B4-BE49-F238E27FC236}">
                <a16:creationId xmlns:a16="http://schemas.microsoft.com/office/drawing/2014/main" id="{A03D1FA6-4BC6-7BAA-1C3F-1BFD9B615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7869" y="3669730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{update}</a:t>
            </a:r>
            <a:endParaRPr lang="en-US" altLang="en-US" sz="1100" i="1" dirty="0">
              <a:effectLst>
                <a:glow rad="93240">
                  <a:schemeClr val="bg1">
                    <a:alpha val="93000"/>
                  </a:schemeClr>
                </a:glow>
              </a:effectLst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721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3" y="1016000"/>
            <a:ext cx="5451470" cy="216746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7" y="1128156"/>
            <a:ext cx="4213031" cy="195371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🏦 Collector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BBA597B-0399-D9B2-316E-108DB6B8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1C272-590C-82B8-67A1-618514DA0A2C}"/>
              </a:ext>
            </a:extLst>
          </p:cNvPr>
          <p:cNvSpPr/>
          <p:nvPr/>
        </p:nvSpPr>
        <p:spPr>
          <a:xfrm>
            <a:off x="3461613" y="2552228"/>
            <a:ext cx="1789197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B57631-8C4E-7737-BF77-57AFD85A38FB}"/>
              </a:ext>
            </a:extLst>
          </p:cNvPr>
          <p:cNvGrpSpPr/>
          <p:nvPr/>
        </p:nvGrpSpPr>
        <p:grpSpPr>
          <a:xfrm>
            <a:off x="3787711" y="1385106"/>
            <a:ext cx="1131884" cy="898887"/>
            <a:chOff x="6283326" y="4218609"/>
            <a:chExt cx="1131884" cy="898887"/>
          </a:xfrm>
        </p:grpSpPr>
        <p:pic>
          <p:nvPicPr>
            <p:cNvPr id="37" name="Graphic 7">
              <a:extLst>
                <a:ext uri="{FF2B5EF4-FFF2-40B4-BE49-F238E27FC236}">
                  <a16:creationId xmlns:a16="http://schemas.microsoft.com/office/drawing/2014/main" id="{43BBCA83-A141-11BE-466C-B5B65AB98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79F5C94-F02E-3110-001E-187E7EF7D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54" name="Straight Arrow Connector 79">
            <a:extLst>
              <a:ext uri="{FF2B5EF4-FFF2-40B4-BE49-F238E27FC236}">
                <a16:creationId xmlns:a16="http://schemas.microsoft.com/office/drawing/2014/main" id="{680CFEB8-EC09-898F-4865-8388AED95CBC}"/>
              </a:ext>
            </a:extLst>
          </p:cNvPr>
          <p:cNvCxnSpPr>
            <a:cxnSpLocks/>
            <a:stCxn id="38" idx="2"/>
            <a:endCxn id="15" idx="0"/>
          </p:cNvCxnSpPr>
          <p:nvPr/>
        </p:nvCxnSpPr>
        <p:spPr>
          <a:xfrm>
            <a:off x="4353653" y="2283993"/>
            <a:ext cx="2559" cy="26823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17C0F6-BF5E-9410-7832-5EA8D6B57E62}"/>
              </a:ext>
            </a:extLst>
          </p:cNvPr>
          <p:cNvGrpSpPr/>
          <p:nvPr/>
        </p:nvGrpSpPr>
        <p:grpSpPr>
          <a:xfrm>
            <a:off x="4591816" y="3512537"/>
            <a:ext cx="1727167" cy="929489"/>
            <a:chOff x="2544048" y="3935931"/>
            <a:chExt cx="1727167" cy="92948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02D6FCC-4F7D-17EE-7F61-5D100618A601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069F8BC-948B-67C5-8AE2-5B2748031463}"/>
                </a:ext>
              </a:extLst>
            </p:cNvPr>
            <p:cNvSpPr/>
            <p:nvPr/>
          </p:nvSpPr>
          <p:spPr>
            <a:xfrm>
              <a:off x="2643688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💸</a:t>
              </a: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Seller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DD6AE4E-439E-3F54-B7CF-711D187010C9}"/>
              </a:ext>
            </a:extLst>
          </p:cNvPr>
          <p:cNvCxnSpPr>
            <a:cxnSpLocks/>
          </p:cNvCxnSpPr>
          <p:nvPr/>
        </p:nvCxnSpPr>
        <p:spPr>
          <a:xfrm>
            <a:off x="3791958" y="2971792"/>
            <a:ext cx="0" cy="55015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47D4180E-F0BB-F95E-CD08-FA45F27790E6}"/>
              </a:ext>
            </a:extLst>
          </p:cNvPr>
          <p:cNvGrpSpPr/>
          <p:nvPr/>
        </p:nvGrpSpPr>
        <p:grpSpPr>
          <a:xfrm>
            <a:off x="2477140" y="3512536"/>
            <a:ext cx="1727167" cy="929489"/>
            <a:chOff x="2544048" y="3935931"/>
            <a:chExt cx="1727167" cy="9294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B512DA-29F0-D184-E733-8220379C0713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A0AF7D-5941-ED34-71B9-7180DECD20A3}"/>
                </a:ext>
              </a:extLst>
            </p:cNvPr>
            <p:cNvSpPr/>
            <p:nvPr/>
          </p:nvSpPr>
          <p:spPr>
            <a:xfrm>
              <a:off x="2626754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💳 Payer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767D8F-8C43-AF51-8341-A421B9715F95}"/>
              </a:ext>
            </a:extLst>
          </p:cNvPr>
          <p:cNvCxnSpPr>
            <a:cxnSpLocks/>
          </p:cNvCxnSpPr>
          <p:nvPr/>
        </p:nvCxnSpPr>
        <p:spPr>
          <a:xfrm flipV="1">
            <a:off x="4889571" y="2971792"/>
            <a:ext cx="0" cy="51215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1">
            <a:extLst>
              <a:ext uri="{FF2B5EF4-FFF2-40B4-BE49-F238E27FC236}">
                <a16:creationId xmlns:a16="http://schemas.microsoft.com/office/drawing/2014/main" id="{C47E744E-494F-9D7A-04C1-16FA58F81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813" y="3202902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collect()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3398EC75-0599-7C39-ED56-38453FFC1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318" y="3180953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paid()</a:t>
            </a:r>
          </a:p>
        </p:txBody>
      </p:sp>
    </p:spTree>
    <p:extLst>
      <p:ext uri="{BB962C8B-B14F-4D97-AF65-F5344CB8AC3E}">
        <p14:creationId xmlns:p14="http://schemas.microsoft.com/office/powerpoint/2010/main" val="2938355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3" y="1009403"/>
            <a:ext cx="5013334" cy="263253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6" y="1128156"/>
            <a:ext cx="3758385" cy="241221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🔎 Consumer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09F-3A41-D2FA-0590-D5D647EE82D3}"/>
              </a:ext>
            </a:extLst>
          </p:cNvPr>
          <p:cNvSpPr/>
          <p:nvPr/>
        </p:nvSpPr>
        <p:spPr>
          <a:xfrm>
            <a:off x="2120164" y="3009436"/>
            <a:ext cx="123023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🤗 Host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BBA597B-0399-D9B2-316E-108DB6B8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Consumer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CD4B122-898D-337B-38C6-DA2EEA924306}"/>
              </a:ext>
            </a:extLst>
          </p:cNvPr>
          <p:cNvGrpSpPr/>
          <p:nvPr/>
        </p:nvGrpSpPr>
        <p:grpSpPr>
          <a:xfrm>
            <a:off x="2544048" y="3935931"/>
            <a:ext cx="1727167" cy="929489"/>
            <a:chOff x="2544048" y="3935931"/>
            <a:chExt cx="1727167" cy="92948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4F0B77-C1AD-26BD-CB9B-E8C7517A6956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E93DA7-D946-7295-7188-F13C426FA65B}"/>
                </a:ext>
              </a:extLst>
            </p:cNvPr>
            <p:cNvSpPr/>
            <p:nvPr/>
          </p:nvSpPr>
          <p:spPr>
            <a:xfrm>
              <a:off x="2626754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🤵 Broker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5" name="Straight Arrow Connector 45">
            <a:extLst>
              <a:ext uri="{FF2B5EF4-FFF2-40B4-BE49-F238E27FC236}">
                <a16:creationId xmlns:a16="http://schemas.microsoft.com/office/drawing/2014/main" id="{DA6FA215-F36D-60B4-D619-E62117E95ECE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735281" y="3429000"/>
            <a:ext cx="0" cy="50693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54B26CB-00EA-C63E-E4AE-66010725222F}"/>
              </a:ext>
            </a:extLst>
          </p:cNvPr>
          <p:cNvSpPr/>
          <p:nvPr/>
        </p:nvSpPr>
        <p:spPr>
          <a:xfrm>
            <a:off x="3556748" y="3009436"/>
            <a:ext cx="2108946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cxnSp>
        <p:nvCxnSpPr>
          <p:cNvPr id="21" name="Straight Arrow Connector 45">
            <a:extLst>
              <a:ext uri="{FF2B5EF4-FFF2-40B4-BE49-F238E27FC236}">
                <a16:creationId xmlns:a16="http://schemas.microsoft.com/office/drawing/2014/main" id="{FE7D5980-409D-BE9C-4A2C-67DA470BF3D7}"/>
              </a:ext>
            </a:extLst>
          </p:cNvPr>
          <p:cNvCxnSpPr>
            <a:cxnSpLocks/>
          </p:cNvCxnSpPr>
          <p:nvPr/>
        </p:nvCxnSpPr>
        <p:spPr>
          <a:xfrm flipH="1">
            <a:off x="3774142" y="3428999"/>
            <a:ext cx="1" cy="50693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BDBC1DE-1FCD-4CE4-929A-CCFF2E71B69F}"/>
              </a:ext>
            </a:extLst>
          </p:cNvPr>
          <p:cNvSpPr/>
          <p:nvPr/>
        </p:nvSpPr>
        <p:spPr>
          <a:xfrm>
            <a:off x="4621771" y="4203577"/>
            <a:ext cx="1610173" cy="394195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🧑‍🦰 Wallet: App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A7ACAC-18C1-506D-6AA8-BC656F82EA88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 flipV="1">
            <a:off x="4271215" y="4400675"/>
            <a:ext cx="350556" cy="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29F224B-ADC2-22A1-E586-8B3163A1E6DE}"/>
              </a:ext>
            </a:extLst>
          </p:cNvPr>
          <p:cNvGrpSpPr/>
          <p:nvPr/>
        </p:nvGrpSpPr>
        <p:grpSpPr>
          <a:xfrm>
            <a:off x="3556748" y="5078071"/>
            <a:ext cx="1727167" cy="929489"/>
            <a:chOff x="2544048" y="3935931"/>
            <a:chExt cx="1727167" cy="92948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1C24ACE-F8B4-9F21-7E69-9FA57EA39FF6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427E0D1-840E-D8CD-D163-AD973A158D11}"/>
                </a:ext>
              </a:extLst>
            </p:cNvPr>
            <p:cNvSpPr/>
            <p:nvPr/>
          </p:nvSpPr>
          <p:spPr>
            <a:xfrm>
              <a:off x="2626754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📣 Notifier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19FAFA2-0D71-9265-9F02-FC3DEE9A2C4F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5426857" y="3428999"/>
            <a:ext cx="1" cy="77457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204C0B4-75A3-34A9-45BF-36E63808E18F}"/>
              </a:ext>
            </a:extLst>
          </p:cNvPr>
          <p:cNvCxnSpPr>
            <a:cxnSpLocks/>
            <a:stCxn id="49" idx="1"/>
            <a:endCxn id="13" idx="2"/>
          </p:cNvCxnSpPr>
          <p:nvPr/>
        </p:nvCxnSpPr>
        <p:spPr>
          <a:xfrm rot="10800000">
            <a:off x="3407632" y="4865420"/>
            <a:ext cx="149116" cy="677396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59">
            <a:extLst>
              <a:ext uri="{FF2B5EF4-FFF2-40B4-BE49-F238E27FC236}">
                <a16:creationId xmlns:a16="http://schemas.microsoft.com/office/drawing/2014/main" id="{EDDDE234-EBCE-0735-F4F9-4003711688E1}"/>
              </a:ext>
            </a:extLst>
          </p:cNvPr>
          <p:cNvCxnSpPr>
            <a:cxnSpLocks/>
            <a:stCxn id="36" idx="2"/>
            <a:endCxn id="49" idx="3"/>
          </p:cNvCxnSpPr>
          <p:nvPr/>
        </p:nvCxnSpPr>
        <p:spPr>
          <a:xfrm rot="5400000">
            <a:off x="4882865" y="4998823"/>
            <a:ext cx="945044" cy="142943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2ADA7D1-5912-2070-59EC-ACC8A39BE9EB}"/>
              </a:ext>
            </a:extLst>
          </p:cNvPr>
          <p:cNvGrpSpPr/>
          <p:nvPr/>
        </p:nvGrpSpPr>
        <p:grpSpPr>
          <a:xfrm>
            <a:off x="6231944" y="2580551"/>
            <a:ext cx="1727167" cy="929489"/>
            <a:chOff x="2544048" y="3935931"/>
            <a:chExt cx="1727167" cy="929489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953B124-4406-24D6-F105-C09E4624B910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747C435-970B-8353-DB48-61C8D8DA1B15}"/>
                </a:ext>
              </a:extLst>
            </p:cNvPr>
            <p:cNvSpPr/>
            <p:nvPr/>
          </p:nvSpPr>
          <p:spPr>
            <a:xfrm>
              <a:off x="2626754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🗄️ Vault</a:t>
              </a:r>
            </a:p>
          </p:txBody>
        </p:sp>
      </p:grpSp>
      <p:cxnSp>
        <p:nvCxnSpPr>
          <p:cNvPr id="75" name="Straight Arrow Connector 45">
            <a:extLst>
              <a:ext uri="{FF2B5EF4-FFF2-40B4-BE49-F238E27FC236}">
                <a16:creationId xmlns:a16="http://schemas.microsoft.com/office/drawing/2014/main" id="{B110800C-C2AD-06F5-1DF8-7320111B45F1}"/>
              </a:ext>
            </a:extLst>
          </p:cNvPr>
          <p:cNvCxnSpPr>
            <a:cxnSpLocks/>
            <a:stCxn id="74" idx="1"/>
            <a:endCxn id="20" idx="3"/>
          </p:cNvCxnSpPr>
          <p:nvPr/>
        </p:nvCxnSpPr>
        <p:spPr>
          <a:xfrm flipH="1">
            <a:off x="5665694" y="3218918"/>
            <a:ext cx="648956" cy="30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581CAA3-50A3-08D8-0F53-EAE6A4FABB1A}"/>
              </a:ext>
            </a:extLst>
          </p:cNvPr>
          <p:cNvCxnSpPr>
            <a:cxnSpLocks/>
            <a:stCxn id="138" idx="2"/>
            <a:endCxn id="2" idx="0"/>
          </p:cNvCxnSpPr>
          <p:nvPr/>
        </p:nvCxnSpPr>
        <p:spPr>
          <a:xfrm flipH="1">
            <a:off x="2735281" y="2669431"/>
            <a:ext cx="3187" cy="34000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11">
            <a:extLst>
              <a:ext uri="{FF2B5EF4-FFF2-40B4-BE49-F238E27FC236}">
                <a16:creationId xmlns:a16="http://schemas.microsoft.com/office/drawing/2014/main" id="{00C3F123-BC1D-0CEF-46AD-C8192E3AE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0247" y="2744535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{welcome}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32030AC-B3A5-BBDD-8C42-D3EF97C6356E}"/>
              </a:ext>
            </a:extLst>
          </p:cNvPr>
          <p:cNvCxnSpPr>
            <a:cxnSpLocks/>
            <a:endCxn id="137" idx="3"/>
          </p:cNvCxnSpPr>
          <p:nvPr/>
        </p:nvCxnSpPr>
        <p:spPr>
          <a:xfrm rot="16200000" flipV="1">
            <a:off x="2863116" y="2095119"/>
            <a:ext cx="1001601" cy="820452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11">
            <a:extLst>
              <a:ext uri="{FF2B5EF4-FFF2-40B4-BE49-F238E27FC236}">
                <a16:creationId xmlns:a16="http://schemas.microsoft.com/office/drawing/2014/main" id="{0186F756-C234-66B8-6A10-523A693DB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201" y="1736785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share()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ACF8CF7-D582-CFB8-2DBE-6426938AED3D}"/>
              </a:ext>
            </a:extLst>
          </p:cNvPr>
          <p:cNvGrpSpPr/>
          <p:nvPr/>
        </p:nvGrpSpPr>
        <p:grpSpPr>
          <a:xfrm>
            <a:off x="4245195" y="1772388"/>
            <a:ext cx="1131884" cy="898887"/>
            <a:chOff x="6283326" y="4218609"/>
            <a:chExt cx="1131884" cy="898887"/>
          </a:xfrm>
        </p:grpSpPr>
        <p:pic>
          <p:nvPicPr>
            <p:cNvPr id="96" name="Graphic 7">
              <a:extLst>
                <a:ext uri="{FF2B5EF4-FFF2-40B4-BE49-F238E27FC236}">
                  <a16:creationId xmlns:a16="http://schemas.microsoft.com/office/drawing/2014/main" id="{A600BAC2-D1E6-E74E-69A2-6E06497CEC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TextBox 11">
              <a:extLst>
                <a:ext uri="{FF2B5EF4-FFF2-40B4-BE49-F238E27FC236}">
                  <a16:creationId xmlns:a16="http://schemas.microsoft.com/office/drawing/2014/main" id="{20BB0141-C07D-8B31-74F9-BCEA386F1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51D3A25-691A-A643-CF9E-AF61366F6211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4811137" y="2671275"/>
            <a:ext cx="0" cy="31627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">
            <a:extLst>
              <a:ext uri="{FF2B5EF4-FFF2-40B4-BE49-F238E27FC236}">
                <a16:creationId xmlns:a16="http://schemas.microsoft.com/office/drawing/2014/main" id="{4477AB34-5F19-576B-C9AD-8CF1CA1C1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0774" y="3770937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{credential}</a:t>
            </a:r>
          </a:p>
        </p:txBody>
      </p:sp>
      <p:sp>
        <p:nvSpPr>
          <p:cNvPr id="113" name="TextBox 11">
            <a:extLst>
              <a:ext uri="{FF2B5EF4-FFF2-40B4-BE49-F238E27FC236}">
                <a16:creationId xmlns:a16="http://schemas.microsoft.com/office/drawing/2014/main" id="{2C2B2C6E-7E25-8972-2B15-24396D925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985" y="2911412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{info}</a:t>
            </a:r>
          </a:p>
        </p:txBody>
      </p:sp>
      <p:cxnSp>
        <p:nvCxnSpPr>
          <p:cNvPr id="116" name="Straight Arrow Connector 59">
            <a:extLst>
              <a:ext uri="{FF2B5EF4-FFF2-40B4-BE49-F238E27FC236}">
                <a16:creationId xmlns:a16="http://schemas.microsoft.com/office/drawing/2014/main" id="{AF4FD3FA-C6DB-AAE6-1565-BBDA17758DA5}"/>
              </a:ext>
            </a:extLst>
          </p:cNvPr>
          <p:cNvCxnSpPr>
            <a:cxnSpLocks/>
            <a:stCxn id="73" idx="2"/>
            <a:endCxn id="13" idx="1"/>
          </p:cNvCxnSpPr>
          <p:nvPr/>
        </p:nvCxnSpPr>
        <p:spPr>
          <a:xfrm rot="5400000">
            <a:off x="4374470" y="1679618"/>
            <a:ext cx="890636" cy="4551480"/>
          </a:xfrm>
          <a:prstGeom prst="bentConnector4">
            <a:avLst>
              <a:gd name="adj1" fmla="val 296684"/>
              <a:gd name="adj2" fmla="val 105023"/>
            </a:avLst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A3DB49B-776A-1827-AC46-E952A8D00E1C}"/>
              </a:ext>
            </a:extLst>
          </p:cNvPr>
          <p:cNvSpPr/>
          <p:nvPr/>
        </p:nvSpPr>
        <p:spPr>
          <a:xfrm>
            <a:off x="6314651" y="1799119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🕸 Graph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7AFCBD9-C420-4E68-2A35-20D5B8C5CF58}"/>
              </a:ext>
            </a:extLst>
          </p:cNvPr>
          <p:cNvSpPr/>
          <p:nvPr/>
        </p:nvSpPr>
        <p:spPr>
          <a:xfrm>
            <a:off x="6230801" y="1383960"/>
            <a:ext cx="1727167" cy="92949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DCD0A06-0BCC-3858-F577-4E13E26BD248}"/>
              </a:ext>
            </a:extLst>
          </p:cNvPr>
          <p:cNvCxnSpPr>
            <a:cxnSpLocks/>
            <a:stCxn id="125" idx="1"/>
            <a:endCxn id="96" idx="3"/>
          </p:cNvCxnSpPr>
          <p:nvPr/>
        </p:nvCxnSpPr>
        <p:spPr>
          <a:xfrm flipH="1" flipV="1">
            <a:off x="5026359" y="2006388"/>
            <a:ext cx="1288292" cy="251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D92284A-E13E-AC85-D517-FD0A9BCE0065}"/>
              </a:ext>
            </a:extLst>
          </p:cNvPr>
          <p:cNvGrpSpPr/>
          <p:nvPr/>
        </p:nvGrpSpPr>
        <p:grpSpPr>
          <a:xfrm>
            <a:off x="2172526" y="1770544"/>
            <a:ext cx="1131884" cy="898887"/>
            <a:chOff x="6283326" y="4218609"/>
            <a:chExt cx="1131884" cy="898887"/>
          </a:xfrm>
        </p:grpSpPr>
        <p:pic>
          <p:nvPicPr>
            <p:cNvPr id="137" name="Graphic 7">
              <a:extLst>
                <a:ext uri="{FF2B5EF4-FFF2-40B4-BE49-F238E27FC236}">
                  <a16:creationId xmlns:a16="http://schemas.microsoft.com/office/drawing/2014/main" id="{401BCD97-207B-2E4D-BFEA-2DC6513BC4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8" name="TextBox 11">
              <a:extLst>
                <a:ext uri="{FF2B5EF4-FFF2-40B4-BE49-F238E27FC236}">
                  <a16:creationId xmlns:a16="http://schemas.microsoft.com/office/drawing/2014/main" id="{C2B6A92F-8338-044D-5D35-721C23E26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4313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3" y="1009403"/>
            <a:ext cx="10717590" cy="263253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5" y="1128156"/>
            <a:ext cx="9463523" cy="241221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🕸 Graph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Arrow Connector 80">
            <a:extLst>
              <a:ext uri="{FF2B5EF4-FFF2-40B4-BE49-F238E27FC236}">
                <a16:creationId xmlns:a16="http://schemas.microsoft.com/office/drawing/2014/main" id="{F1BC62D7-85F1-8055-25AB-A2ABFF8C836F}"/>
              </a:ext>
            </a:extLst>
          </p:cNvPr>
          <p:cNvCxnSpPr>
            <a:cxnSpLocks/>
            <a:stCxn id="143" idx="0"/>
            <a:endCxn id="121" idx="2"/>
          </p:cNvCxnSpPr>
          <p:nvPr/>
        </p:nvCxnSpPr>
        <p:spPr>
          <a:xfrm flipH="1" flipV="1">
            <a:off x="5113931" y="3406860"/>
            <a:ext cx="5976" cy="98354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795546C-476B-6E90-8933-02A9CDBB8EF8}"/>
              </a:ext>
            </a:extLst>
          </p:cNvPr>
          <p:cNvSpPr/>
          <p:nvPr/>
        </p:nvSpPr>
        <p:spPr>
          <a:xfrm>
            <a:off x="1914302" y="3999429"/>
            <a:ext cx="1906967" cy="141126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7B71B1A-B4B9-43DF-AD3F-F899A425F7C9}"/>
              </a:ext>
            </a:extLst>
          </p:cNvPr>
          <p:cNvSpPr/>
          <p:nvPr/>
        </p:nvSpPr>
        <p:spPr>
          <a:xfrm>
            <a:off x="2095012" y="3014251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📥 Subscriber</a:t>
            </a:r>
          </a:p>
        </p:txBody>
      </p:sp>
      <p:cxnSp>
        <p:nvCxnSpPr>
          <p:cNvPr id="115" name="Straight Arrow Connector 80">
            <a:extLst>
              <a:ext uri="{FF2B5EF4-FFF2-40B4-BE49-F238E27FC236}">
                <a16:creationId xmlns:a16="http://schemas.microsoft.com/office/drawing/2014/main" id="{E3A5099F-6D43-F78F-9079-288A57865E40}"/>
              </a:ext>
            </a:extLst>
          </p:cNvPr>
          <p:cNvCxnSpPr>
            <a:cxnSpLocks/>
            <a:stCxn id="114" idx="2"/>
            <a:endCxn id="109" idx="0"/>
          </p:cNvCxnSpPr>
          <p:nvPr/>
        </p:nvCxnSpPr>
        <p:spPr>
          <a:xfrm>
            <a:off x="2863243" y="3433815"/>
            <a:ext cx="4543" cy="565614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F00E506-AE48-5BA7-7F6A-D287E219E790}"/>
              </a:ext>
            </a:extLst>
          </p:cNvPr>
          <p:cNvGrpSpPr/>
          <p:nvPr/>
        </p:nvGrpSpPr>
        <p:grpSpPr>
          <a:xfrm>
            <a:off x="4547989" y="2507973"/>
            <a:ext cx="1131884" cy="898887"/>
            <a:chOff x="6283326" y="4218609"/>
            <a:chExt cx="1131884" cy="898887"/>
          </a:xfrm>
        </p:grpSpPr>
        <p:pic>
          <p:nvPicPr>
            <p:cNvPr id="120" name="Graphic 7">
              <a:extLst>
                <a:ext uri="{FF2B5EF4-FFF2-40B4-BE49-F238E27FC236}">
                  <a16:creationId xmlns:a16="http://schemas.microsoft.com/office/drawing/2014/main" id="{55D851F8-EBB0-64D4-0E5E-986821690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TextBox 11">
              <a:extLst>
                <a:ext uri="{FF2B5EF4-FFF2-40B4-BE49-F238E27FC236}">
                  <a16:creationId xmlns:a16="http://schemas.microsoft.com/office/drawing/2014/main" id="{5A6F4520-38D4-7159-6AC0-EC9D05E6B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140" name="Straight Arrow Connector 80">
            <a:extLst>
              <a:ext uri="{FF2B5EF4-FFF2-40B4-BE49-F238E27FC236}">
                <a16:creationId xmlns:a16="http://schemas.microsoft.com/office/drawing/2014/main" id="{DED44B7A-18ED-9CCD-12DF-85901E67B547}"/>
              </a:ext>
            </a:extLst>
          </p:cNvPr>
          <p:cNvCxnSpPr>
            <a:cxnSpLocks/>
            <a:stCxn id="120" idx="1"/>
            <a:endCxn id="114" idx="0"/>
          </p:cNvCxnSpPr>
          <p:nvPr/>
        </p:nvCxnSpPr>
        <p:spPr>
          <a:xfrm rot="10800000" flipV="1">
            <a:off x="2863243" y="2741973"/>
            <a:ext cx="1997910" cy="272278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2AEAA28-5D94-DEC2-9C52-D5504D00F95F}"/>
              </a:ext>
            </a:extLst>
          </p:cNvPr>
          <p:cNvGrpSpPr/>
          <p:nvPr/>
        </p:nvGrpSpPr>
        <p:grpSpPr>
          <a:xfrm>
            <a:off x="2014887" y="4390401"/>
            <a:ext cx="1711380" cy="910819"/>
            <a:chOff x="5504133" y="4719193"/>
            <a:chExt cx="1711380" cy="910819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38CBC08-F185-459A-9D0A-162F84BE2381}"/>
                </a:ext>
              </a:extLst>
            </p:cNvPr>
            <p:cNvSpPr/>
            <p:nvPr/>
          </p:nvSpPr>
          <p:spPr>
            <a:xfrm>
              <a:off x="5589616" y="5121732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📤 Publisher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C250C404-A7C6-3C26-C551-4F3C38C7FA60}"/>
                </a:ext>
              </a:extLst>
            </p:cNvPr>
            <p:cNvSpPr/>
            <p:nvPr/>
          </p:nvSpPr>
          <p:spPr>
            <a:xfrm>
              <a:off x="5504133" y="4719193"/>
              <a:ext cx="1711380" cy="91081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>
                <a:defRPr/>
              </a:pPr>
              <a:r>
                <a:rPr lang="en-GB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👂 Listener</a:t>
              </a:r>
              <a:endPara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5" name="TextBox 11">
            <a:extLst>
              <a:ext uri="{FF2B5EF4-FFF2-40B4-BE49-F238E27FC236}">
                <a16:creationId xmlns:a16="http://schemas.microsoft.com/office/drawing/2014/main" id="{BFD630D8-43B0-D488-3119-F5132F370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514" y="3681373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{update}</a:t>
            </a:r>
            <a:endParaRPr lang="en-US" altLang="en-US" sz="1100" i="1" dirty="0">
              <a:effectLst>
                <a:glow rad="93240">
                  <a:schemeClr val="bg1">
                    <a:alpha val="93000"/>
                  </a:schemeClr>
                </a:glow>
              </a:effectLst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4CDD0D-13AB-B2C2-0EC6-1DBADC0C367A}"/>
              </a:ext>
            </a:extLst>
          </p:cNvPr>
          <p:cNvGrpSpPr/>
          <p:nvPr/>
        </p:nvGrpSpPr>
        <p:grpSpPr>
          <a:xfrm>
            <a:off x="4252033" y="4390401"/>
            <a:ext cx="1735747" cy="910820"/>
            <a:chOff x="8784250" y="5110164"/>
            <a:chExt cx="1735747" cy="91082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611CE39-9661-8D86-EFF5-01A50F94B732}"/>
                </a:ext>
              </a:extLst>
            </p:cNvPr>
            <p:cNvSpPr/>
            <p:nvPr/>
          </p:nvSpPr>
          <p:spPr>
            <a:xfrm>
              <a:off x="8784250" y="5110164"/>
              <a:ext cx="1735747" cy="910820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7F79B34-BD59-21BA-A0DC-7704AFE003A8}"/>
                </a:ext>
              </a:extLst>
            </p:cNvPr>
            <p:cNvSpPr/>
            <p:nvPr/>
          </p:nvSpPr>
          <p:spPr>
            <a:xfrm>
              <a:off x="8896004" y="5512703"/>
              <a:ext cx="1505725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📜 </a:t>
              </a:r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Manifester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0D36BC0-7F5E-68B2-129B-00F5FC6B33AD}"/>
              </a:ext>
            </a:extLst>
          </p:cNvPr>
          <p:cNvGrpSpPr/>
          <p:nvPr/>
        </p:nvGrpSpPr>
        <p:grpSpPr>
          <a:xfrm>
            <a:off x="5607354" y="2504548"/>
            <a:ext cx="1286804" cy="887365"/>
            <a:chOff x="7282986" y="1489797"/>
            <a:chExt cx="1286804" cy="887365"/>
          </a:xfrm>
        </p:grpSpPr>
        <p:pic>
          <p:nvPicPr>
            <p:cNvPr id="7" name="Graphic 23">
              <a:extLst>
                <a:ext uri="{FF2B5EF4-FFF2-40B4-BE49-F238E27FC236}">
                  <a16:creationId xmlns:a16="http://schemas.microsoft.com/office/drawing/2014/main" id="{D0C03898-A309-E924-7855-984574450C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8007" y="1489797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12">
              <a:extLst>
                <a:ext uri="{FF2B5EF4-FFF2-40B4-BE49-F238E27FC236}">
                  <a16:creationId xmlns:a16="http://schemas.microsoft.com/office/drawing/2014/main" id="{6FBCFB0A-F59D-DE75-17A4-091753230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2986" y="1946275"/>
              <a:ext cx="128680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>
                <a:defRPr sz="11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dirty="0"/>
                <a:t>Amazon Neptune</a:t>
              </a:r>
              <a:br>
                <a:rPr lang="en-US" altLang="en-US" dirty="0"/>
              </a:br>
              <a:r>
                <a:rPr lang="en-US" altLang="en-US" i="1" dirty="0"/>
                <a:t>graph database</a:t>
              </a:r>
            </a:p>
          </p:txBody>
        </p:sp>
      </p:grpSp>
      <p:cxnSp>
        <p:nvCxnSpPr>
          <p:cNvPr id="19" name="Straight Arrow Connector 80">
            <a:extLst>
              <a:ext uri="{FF2B5EF4-FFF2-40B4-BE49-F238E27FC236}">
                <a16:creationId xmlns:a16="http://schemas.microsoft.com/office/drawing/2014/main" id="{11835C4D-CF74-13CD-4F8F-AFE32C07FBB4}"/>
              </a:ext>
            </a:extLst>
          </p:cNvPr>
          <p:cNvCxnSpPr>
            <a:cxnSpLocks/>
            <a:stCxn id="7" idx="1"/>
            <a:endCxn id="120" idx="3"/>
          </p:cNvCxnSpPr>
          <p:nvPr/>
        </p:nvCxnSpPr>
        <p:spPr>
          <a:xfrm flipH="1">
            <a:off x="5329153" y="2738548"/>
            <a:ext cx="703222" cy="342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80">
            <a:extLst>
              <a:ext uri="{FF2B5EF4-FFF2-40B4-BE49-F238E27FC236}">
                <a16:creationId xmlns:a16="http://schemas.microsoft.com/office/drawing/2014/main" id="{4505FD54-70D5-501B-CC94-44E29CB6CC7E}"/>
              </a:ext>
            </a:extLst>
          </p:cNvPr>
          <p:cNvCxnSpPr>
            <a:cxnSpLocks/>
            <a:stCxn id="43" idx="1"/>
            <a:endCxn id="120" idx="0"/>
          </p:cNvCxnSpPr>
          <p:nvPr/>
        </p:nvCxnSpPr>
        <p:spPr>
          <a:xfrm rot="10800000" flipV="1">
            <a:off x="5095154" y="1589465"/>
            <a:ext cx="2107213" cy="918507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90FFB95-CA9F-B510-4082-D26058ADB87A}"/>
              </a:ext>
            </a:extLst>
          </p:cNvPr>
          <p:cNvSpPr/>
          <p:nvPr/>
        </p:nvSpPr>
        <p:spPr>
          <a:xfrm>
            <a:off x="8019969" y="2987296"/>
            <a:ext cx="1359956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</a:t>
            </a:r>
            <a:r>
              <a:rPr lang="en-GB" sz="1600" dirty="0"/>
              <a:t>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 API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82C27A-A98A-4950-46AD-3C0808028141}"/>
              </a:ext>
            </a:extLst>
          </p:cNvPr>
          <p:cNvGrpSpPr/>
          <p:nvPr/>
        </p:nvGrpSpPr>
        <p:grpSpPr>
          <a:xfrm>
            <a:off x="6873882" y="2504663"/>
            <a:ext cx="1131884" cy="898887"/>
            <a:chOff x="6283326" y="4218609"/>
            <a:chExt cx="1131884" cy="898887"/>
          </a:xfrm>
        </p:grpSpPr>
        <p:pic>
          <p:nvPicPr>
            <p:cNvPr id="32" name="Graphic 7">
              <a:extLst>
                <a:ext uri="{FF2B5EF4-FFF2-40B4-BE49-F238E27FC236}">
                  <a16:creationId xmlns:a16="http://schemas.microsoft.com/office/drawing/2014/main" id="{94F18D21-167B-B44C-0ABA-02186C327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3C1E02E5-2AD4-47FD-81F6-893BCAD92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34" name="Straight Arrow Connector 80">
            <a:extLst>
              <a:ext uri="{FF2B5EF4-FFF2-40B4-BE49-F238E27FC236}">
                <a16:creationId xmlns:a16="http://schemas.microsoft.com/office/drawing/2014/main" id="{D4798E3A-86E9-6F7F-D2D0-74A042D2ACE5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>
            <a:off x="6500375" y="2738548"/>
            <a:ext cx="686671" cy="11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0">
            <a:extLst>
              <a:ext uri="{FF2B5EF4-FFF2-40B4-BE49-F238E27FC236}">
                <a16:creationId xmlns:a16="http://schemas.microsoft.com/office/drawing/2014/main" id="{2FC68687-B14D-05AA-491E-59F71BD291CF}"/>
              </a:ext>
            </a:extLst>
          </p:cNvPr>
          <p:cNvCxnSpPr>
            <a:cxnSpLocks/>
            <a:stCxn id="42" idx="2"/>
            <a:endCxn id="32" idx="0"/>
          </p:cNvCxnSpPr>
          <p:nvPr/>
        </p:nvCxnSpPr>
        <p:spPr>
          <a:xfrm>
            <a:off x="7421046" y="2083813"/>
            <a:ext cx="0" cy="42085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80">
            <a:extLst>
              <a:ext uri="{FF2B5EF4-FFF2-40B4-BE49-F238E27FC236}">
                <a16:creationId xmlns:a16="http://schemas.microsoft.com/office/drawing/2014/main" id="{32E1B423-15AF-4919-1FA3-8E664DFD7F89}"/>
              </a:ext>
            </a:extLst>
          </p:cNvPr>
          <p:cNvCxnSpPr>
            <a:cxnSpLocks/>
            <a:stCxn id="32" idx="3"/>
            <a:endCxn id="30" idx="0"/>
          </p:cNvCxnSpPr>
          <p:nvPr/>
        </p:nvCxnSpPr>
        <p:spPr>
          <a:xfrm>
            <a:off x="7655046" y="2738663"/>
            <a:ext cx="1044901" cy="248633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593C344-A319-3434-C267-1D3D16E3AD60}"/>
              </a:ext>
            </a:extLst>
          </p:cNvPr>
          <p:cNvSpPr/>
          <p:nvPr/>
        </p:nvSpPr>
        <p:spPr>
          <a:xfrm>
            <a:off x="8017641" y="4290189"/>
            <a:ext cx="1359957" cy="40958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GB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Arrow Connector 80">
            <a:extLst>
              <a:ext uri="{FF2B5EF4-FFF2-40B4-BE49-F238E27FC236}">
                <a16:creationId xmlns:a16="http://schemas.microsoft.com/office/drawing/2014/main" id="{5E147A1E-E432-275F-2583-88F00F113D9D}"/>
              </a:ext>
            </a:extLst>
          </p:cNvPr>
          <p:cNvCxnSpPr>
            <a:cxnSpLocks/>
            <a:stCxn id="30" idx="2"/>
            <a:endCxn id="45" idx="0"/>
          </p:cNvCxnSpPr>
          <p:nvPr/>
        </p:nvCxnSpPr>
        <p:spPr>
          <a:xfrm flipH="1">
            <a:off x="8697620" y="3406860"/>
            <a:ext cx="2327" cy="88332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11">
            <a:extLst>
              <a:ext uri="{FF2B5EF4-FFF2-40B4-BE49-F238E27FC236}">
                <a16:creationId xmlns:a16="http://schemas.microsoft.com/office/drawing/2014/main" id="{D70F4590-8E2D-7FA2-AF5E-C2C5785DF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155" y="3770943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 manifest</a:t>
            </a: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B69901F5-8407-DA04-180F-A08F0DE04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2920" y="3768737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queries</a:t>
            </a:r>
          </a:p>
        </p:txBody>
      </p:sp>
      <p:sp>
        <p:nvSpPr>
          <p:cNvPr id="54" name="Title 4">
            <a:extLst>
              <a:ext uri="{FF2B5EF4-FFF2-40B4-BE49-F238E27FC236}">
                <a16:creationId xmlns:a16="http://schemas.microsoft.com/office/drawing/2014/main" id="{28542C70-C1A4-DEAB-0432-A35649D7A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6BC5DF-3D4C-5549-FDBD-116A4F0160EF}"/>
              </a:ext>
            </a:extLst>
          </p:cNvPr>
          <p:cNvSpPr/>
          <p:nvPr/>
        </p:nvSpPr>
        <p:spPr>
          <a:xfrm>
            <a:off x="9786764" y="2980717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📤 Publisher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80">
            <a:extLst>
              <a:ext uri="{FF2B5EF4-FFF2-40B4-BE49-F238E27FC236}">
                <a16:creationId xmlns:a16="http://schemas.microsoft.com/office/drawing/2014/main" id="{AE66BCB9-DC07-D514-5D61-D4B42A0B88F4}"/>
              </a:ext>
            </a:extLst>
          </p:cNvPr>
          <p:cNvCxnSpPr>
            <a:cxnSpLocks/>
            <a:stCxn id="4" idx="0"/>
            <a:endCxn id="13" idx="2"/>
          </p:cNvCxnSpPr>
          <p:nvPr/>
        </p:nvCxnSpPr>
        <p:spPr>
          <a:xfrm flipH="1" flipV="1">
            <a:off x="10552033" y="2773411"/>
            <a:ext cx="2962" cy="207306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80">
            <a:extLst>
              <a:ext uri="{FF2B5EF4-FFF2-40B4-BE49-F238E27FC236}">
                <a16:creationId xmlns:a16="http://schemas.microsoft.com/office/drawing/2014/main" id="{89E0E7EE-E38A-059C-BB7C-EB0DA463D39A}"/>
              </a:ext>
            </a:extLst>
          </p:cNvPr>
          <p:cNvCxnSpPr>
            <a:cxnSpLocks/>
            <a:stCxn id="20" idx="0"/>
            <a:endCxn id="4" idx="2"/>
          </p:cNvCxnSpPr>
          <p:nvPr/>
        </p:nvCxnSpPr>
        <p:spPr>
          <a:xfrm flipH="1" flipV="1">
            <a:off x="10554995" y="3400281"/>
            <a:ext cx="294" cy="54012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7C20A5-6AA2-0F0E-C00D-AEA770E1E3F5}"/>
              </a:ext>
            </a:extLst>
          </p:cNvPr>
          <p:cNvGrpSpPr/>
          <p:nvPr/>
        </p:nvGrpSpPr>
        <p:grpSpPr>
          <a:xfrm>
            <a:off x="9986091" y="1874524"/>
            <a:ext cx="1131884" cy="898887"/>
            <a:chOff x="6283326" y="4218609"/>
            <a:chExt cx="1131884" cy="898887"/>
          </a:xfrm>
        </p:grpSpPr>
        <p:pic>
          <p:nvPicPr>
            <p:cNvPr id="11" name="Graphic 7">
              <a:extLst>
                <a:ext uri="{FF2B5EF4-FFF2-40B4-BE49-F238E27FC236}">
                  <a16:creationId xmlns:a16="http://schemas.microsoft.com/office/drawing/2014/main" id="{5EEF6DCD-A473-B188-55D2-3FDB7BD57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4D6AF3B0-8438-90BB-65E6-F3BBF53CE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2B6AD3-2D75-6703-F21F-A7F5894DA364}"/>
              </a:ext>
            </a:extLst>
          </p:cNvPr>
          <p:cNvGrpSpPr/>
          <p:nvPr/>
        </p:nvGrpSpPr>
        <p:grpSpPr>
          <a:xfrm>
            <a:off x="9698439" y="4338570"/>
            <a:ext cx="1714500" cy="910819"/>
            <a:chOff x="3644153" y="4719193"/>
            <a:chExt cx="1714500" cy="9108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878267-BAD6-7AA2-F4AE-A96E49144B01}"/>
                </a:ext>
              </a:extLst>
            </p:cNvPr>
            <p:cNvSpPr/>
            <p:nvPr/>
          </p:nvSpPr>
          <p:spPr>
            <a:xfrm>
              <a:off x="3732478" y="5113135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📥 Subscriber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86F02E-DC85-E524-637D-D6DFEDCE57C9}"/>
                </a:ext>
              </a:extLst>
            </p:cNvPr>
            <p:cNvSpPr/>
            <p:nvPr/>
          </p:nvSpPr>
          <p:spPr>
            <a:xfrm>
              <a:off x="3644153" y="4719193"/>
              <a:ext cx="1714500" cy="91081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📷 Cache</a:t>
              </a:r>
              <a:endPara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7" name="Straight Arrow Connector 80">
            <a:extLst>
              <a:ext uri="{FF2B5EF4-FFF2-40B4-BE49-F238E27FC236}">
                <a16:creationId xmlns:a16="http://schemas.microsoft.com/office/drawing/2014/main" id="{D03FB469-EB46-6EE7-1F91-E08384F6B1BE}"/>
              </a:ext>
            </a:extLst>
          </p:cNvPr>
          <p:cNvCxnSpPr>
            <a:cxnSpLocks/>
            <a:stCxn id="11" idx="0"/>
            <a:endCxn id="58" idx="3"/>
          </p:cNvCxnSpPr>
          <p:nvPr/>
        </p:nvCxnSpPr>
        <p:spPr>
          <a:xfrm rot="16200000" flipV="1">
            <a:off x="9999060" y="1340329"/>
            <a:ext cx="284867" cy="783524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DBD7B0E-51AA-5EE2-5C8C-2122001E709D}"/>
              </a:ext>
            </a:extLst>
          </p:cNvPr>
          <p:cNvSpPr/>
          <p:nvPr/>
        </p:nvSpPr>
        <p:spPr>
          <a:xfrm>
            <a:off x="9600628" y="3940406"/>
            <a:ext cx="1909322" cy="141126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cxnSp>
        <p:nvCxnSpPr>
          <p:cNvPr id="28" name="Straight Arrow Connector 80">
            <a:extLst>
              <a:ext uri="{FF2B5EF4-FFF2-40B4-BE49-F238E27FC236}">
                <a16:creationId xmlns:a16="http://schemas.microsoft.com/office/drawing/2014/main" id="{13F22596-40C5-611F-6D35-E1E8F7A62F5B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05681" y="3555947"/>
            <a:ext cx="721895" cy="468000"/>
          </a:xfrm>
          <a:prstGeom prst="bentConnector3">
            <a:avLst>
              <a:gd name="adj1" fmla="val 101667"/>
            </a:avLst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352F287-31E5-5A8B-7859-8AA550FE249D}"/>
              </a:ext>
            </a:extLst>
          </p:cNvPr>
          <p:cNvGrpSpPr/>
          <p:nvPr/>
        </p:nvGrpSpPr>
        <p:grpSpPr>
          <a:xfrm>
            <a:off x="7953506" y="1354707"/>
            <a:ext cx="1063475" cy="898383"/>
            <a:chOff x="7858256" y="1354707"/>
            <a:chExt cx="1063475" cy="898383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5FBDCAD-E41E-62F8-BE33-955687014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8256" y="1822203"/>
              <a:ext cx="106347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DynamoDB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domains table</a:t>
              </a:r>
            </a:p>
          </p:txBody>
        </p:sp>
        <p:pic>
          <p:nvPicPr>
            <p:cNvPr id="39" name="Graphic 23">
              <a:extLst>
                <a:ext uri="{FF2B5EF4-FFF2-40B4-BE49-F238E27FC236}">
                  <a16:creationId xmlns:a16="http://schemas.microsoft.com/office/drawing/2014/main" id="{D6BD5B7E-AEB3-D5DB-B9FC-F4B7C6DC44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5592" y="1354707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8E0029C-2138-3FEB-8A80-636F36F66063}"/>
              </a:ext>
            </a:extLst>
          </p:cNvPr>
          <p:cNvGrpSpPr/>
          <p:nvPr/>
        </p:nvGrpSpPr>
        <p:grpSpPr>
          <a:xfrm>
            <a:off x="7071743" y="1360866"/>
            <a:ext cx="698606" cy="722947"/>
            <a:chOff x="4708054" y="1325176"/>
            <a:chExt cx="698606" cy="722947"/>
          </a:xfrm>
        </p:grpSpPr>
        <p:sp>
          <p:nvSpPr>
            <p:cNvPr id="42" name="TextBox 24">
              <a:extLst>
                <a:ext uri="{FF2B5EF4-FFF2-40B4-BE49-F238E27FC236}">
                  <a16:creationId xmlns:a16="http://schemas.microsoft.com/office/drawing/2014/main" id="{0796F20E-619D-7C58-A05D-19F945982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8054" y="1786513"/>
              <a:ext cx="69860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DAX</a:t>
              </a:r>
            </a:p>
          </p:txBody>
        </p:sp>
        <p:pic>
          <p:nvPicPr>
            <p:cNvPr id="43" name="Graphic 33">
              <a:extLst>
                <a:ext uri="{FF2B5EF4-FFF2-40B4-BE49-F238E27FC236}">
                  <a16:creationId xmlns:a16="http://schemas.microsoft.com/office/drawing/2014/main" id="{311DF190-5271-BFA2-F6FC-018E28A713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8677" y="1325176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9" name="Straight Arrow Connector 80">
            <a:extLst>
              <a:ext uri="{FF2B5EF4-FFF2-40B4-BE49-F238E27FC236}">
                <a16:creationId xmlns:a16="http://schemas.microsoft.com/office/drawing/2014/main" id="{CE9C7C3E-955F-0B89-76FE-27B23EB8F379}"/>
              </a:ext>
            </a:extLst>
          </p:cNvPr>
          <p:cNvCxnSpPr>
            <a:cxnSpLocks/>
            <a:stCxn id="39" idx="1"/>
            <a:endCxn id="43" idx="3"/>
          </p:cNvCxnSpPr>
          <p:nvPr/>
        </p:nvCxnSpPr>
        <p:spPr>
          <a:xfrm flipH="1">
            <a:off x="7659566" y="1588707"/>
            <a:ext cx="591276" cy="75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9632609-27CC-93EB-773D-246BB5DE762B}"/>
              </a:ext>
            </a:extLst>
          </p:cNvPr>
          <p:cNvGrpSpPr/>
          <p:nvPr/>
        </p:nvGrpSpPr>
        <p:grpSpPr>
          <a:xfrm>
            <a:off x="9100960" y="1361057"/>
            <a:ext cx="840341" cy="717223"/>
            <a:chOff x="9024619" y="62494"/>
            <a:chExt cx="840341" cy="717223"/>
          </a:xfrm>
        </p:grpSpPr>
        <p:sp>
          <p:nvSpPr>
            <p:cNvPr id="57" name="TextBox 16">
              <a:extLst>
                <a:ext uri="{FF2B5EF4-FFF2-40B4-BE49-F238E27FC236}">
                  <a16:creationId xmlns:a16="http://schemas.microsoft.com/office/drawing/2014/main" id="{08CEA516-A47E-DCF0-8629-3D467A2AC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4619" y="518107"/>
              <a:ext cx="840341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Stream</a:t>
              </a:r>
            </a:p>
          </p:txBody>
        </p:sp>
        <p:pic>
          <p:nvPicPr>
            <p:cNvPr id="58" name="Graphic 27">
              <a:extLst>
                <a:ext uri="{FF2B5EF4-FFF2-40B4-BE49-F238E27FC236}">
                  <a16:creationId xmlns:a16="http://schemas.microsoft.com/office/drawing/2014/main" id="{808842E2-4DCC-0030-63B0-63E46771E9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 bwMode="auto">
            <a:xfrm>
              <a:off x="9216190" y="62494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3" name="Straight Arrow Connector 80">
            <a:extLst>
              <a:ext uri="{FF2B5EF4-FFF2-40B4-BE49-F238E27FC236}">
                <a16:creationId xmlns:a16="http://schemas.microsoft.com/office/drawing/2014/main" id="{08E2FBF4-C23B-2CE5-39A9-6FFC5F20E6CE}"/>
              </a:ext>
            </a:extLst>
          </p:cNvPr>
          <p:cNvCxnSpPr>
            <a:cxnSpLocks/>
            <a:stCxn id="58" idx="1"/>
            <a:endCxn id="39" idx="3"/>
          </p:cNvCxnSpPr>
          <p:nvPr/>
        </p:nvCxnSpPr>
        <p:spPr>
          <a:xfrm flipH="1" flipV="1">
            <a:off x="8718842" y="1588707"/>
            <a:ext cx="573689" cy="95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4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CA620E-6994-EF53-58CA-CDAF11339D5A}"/>
              </a:ext>
            </a:extLst>
          </p:cNvPr>
          <p:cNvSpPr/>
          <p:nvPr/>
        </p:nvSpPr>
        <p:spPr>
          <a:xfrm>
            <a:off x="3320716" y="1038497"/>
            <a:ext cx="6270171" cy="2737855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768761-4F6D-C98F-E05F-FC85ED08AF7A}"/>
              </a:ext>
            </a:extLst>
          </p:cNvPr>
          <p:cNvSpPr/>
          <p:nvPr/>
        </p:nvSpPr>
        <p:spPr>
          <a:xfrm>
            <a:off x="4635564" y="3166369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5846B-7E23-80DB-DD88-23ED3EAF630B}"/>
              </a:ext>
            </a:extLst>
          </p:cNvPr>
          <p:cNvSpPr/>
          <p:nvPr/>
        </p:nvSpPr>
        <p:spPr>
          <a:xfrm>
            <a:off x="4536373" y="1123407"/>
            <a:ext cx="4972011" cy="257544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🤗 Host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CC9DCD-52D8-31DD-E011-8387285BCFF5}"/>
              </a:ext>
            </a:extLst>
          </p:cNvPr>
          <p:cNvGrpSpPr/>
          <p:nvPr/>
        </p:nvGrpSpPr>
        <p:grpSpPr>
          <a:xfrm>
            <a:off x="7037896" y="2118284"/>
            <a:ext cx="1131884" cy="898887"/>
            <a:chOff x="6283326" y="4218609"/>
            <a:chExt cx="1131884" cy="898887"/>
          </a:xfrm>
        </p:grpSpPr>
        <p:pic>
          <p:nvPicPr>
            <p:cNvPr id="21" name="Graphic 7">
              <a:extLst>
                <a:ext uri="{FF2B5EF4-FFF2-40B4-BE49-F238E27FC236}">
                  <a16:creationId xmlns:a16="http://schemas.microsoft.com/office/drawing/2014/main" id="{8E9D765D-766C-93B1-DF8D-51FA38FCB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7ACBFC19-AF5E-B242-0B63-1EB7F6B18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41D770F-C2B1-DEBE-9F9C-C39C5945548C}"/>
              </a:ext>
            </a:extLst>
          </p:cNvPr>
          <p:cNvGrpSpPr/>
          <p:nvPr/>
        </p:nvGrpSpPr>
        <p:grpSpPr>
          <a:xfrm>
            <a:off x="7913963" y="2118284"/>
            <a:ext cx="1712735" cy="898887"/>
            <a:chOff x="7480660" y="4218609"/>
            <a:chExt cx="1712735" cy="898887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40DBC657-4CD9-BF9E-1BDC-60AAC5B035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3027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EA3EA04C-9761-DE28-ADAD-C37741670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0660" y="4686609"/>
              <a:ext cx="171273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DynamoDB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sessions table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A9FF50-42DE-749F-085A-28DE081434BF}"/>
              </a:ext>
            </a:extLst>
          </p:cNvPr>
          <p:cNvCxnSpPr>
            <a:cxnSpLocks/>
            <a:stCxn id="24" idx="1"/>
            <a:endCxn id="21" idx="3"/>
          </p:cNvCxnSpPr>
          <p:nvPr/>
        </p:nvCxnSpPr>
        <p:spPr>
          <a:xfrm flipH="1">
            <a:off x="7819060" y="2352284"/>
            <a:ext cx="717270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F974BAE-2E37-D696-77D3-D109ADECB6C1}"/>
              </a:ext>
            </a:extLst>
          </p:cNvPr>
          <p:cNvCxnSpPr>
            <a:cxnSpLocks/>
            <a:stCxn id="21" idx="1"/>
            <a:endCxn id="8" idx="0"/>
          </p:cNvCxnSpPr>
          <p:nvPr/>
        </p:nvCxnSpPr>
        <p:spPr>
          <a:xfrm rot="10800000" flipV="1">
            <a:off x="5403796" y="2352283"/>
            <a:ext cx="1947265" cy="814085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2B5A26E-69D7-1899-7EDA-1D6B1B16C5AF}"/>
              </a:ext>
            </a:extLst>
          </p:cNvPr>
          <p:cNvSpPr/>
          <p:nvPr/>
        </p:nvSpPr>
        <p:spPr>
          <a:xfrm>
            <a:off x="8176055" y="1222233"/>
            <a:ext cx="123023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✨ Scanner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3FACC7C-4FE5-A6B4-F777-DAD35B70F97C}"/>
              </a:ext>
            </a:extLst>
          </p:cNvPr>
          <p:cNvCxnSpPr>
            <a:cxnSpLocks/>
            <a:stCxn id="21" idx="0"/>
            <a:endCxn id="52" idx="1"/>
          </p:cNvCxnSpPr>
          <p:nvPr/>
        </p:nvCxnSpPr>
        <p:spPr>
          <a:xfrm rot="5400000" flipH="1" flipV="1">
            <a:off x="7537423" y="1479653"/>
            <a:ext cx="686269" cy="590995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45">
            <a:extLst>
              <a:ext uri="{FF2B5EF4-FFF2-40B4-BE49-F238E27FC236}">
                <a16:creationId xmlns:a16="http://schemas.microsoft.com/office/drawing/2014/main" id="{04185AC7-D385-F38A-6F64-6C2192FDFE56}"/>
              </a:ext>
            </a:extLst>
          </p:cNvPr>
          <p:cNvCxnSpPr>
            <a:cxnSpLocks/>
            <a:stCxn id="8" idx="2"/>
            <a:endCxn id="66" idx="1"/>
          </p:cNvCxnSpPr>
          <p:nvPr/>
        </p:nvCxnSpPr>
        <p:spPr>
          <a:xfrm rot="16200000" flipH="1">
            <a:off x="5048528" y="3941200"/>
            <a:ext cx="927973" cy="217438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itle 4">
            <a:extLst>
              <a:ext uri="{FF2B5EF4-FFF2-40B4-BE49-F238E27FC236}">
                <a16:creationId xmlns:a16="http://schemas.microsoft.com/office/drawing/2014/main" id="{F94A3F40-397E-D38F-7101-E9EEC1235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Host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C5CA031-ED73-0860-8585-247545493706}"/>
              </a:ext>
            </a:extLst>
          </p:cNvPr>
          <p:cNvGrpSpPr/>
          <p:nvPr/>
        </p:nvGrpSpPr>
        <p:grpSpPr>
          <a:xfrm>
            <a:off x="5621233" y="4049161"/>
            <a:ext cx="1727167" cy="929489"/>
            <a:chOff x="2544048" y="3935931"/>
            <a:chExt cx="1727167" cy="929489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95CCE8A-D136-C531-4B65-0F661505264A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D55B2F3-AE11-5D41-F3E8-9FD4FC8473BF}"/>
                </a:ext>
              </a:extLst>
            </p:cNvPr>
            <p:cNvSpPr/>
            <p:nvPr/>
          </p:nvSpPr>
          <p:spPr>
            <a:xfrm>
              <a:off x="2626754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🤵 Broker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27941989-4181-506E-4215-757EEAF3CEE4}"/>
              </a:ext>
            </a:extLst>
          </p:cNvPr>
          <p:cNvSpPr/>
          <p:nvPr/>
        </p:nvSpPr>
        <p:spPr>
          <a:xfrm>
            <a:off x="7795207" y="4316807"/>
            <a:ext cx="1610173" cy="394195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🧑‍🦰 Wallet: App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AA57EBB-3049-E5CD-0F8C-A4BD5915BB3C}"/>
              </a:ext>
            </a:extLst>
          </p:cNvPr>
          <p:cNvCxnSpPr>
            <a:cxnSpLocks/>
            <a:stCxn id="66" idx="3"/>
            <a:endCxn id="68" idx="1"/>
          </p:cNvCxnSpPr>
          <p:nvPr/>
        </p:nvCxnSpPr>
        <p:spPr>
          <a:xfrm flipV="1">
            <a:off x="7348400" y="4513905"/>
            <a:ext cx="446807" cy="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A7FCF5C-ED7F-6793-B68C-A7DBB0E055E0}"/>
              </a:ext>
            </a:extLst>
          </p:cNvPr>
          <p:cNvGrpSpPr/>
          <p:nvPr/>
        </p:nvGrpSpPr>
        <p:grpSpPr>
          <a:xfrm>
            <a:off x="6730184" y="5191301"/>
            <a:ext cx="1727167" cy="929489"/>
            <a:chOff x="2544048" y="3935931"/>
            <a:chExt cx="1727167" cy="929489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AED8721-014F-B988-4B80-0AAC61E82E86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B6D7294-709B-7198-E98D-0A1184EEED20}"/>
                </a:ext>
              </a:extLst>
            </p:cNvPr>
            <p:cNvSpPr/>
            <p:nvPr/>
          </p:nvSpPr>
          <p:spPr>
            <a:xfrm>
              <a:off x="2626754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📣 Notifier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3" name="Straight Arrow Connector 59">
            <a:extLst>
              <a:ext uri="{FF2B5EF4-FFF2-40B4-BE49-F238E27FC236}">
                <a16:creationId xmlns:a16="http://schemas.microsoft.com/office/drawing/2014/main" id="{8E0E3C0A-E7C2-A4C2-DD29-83B5ABB3846D}"/>
              </a:ext>
            </a:extLst>
          </p:cNvPr>
          <p:cNvCxnSpPr>
            <a:cxnSpLocks/>
            <a:stCxn id="71" idx="1"/>
            <a:endCxn id="66" idx="2"/>
          </p:cNvCxnSpPr>
          <p:nvPr/>
        </p:nvCxnSpPr>
        <p:spPr>
          <a:xfrm rot="10800000">
            <a:off x="6484818" y="4978650"/>
            <a:ext cx="245367" cy="677396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59">
            <a:extLst>
              <a:ext uri="{FF2B5EF4-FFF2-40B4-BE49-F238E27FC236}">
                <a16:creationId xmlns:a16="http://schemas.microsoft.com/office/drawing/2014/main" id="{7014A675-6926-4E7E-E83E-917010F9BA86}"/>
              </a:ext>
            </a:extLst>
          </p:cNvPr>
          <p:cNvCxnSpPr>
            <a:cxnSpLocks/>
            <a:stCxn id="68" idx="2"/>
            <a:endCxn id="71" idx="3"/>
          </p:cNvCxnSpPr>
          <p:nvPr/>
        </p:nvCxnSpPr>
        <p:spPr>
          <a:xfrm rot="5400000">
            <a:off x="8056301" y="5112053"/>
            <a:ext cx="945044" cy="142943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F686699-5947-202F-7BF4-0A7902F522B0}"/>
              </a:ext>
            </a:extLst>
          </p:cNvPr>
          <p:cNvCxnSpPr>
            <a:cxnSpLocks/>
            <a:stCxn id="8" idx="3"/>
            <a:endCxn id="68" idx="0"/>
          </p:cNvCxnSpPr>
          <p:nvPr/>
        </p:nvCxnSpPr>
        <p:spPr>
          <a:xfrm>
            <a:off x="6172026" y="3376151"/>
            <a:ext cx="2428268" cy="940656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010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2" y="1016000"/>
            <a:ext cx="6110803" cy="216746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7" y="1128156"/>
            <a:ext cx="4875197" cy="195371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🃏 Issuer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09F-3A41-D2FA-0590-D5D647EE82D3}"/>
              </a:ext>
            </a:extLst>
          </p:cNvPr>
          <p:cNvSpPr/>
          <p:nvPr/>
        </p:nvSpPr>
        <p:spPr>
          <a:xfrm>
            <a:off x="2128042" y="2552228"/>
            <a:ext cx="123023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🗄️ Vault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BBA597B-0399-D9B2-316E-108DB6B8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Issuer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1C272-590C-82B8-67A1-618514DA0A2C}"/>
              </a:ext>
            </a:extLst>
          </p:cNvPr>
          <p:cNvSpPr/>
          <p:nvPr/>
        </p:nvSpPr>
        <p:spPr>
          <a:xfrm>
            <a:off x="5302645" y="2552228"/>
            <a:ext cx="147719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B57631-8C4E-7737-BF77-57AFD85A38FB}"/>
              </a:ext>
            </a:extLst>
          </p:cNvPr>
          <p:cNvGrpSpPr/>
          <p:nvPr/>
        </p:nvGrpSpPr>
        <p:grpSpPr>
          <a:xfrm>
            <a:off x="3250079" y="1314858"/>
            <a:ext cx="1131884" cy="898887"/>
            <a:chOff x="6283326" y="4218609"/>
            <a:chExt cx="1131884" cy="898887"/>
          </a:xfrm>
        </p:grpSpPr>
        <p:pic>
          <p:nvPicPr>
            <p:cNvPr id="37" name="Graphic 7">
              <a:extLst>
                <a:ext uri="{FF2B5EF4-FFF2-40B4-BE49-F238E27FC236}">
                  <a16:creationId xmlns:a16="http://schemas.microsoft.com/office/drawing/2014/main" id="{43BBCA83-A141-11BE-466C-B5B65AB98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79F5C94-F02E-3110-001E-187E7EF7D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27F448-3C90-E787-518B-82F5BFDACF82}"/>
              </a:ext>
            </a:extLst>
          </p:cNvPr>
          <p:cNvCxnSpPr>
            <a:cxnSpLocks/>
            <a:stCxn id="37" idx="1"/>
            <a:endCxn id="2" idx="0"/>
          </p:cNvCxnSpPr>
          <p:nvPr/>
        </p:nvCxnSpPr>
        <p:spPr>
          <a:xfrm rot="10800000" flipV="1">
            <a:off x="2743159" y="1548858"/>
            <a:ext cx="820084" cy="1003370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36FEE81-4C59-3C73-8E53-C114D6F81A68}"/>
              </a:ext>
            </a:extLst>
          </p:cNvPr>
          <p:cNvCxnSpPr>
            <a:cxnSpLocks/>
            <a:stCxn id="15" idx="0"/>
            <a:endCxn id="37" idx="3"/>
          </p:cNvCxnSpPr>
          <p:nvPr/>
        </p:nvCxnSpPr>
        <p:spPr>
          <a:xfrm rot="16200000" flipV="1">
            <a:off x="4534558" y="1045543"/>
            <a:ext cx="1003370" cy="2009999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C25943E-1FB5-8DC8-797A-4C108305949D}"/>
              </a:ext>
            </a:extLst>
          </p:cNvPr>
          <p:cNvCxnSpPr>
            <a:cxnSpLocks/>
            <a:stCxn id="16" idx="1"/>
            <a:endCxn id="3" idx="0"/>
          </p:cNvCxnSpPr>
          <p:nvPr/>
        </p:nvCxnSpPr>
        <p:spPr>
          <a:xfrm rot="10800000" flipV="1">
            <a:off x="4266192" y="3615864"/>
            <a:ext cx="1204165" cy="320278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A314C1E-2FAB-373E-6D9F-78D17DDA05BE}"/>
              </a:ext>
            </a:extLst>
          </p:cNvPr>
          <p:cNvCxnSpPr>
            <a:cxnSpLocks/>
          </p:cNvCxnSpPr>
          <p:nvPr/>
        </p:nvCxnSpPr>
        <p:spPr>
          <a:xfrm>
            <a:off x="3805999" y="2213745"/>
            <a:ext cx="0" cy="32156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392CE73-F20F-2ED7-8C56-7323E51A4B0D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rot="16200000" flipH="1">
            <a:off x="2514103" y="3200847"/>
            <a:ext cx="1176057" cy="717945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11">
            <a:extLst>
              <a:ext uri="{FF2B5EF4-FFF2-40B4-BE49-F238E27FC236}">
                <a16:creationId xmlns:a16="http://schemas.microsoft.com/office/drawing/2014/main" id="{CFAEF0D1-6A32-3937-C0A5-F60822640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445" y="3381732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check-in()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EB13CE9C-5E00-0DF4-3532-F36640CC2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5287" y="1557380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issue()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08DF39CF-A7C9-509C-78FE-FC2B7A811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674" y="1995015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checked-in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EC26EC-A133-8A29-F1C9-E4DDA6F5FF3A}"/>
              </a:ext>
            </a:extLst>
          </p:cNvPr>
          <p:cNvSpPr/>
          <p:nvPr/>
        </p:nvSpPr>
        <p:spPr>
          <a:xfrm>
            <a:off x="5470356" y="3406082"/>
            <a:ext cx="1097278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🤵 Broker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E56A76-30C0-383E-EDDE-5F2C30ABFAE5}"/>
              </a:ext>
            </a:extLst>
          </p:cNvPr>
          <p:cNvSpPr/>
          <p:nvPr/>
        </p:nvSpPr>
        <p:spPr>
          <a:xfrm>
            <a:off x="5470356" y="3939991"/>
            <a:ext cx="1097278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📣 Notifier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43">
            <a:extLst>
              <a:ext uri="{FF2B5EF4-FFF2-40B4-BE49-F238E27FC236}">
                <a16:creationId xmlns:a16="http://schemas.microsoft.com/office/drawing/2014/main" id="{7616A993-97A4-A4ED-6E26-FE1FA1BFB961}"/>
              </a:ext>
            </a:extLst>
          </p:cNvPr>
          <p:cNvCxnSpPr>
            <a:cxnSpLocks/>
            <a:stCxn id="17" idx="3"/>
            <a:endCxn id="16" idx="3"/>
          </p:cNvCxnSpPr>
          <p:nvPr/>
        </p:nvCxnSpPr>
        <p:spPr>
          <a:xfrm flipV="1">
            <a:off x="6567634" y="3615864"/>
            <a:ext cx="12700" cy="533909"/>
          </a:xfrm>
          <a:prstGeom prst="bentConnector3">
            <a:avLst>
              <a:gd name="adj1" fmla="val 1800000"/>
            </a:avLst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912AED-0712-A342-EF86-4A248D2954AD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>
            <a:off x="5071277" y="4147849"/>
            <a:ext cx="399079" cy="1924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43">
            <a:extLst>
              <a:ext uri="{FF2B5EF4-FFF2-40B4-BE49-F238E27FC236}">
                <a16:creationId xmlns:a16="http://schemas.microsoft.com/office/drawing/2014/main" id="{0BE907D4-A595-500A-8B2B-1BF6E264C2D0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6018995" y="2971792"/>
            <a:ext cx="0" cy="43429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1">
            <a:extLst>
              <a:ext uri="{FF2B5EF4-FFF2-40B4-BE49-F238E27FC236}">
                <a16:creationId xmlns:a16="http://schemas.microsoft.com/office/drawing/2014/main" id="{A2CCF588-4603-B4A7-BA06-53D203AE0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5889" y="3347135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accepted()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62DAA04-2A71-85CF-E761-2127506B0EFC}"/>
              </a:ext>
            </a:extLst>
          </p:cNvPr>
          <p:cNvSpPr/>
          <p:nvPr/>
        </p:nvSpPr>
        <p:spPr>
          <a:xfrm>
            <a:off x="3599767" y="2553365"/>
            <a:ext cx="1359956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</a:t>
            </a:r>
            <a:r>
              <a:rPr lang="en-GB" sz="1600" dirty="0"/>
              <a:t>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 API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8D484-6F71-D5AE-96D2-8EEC1F41967C}"/>
              </a:ext>
            </a:extLst>
          </p:cNvPr>
          <p:cNvSpPr/>
          <p:nvPr/>
        </p:nvSpPr>
        <p:spPr>
          <a:xfrm>
            <a:off x="3461104" y="3936142"/>
            <a:ext cx="1610173" cy="423413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🧑‍🦰 Wallet: App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848AA39-6EEA-8832-44BE-80B1485B57A7}"/>
              </a:ext>
            </a:extLst>
          </p:cNvPr>
          <p:cNvCxnSpPr>
            <a:cxnSpLocks/>
          </p:cNvCxnSpPr>
          <p:nvPr/>
        </p:nvCxnSpPr>
        <p:spPr>
          <a:xfrm>
            <a:off x="3816021" y="2971790"/>
            <a:ext cx="0" cy="95011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11">
            <a:extLst>
              <a:ext uri="{FF2B5EF4-FFF2-40B4-BE49-F238E27FC236}">
                <a16:creationId xmlns:a16="http://schemas.microsoft.com/office/drawing/2014/main" id="{AC400407-0C35-2FD3-0C53-40DA51980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458" y="3218707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download()</a:t>
            </a:r>
          </a:p>
        </p:txBody>
      </p:sp>
    </p:spTree>
    <p:extLst>
      <p:ext uri="{BB962C8B-B14F-4D97-AF65-F5344CB8AC3E}">
        <p14:creationId xmlns:p14="http://schemas.microsoft.com/office/powerpoint/2010/main" val="706497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CDF088C9-CB65-302C-A1EC-4650BEEF46C6}"/>
              </a:ext>
            </a:extLst>
          </p:cNvPr>
          <p:cNvGrpSpPr/>
          <p:nvPr/>
        </p:nvGrpSpPr>
        <p:grpSpPr>
          <a:xfrm>
            <a:off x="2711599" y="1629628"/>
            <a:ext cx="1044959" cy="875370"/>
            <a:chOff x="2707578" y="1725799"/>
            <a:chExt cx="1044959" cy="875370"/>
          </a:xfrm>
        </p:grpSpPr>
        <p:pic>
          <p:nvPicPr>
            <p:cNvPr id="5" name="Graphic 8">
              <a:extLst>
                <a:ext uri="{FF2B5EF4-FFF2-40B4-BE49-F238E27FC236}">
                  <a16:creationId xmlns:a16="http://schemas.microsoft.com/office/drawing/2014/main" id="{1CDDDC14-9DBA-6509-CD09-DCF7AB4DFF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6059" y="172579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6579EC13-C749-AF14-A50A-A9B0686A9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7578" y="2170282"/>
              <a:ext cx="1044959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S3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static assets</a:t>
              </a:r>
            </a:p>
          </p:txBody>
        </p:sp>
      </p:grpSp>
      <p:pic>
        <p:nvPicPr>
          <p:cNvPr id="7" name="Graphic 19">
            <a:extLst>
              <a:ext uri="{FF2B5EF4-FFF2-40B4-BE49-F238E27FC236}">
                <a16:creationId xmlns:a16="http://schemas.microsoft.com/office/drawing/2014/main" id="{965A44D7-3770-DEF0-4A77-5886E5755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147" y="2793011"/>
            <a:ext cx="468000" cy="4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D7E1692B-A703-5CF5-14E8-E09514CA9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8159" y="3261961"/>
            <a:ext cx="88380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CDN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1F2E2D-BF2A-6846-C1F7-3C36D08C3CF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232147" y="2504998"/>
            <a:ext cx="1932" cy="28801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360B4BD-F3C3-4966-E47C-1C386D98AB62}"/>
              </a:ext>
            </a:extLst>
          </p:cNvPr>
          <p:cNvCxnSpPr>
            <a:cxnSpLocks/>
            <a:stCxn id="8" idx="2"/>
            <a:endCxn id="55" idx="0"/>
          </p:cNvCxnSpPr>
          <p:nvPr/>
        </p:nvCxnSpPr>
        <p:spPr>
          <a:xfrm flipH="1">
            <a:off x="3230059" y="3692848"/>
            <a:ext cx="1" cy="47679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itle 4">
            <a:extLst>
              <a:ext uri="{FF2B5EF4-FFF2-40B4-BE49-F238E27FC236}">
                <a16:creationId xmlns:a16="http://schemas.microsoft.com/office/drawing/2014/main" id="{A8DFFDB3-C5A0-D24B-952B-416C13823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0" y="-17693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Web Pages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A3EDC8-EE39-94BA-37B3-999DBA732585}"/>
              </a:ext>
            </a:extLst>
          </p:cNvPr>
          <p:cNvGrpSpPr/>
          <p:nvPr/>
        </p:nvGrpSpPr>
        <p:grpSpPr>
          <a:xfrm>
            <a:off x="3677651" y="2789766"/>
            <a:ext cx="1415484" cy="888416"/>
            <a:chOff x="840306" y="2789836"/>
            <a:chExt cx="1415484" cy="888416"/>
          </a:xfrm>
        </p:grpSpPr>
        <p:pic>
          <p:nvPicPr>
            <p:cNvPr id="2" name="Graphic 20">
              <a:extLst>
                <a:ext uri="{FF2B5EF4-FFF2-40B4-BE49-F238E27FC236}">
                  <a16:creationId xmlns:a16="http://schemas.microsoft.com/office/drawing/2014/main" id="{DA974BB6-D694-6976-6970-FD8827A67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4048" y="2789836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TextBox 12">
              <a:extLst>
                <a:ext uri="{FF2B5EF4-FFF2-40B4-BE49-F238E27FC236}">
                  <a16:creationId xmlns:a16="http://schemas.microsoft.com/office/drawing/2014/main" id="{556DECB3-876E-3C50-DCD6-455273B8E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0306" y="3247365"/>
              <a:ext cx="14154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Certificate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Manager (ACM)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6D5B57-4876-0BB0-FBB1-813F841AEE55}"/>
              </a:ext>
            </a:extLst>
          </p:cNvPr>
          <p:cNvCxnSpPr>
            <a:cxnSpLocks/>
            <a:stCxn id="7" idx="3"/>
            <a:endCxn id="2" idx="1"/>
          </p:cNvCxnSpPr>
          <p:nvPr/>
        </p:nvCxnSpPr>
        <p:spPr>
          <a:xfrm flipV="1">
            <a:off x="3466147" y="3023766"/>
            <a:ext cx="685246" cy="324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D3C5C33-7E20-61BA-F14A-50AD52E3568C}"/>
              </a:ext>
            </a:extLst>
          </p:cNvPr>
          <p:cNvSpPr/>
          <p:nvPr/>
        </p:nvSpPr>
        <p:spPr>
          <a:xfrm>
            <a:off x="1616364" y="988291"/>
            <a:ext cx="5643418" cy="2983345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CB1D1B-8D30-909A-AFDE-A2CEF1E9F7BD}"/>
              </a:ext>
            </a:extLst>
          </p:cNvPr>
          <p:cNvSpPr/>
          <p:nvPr/>
        </p:nvSpPr>
        <p:spPr>
          <a:xfrm>
            <a:off x="1717964" y="1348510"/>
            <a:ext cx="5440218" cy="2530763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🪂 Web Pages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3D379D5-34A3-6C0A-A918-AC2C6C440F8E}"/>
              </a:ext>
            </a:extLst>
          </p:cNvPr>
          <p:cNvGrpSpPr/>
          <p:nvPr/>
        </p:nvGrpSpPr>
        <p:grpSpPr>
          <a:xfrm>
            <a:off x="4677604" y="2802863"/>
            <a:ext cx="1777160" cy="890980"/>
            <a:chOff x="6374806" y="5241513"/>
            <a:chExt cx="1777160" cy="890980"/>
          </a:xfrm>
        </p:grpSpPr>
        <p:pic>
          <p:nvPicPr>
            <p:cNvPr id="31" name="Graphic 17">
              <a:extLst>
                <a:ext uri="{FF2B5EF4-FFF2-40B4-BE49-F238E27FC236}">
                  <a16:creationId xmlns:a16="http://schemas.microsoft.com/office/drawing/2014/main" id="{D167AB7A-3C44-5909-0F58-0CAF323C21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/>
          </p:blipFill>
          <p:spPr bwMode="auto">
            <a:xfrm>
              <a:off x="7025986" y="524151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80B4038B-0ED4-D359-39E5-060A07971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4806" y="5701606"/>
              <a:ext cx="177716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API Gateway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dynamic content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08D017C-2E33-0422-5480-4D049D5D8C4B}"/>
              </a:ext>
            </a:extLst>
          </p:cNvPr>
          <p:cNvGrpSpPr/>
          <p:nvPr/>
        </p:nvGrpSpPr>
        <p:grpSpPr>
          <a:xfrm>
            <a:off x="1495434" y="2792333"/>
            <a:ext cx="1415484" cy="885849"/>
            <a:chOff x="7472163" y="2536936"/>
            <a:chExt cx="1415484" cy="885849"/>
          </a:xfrm>
        </p:grpSpPr>
        <p:pic>
          <p:nvPicPr>
            <p:cNvPr id="38" name="Graphic 21">
              <a:extLst>
                <a:ext uri="{FF2B5EF4-FFF2-40B4-BE49-F238E27FC236}">
                  <a16:creationId xmlns:a16="http://schemas.microsoft.com/office/drawing/2014/main" id="{DC70EAB9-9B7B-D2EE-84D9-921466196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1305" y="2536936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Box 12">
              <a:extLst>
                <a:ext uri="{FF2B5EF4-FFF2-40B4-BE49-F238E27FC236}">
                  <a16:creationId xmlns:a16="http://schemas.microsoft.com/office/drawing/2014/main" id="{F3CCB65C-AE99-99E0-F5A4-158550A59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2163" y="2991898"/>
              <a:ext cx="14154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>
                <a:defRPr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latin typeface="Calibri" panose="020F0502020204030204" pitchFamily="34" charset="0"/>
                </a:defRPr>
              </a:lvl2pPr>
              <a:lvl3pPr marL="1143000" indent="-228600">
                <a:defRPr>
                  <a:latin typeface="Calibri" panose="020F0502020204030204" pitchFamily="34" charset="0"/>
                </a:defRPr>
              </a:lvl3pPr>
              <a:lvl4pPr marL="1600200" indent="-228600">
                <a:defRPr>
                  <a:latin typeface="Calibri" panose="020F0502020204030204" pitchFamily="34" charset="0"/>
                </a:defRPr>
              </a:lvl4pPr>
              <a:lvl5pPr marL="2057400" indent="-228600">
                <a:defRPr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dirty="0"/>
                <a:t>Route 53</a:t>
              </a:r>
              <a:br>
                <a:rPr lang="en-US" altLang="en-US" dirty="0"/>
              </a:br>
              <a:r>
                <a:rPr lang="en-US" altLang="en-US" i="1" dirty="0"/>
                <a:t>DNS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5F22D5-D18B-20C6-1591-985AA04B4C46}"/>
              </a:ext>
            </a:extLst>
          </p:cNvPr>
          <p:cNvGrpSpPr/>
          <p:nvPr/>
        </p:nvGrpSpPr>
        <p:grpSpPr>
          <a:xfrm>
            <a:off x="6204323" y="2802863"/>
            <a:ext cx="972180" cy="730948"/>
            <a:chOff x="8091341" y="5242952"/>
            <a:chExt cx="972180" cy="730948"/>
          </a:xfrm>
        </p:grpSpPr>
        <p:pic>
          <p:nvPicPr>
            <p:cNvPr id="44" name="Graphic 8">
              <a:extLst>
                <a:ext uri="{FF2B5EF4-FFF2-40B4-BE49-F238E27FC236}">
                  <a16:creationId xmlns:a16="http://schemas.microsoft.com/office/drawing/2014/main" id="{C1C517D1-14C4-D420-BB0A-7164997F12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8831" y="5242952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TextBox 11">
              <a:extLst>
                <a:ext uri="{FF2B5EF4-FFF2-40B4-BE49-F238E27FC236}">
                  <a16:creationId xmlns:a16="http://schemas.microsoft.com/office/drawing/2014/main" id="{01DC27EA-31EC-D024-7297-8CC47845E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1341" y="5712290"/>
              <a:ext cx="97218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WAF</a:t>
              </a:r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FAC0112-8825-4074-8BC4-F1D1A2BAE790}"/>
              </a:ext>
            </a:extLst>
          </p:cNvPr>
          <p:cNvCxnSpPr>
            <a:cxnSpLocks/>
            <a:stCxn id="31" idx="1"/>
            <a:endCxn id="2" idx="3"/>
          </p:cNvCxnSpPr>
          <p:nvPr/>
        </p:nvCxnSpPr>
        <p:spPr>
          <a:xfrm flipH="1" flipV="1">
            <a:off x="4619393" y="3023766"/>
            <a:ext cx="709391" cy="769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0B9D26FA-EE0A-6710-784A-3A515CF83FA9}"/>
              </a:ext>
            </a:extLst>
          </p:cNvPr>
          <p:cNvSpPr/>
          <p:nvPr/>
        </p:nvSpPr>
        <p:spPr>
          <a:xfrm>
            <a:off x="2424972" y="4169643"/>
            <a:ext cx="1610173" cy="394195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🧑‍🦰 Wallet: App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3C047FE-2DEE-274B-B123-E0EC72CD9E8E}"/>
              </a:ext>
            </a:extLst>
          </p:cNvPr>
          <p:cNvCxnSpPr>
            <a:cxnSpLocks/>
            <a:stCxn id="32" idx="2"/>
            <a:endCxn id="55" idx="3"/>
          </p:cNvCxnSpPr>
          <p:nvPr/>
        </p:nvCxnSpPr>
        <p:spPr>
          <a:xfrm rot="5400000">
            <a:off x="4464216" y="3264773"/>
            <a:ext cx="672898" cy="1531039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59">
            <a:extLst>
              <a:ext uri="{FF2B5EF4-FFF2-40B4-BE49-F238E27FC236}">
                <a16:creationId xmlns:a16="http://schemas.microsoft.com/office/drawing/2014/main" id="{691191A4-FC57-0156-5920-4CFD0A244310}"/>
              </a:ext>
            </a:extLst>
          </p:cNvPr>
          <p:cNvCxnSpPr>
            <a:cxnSpLocks/>
            <a:stCxn id="39" idx="2"/>
            <a:endCxn id="55" idx="1"/>
          </p:cNvCxnSpPr>
          <p:nvPr/>
        </p:nvCxnSpPr>
        <p:spPr>
          <a:xfrm rot="16200000" flipH="1">
            <a:off x="1969795" y="3911563"/>
            <a:ext cx="688559" cy="221796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28D4246-8A05-AFD4-8A9E-73DDF97CE7B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5785984" y="3031463"/>
            <a:ext cx="675829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76334CB-F03B-4548-6F79-C208A4C09C50}"/>
              </a:ext>
            </a:extLst>
          </p:cNvPr>
          <p:cNvGrpSpPr/>
          <p:nvPr/>
        </p:nvGrpSpPr>
        <p:grpSpPr>
          <a:xfrm>
            <a:off x="4991006" y="1629628"/>
            <a:ext cx="1131884" cy="898887"/>
            <a:chOff x="6283326" y="4218609"/>
            <a:chExt cx="1131884" cy="898887"/>
          </a:xfrm>
        </p:grpSpPr>
        <p:pic>
          <p:nvPicPr>
            <p:cNvPr id="73" name="Graphic 7">
              <a:extLst>
                <a:ext uri="{FF2B5EF4-FFF2-40B4-BE49-F238E27FC236}">
                  <a16:creationId xmlns:a16="http://schemas.microsoft.com/office/drawing/2014/main" id="{DEFCD0BC-D753-8380-EB29-BA97406DDE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TextBox 11">
              <a:extLst>
                <a:ext uri="{FF2B5EF4-FFF2-40B4-BE49-F238E27FC236}">
                  <a16:creationId xmlns:a16="http://schemas.microsoft.com/office/drawing/2014/main" id="{9491761E-F7A5-6256-D4AE-AE99E4866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78FC07-23C3-0638-96D9-A8DA0045BAD9}"/>
              </a:ext>
            </a:extLst>
          </p:cNvPr>
          <p:cNvCxnSpPr>
            <a:cxnSpLocks/>
            <a:stCxn id="74" idx="2"/>
            <a:endCxn id="31" idx="0"/>
          </p:cNvCxnSpPr>
          <p:nvPr/>
        </p:nvCxnSpPr>
        <p:spPr>
          <a:xfrm>
            <a:off x="5556948" y="2528515"/>
            <a:ext cx="436" cy="27434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4260005-E465-6353-59A2-2E77475456E1}"/>
              </a:ext>
            </a:extLst>
          </p:cNvPr>
          <p:cNvGrpSpPr/>
          <p:nvPr/>
        </p:nvGrpSpPr>
        <p:grpSpPr>
          <a:xfrm>
            <a:off x="6202769" y="1631469"/>
            <a:ext cx="966796" cy="898887"/>
            <a:chOff x="7853629" y="4218609"/>
            <a:chExt cx="966796" cy="898887"/>
          </a:xfrm>
        </p:grpSpPr>
        <p:pic>
          <p:nvPicPr>
            <p:cNvPr id="79" name="Graphic 23">
              <a:extLst>
                <a:ext uri="{FF2B5EF4-FFF2-40B4-BE49-F238E27FC236}">
                  <a16:creationId xmlns:a16="http://schemas.microsoft.com/office/drawing/2014/main" id="{FBD3C4E5-2374-9FA1-5F9E-354EACE3FD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3027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TextBox 12">
              <a:extLst>
                <a:ext uri="{FF2B5EF4-FFF2-40B4-BE49-F238E27FC236}">
                  <a16:creationId xmlns:a16="http://schemas.microsoft.com/office/drawing/2014/main" id="{A07CB1CA-EFDD-67E9-D670-D8391C99B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3629" y="4686609"/>
              <a:ext cx="9667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DynamoDB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EB3D2C2-0500-5C6F-52D3-B455911374A3}"/>
              </a:ext>
            </a:extLst>
          </p:cNvPr>
          <p:cNvCxnSpPr>
            <a:cxnSpLocks/>
            <a:stCxn id="79" idx="1"/>
            <a:endCxn id="73" idx="3"/>
          </p:cNvCxnSpPr>
          <p:nvPr/>
        </p:nvCxnSpPr>
        <p:spPr>
          <a:xfrm flipH="1" flipV="1">
            <a:off x="5772170" y="1863628"/>
            <a:ext cx="679997" cy="184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2AF20B1-7AAC-3277-0D04-FD1237776CF3}"/>
              </a:ext>
            </a:extLst>
          </p:cNvPr>
          <p:cNvGrpSpPr/>
          <p:nvPr/>
        </p:nvGrpSpPr>
        <p:grpSpPr>
          <a:xfrm>
            <a:off x="3861507" y="1631495"/>
            <a:ext cx="1069398" cy="898887"/>
            <a:chOff x="3364911" y="2100696"/>
            <a:chExt cx="1069398" cy="898887"/>
          </a:xfrm>
        </p:grpSpPr>
        <p:pic>
          <p:nvPicPr>
            <p:cNvPr id="85" name="Graphic 19">
              <a:extLst>
                <a:ext uri="{FF2B5EF4-FFF2-40B4-BE49-F238E27FC236}">
                  <a16:creationId xmlns:a16="http://schemas.microsoft.com/office/drawing/2014/main" id="{416E5302-D219-B0CC-2467-9718064A2C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3666624" y="2100696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TextBox 11">
              <a:extLst>
                <a:ext uri="{FF2B5EF4-FFF2-40B4-BE49-F238E27FC236}">
                  <a16:creationId xmlns:a16="http://schemas.microsoft.com/office/drawing/2014/main" id="{38C1CA2D-0A05-031C-EAC0-AF41508D9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911" y="2568696"/>
              <a:ext cx="10693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EventBridge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message</a:t>
              </a:r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bus</a:t>
              </a:r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8A8DC55-B94A-CCFB-A6E7-920043947571}"/>
              </a:ext>
            </a:extLst>
          </p:cNvPr>
          <p:cNvCxnSpPr>
            <a:cxnSpLocks/>
            <a:stCxn id="85" idx="3"/>
            <a:endCxn id="73" idx="1"/>
          </p:cNvCxnSpPr>
          <p:nvPr/>
        </p:nvCxnSpPr>
        <p:spPr>
          <a:xfrm flipV="1">
            <a:off x="4631220" y="1863628"/>
            <a:ext cx="672950" cy="186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17">
            <a:extLst>
              <a:ext uri="{FF2B5EF4-FFF2-40B4-BE49-F238E27FC236}">
                <a16:creationId xmlns:a16="http://schemas.microsoft.com/office/drawing/2014/main" id="{F2A58435-1CA0-B015-0AAA-C05B58C6F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788" y="1613967"/>
            <a:ext cx="13620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2534473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579120" y="1318161"/>
            <a:ext cx="10027664" cy="310754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26D8BF-A7AF-9DCD-FDB7-4C0B86C814FD}"/>
              </a:ext>
            </a:extLst>
          </p:cNvPr>
          <p:cNvSpPr/>
          <p:nvPr/>
        </p:nvSpPr>
        <p:spPr>
          <a:xfrm>
            <a:off x="1791263" y="3825454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1712189" y="1413164"/>
            <a:ext cx="8796702" cy="2910975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👂 Listener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653CEA-7301-42EC-262F-FE30253869BD}"/>
              </a:ext>
            </a:extLst>
          </p:cNvPr>
          <p:cNvSpPr/>
          <p:nvPr/>
        </p:nvSpPr>
        <p:spPr>
          <a:xfrm>
            <a:off x="8883598" y="3825454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📤 Publisher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Arrow Connector 80">
            <a:extLst>
              <a:ext uri="{FF2B5EF4-FFF2-40B4-BE49-F238E27FC236}">
                <a16:creationId xmlns:a16="http://schemas.microsoft.com/office/drawing/2014/main" id="{AA638E61-C893-F12A-5729-4265A85F06F2}"/>
              </a:ext>
            </a:extLst>
          </p:cNvPr>
          <p:cNvCxnSpPr>
            <a:cxnSpLocks/>
            <a:stCxn id="123" idx="1"/>
            <a:endCxn id="131" idx="0"/>
          </p:cNvCxnSpPr>
          <p:nvPr/>
        </p:nvCxnSpPr>
        <p:spPr>
          <a:xfrm rot="10800000" flipV="1">
            <a:off x="2543059" y="1832309"/>
            <a:ext cx="4191809" cy="883139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80">
            <a:extLst>
              <a:ext uri="{FF2B5EF4-FFF2-40B4-BE49-F238E27FC236}">
                <a16:creationId xmlns:a16="http://schemas.microsoft.com/office/drawing/2014/main" id="{20E49592-587B-E114-3C69-285333D3B9AF}"/>
              </a:ext>
            </a:extLst>
          </p:cNvPr>
          <p:cNvCxnSpPr>
            <a:cxnSpLocks/>
            <a:stCxn id="2" idx="0"/>
            <a:endCxn id="97" idx="2"/>
          </p:cNvCxnSpPr>
          <p:nvPr/>
        </p:nvCxnSpPr>
        <p:spPr>
          <a:xfrm flipH="1" flipV="1">
            <a:off x="9648867" y="3618148"/>
            <a:ext cx="2962" cy="207306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80">
            <a:extLst>
              <a:ext uri="{FF2B5EF4-FFF2-40B4-BE49-F238E27FC236}">
                <a16:creationId xmlns:a16="http://schemas.microsoft.com/office/drawing/2014/main" id="{F1BC62D7-85F1-8055-25AB-A2ABFF8C836F}"/>
              </a:ext>
            </a:extLst>
          </p:cNvPr>
          <p:cNvCxnSpPr>
            <a:cxnSpLocks/>
            <a:stCxn id="143" idx="0"/>
            <a:endCxn id="2" idx="2"/>
          </p:cNvCxnSpPr>
          <p:nvPr/>
        </p:nvCxnSpPr>
        <p:spPr>
          <a:xfrm flipH="1" flipV="1">
            <a:off x="9651829" y="4245018"/>
            <a:ext cx="294" cy="47557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0">
            <a:extLst>
              <a:ext uri="{FF2B5EF4-FFF2-40B4-BE49-F238E27FC236}">
                <a16:creationId xmlns:a16="http://schemas.microsoft.com/office/drawing/2014/main" id="{49B830E3-F60B-BCDE-B593-8BA694EA5029}"/>
              </a:ext>
            </a:extLst>
          </p:cNvPr>
          <p:cNvCxnSpPr>
            <a:cxnSpLocks/>
            <a:stCxn id="28" idx="2"/>
            <a:endCxn id="101" idx="0"/>
          </p:cNvCxnSpPr>
          <p:nvPr/>
        </p:nvCxnSpPr>
        <p:spPr>
          <a:xfrm flipH="1">
            <a:off x="2557895" y="4245018"/>
            <a:ext cx="1599" cy="865146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FA40035-D053-B6C1-DADC-E909EDAE41A5}"/>
              </a:ext>
            </a:extLst>
          </p:cNvPr>
          <p:cNvGrpSpPr/>
          <p:nvPr/>
        </p:nvGrpSpPr>
        <p:grpSpPr>
          <a:xfrm>
            <a:off x="9082925" y="2719261"/>
            <a:ext cx="1131884" cy="898887"/>
            <a:chOff x="6283326" y="4218609"/>
            <a:chExt cx="1131884" cy="898887"/>
          </a:xfrm>
        </p:grpSpPr>
        <p:pic>
          <p:nvPicPr>
            <p:cNvPr id="96" name="Graphic 7">
              <a:extLst>
                <a:ext uri="{FF2B5EF4-FFF2-40B4-BE49-F238E27FC236}">
                  <a16:creationId xmlns:a16="http://schemas.microsoft.com/office/drawing/2014/main" id="{A45175BD-BEF9-DCA5-354E-C3DDE9FA55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TextBox 11">
              <a:extLst>
                <a:ext uri="{FF2B5EF4-FFF2-40B4-BE49-F238E27FC236}">
                  <a16:creationId xmlns:a16="http://schemas.microsoft.com/office/drawing/2014/main" id="{2B55ED01-F670-F413-E945-BB5EABA01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37131F3-2589-F24B-DC0E-A6E4BBB0B68F}"/>
              </a:ext>
            </a:extLst>
          </p:cNvPr>
          <p:cNvGrpSpPr/>
          <p:nvPr/>
        </p:nvGrpSpPr>
        <p:grpSpPr>
          <a:xfrm>
            <a:off x="1712189" y="5110164"/>
            <a:ext cx="1691411" cy="919416"/>
            <a:chOff x="579121" y="5068151"/>
            <a:chExt cx="1691411" cy="919416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4DCA050-0729-533C-E1DE-4D0AFDB1575A}"/>
                </a:ext>
              </a:extLst>
            </p:cNvPr>
            <p:cNvSpPr/>
            <p:nvPr/>
          </p:nvSpPr>
          <p:spPr>
            <a:xfrm>
              <a:off x="680140" y="5474880"/>
              <a:ext cx="1505725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📜 </a:t>
              </a:r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Manifester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BEA73EA-81DB-D60B-6F56-BED05969BB24}"/>
                </a:ext>
              </a:extLst>
            </p:cNvPr>
            <p:cNvSpPr/>
            <p:nvPr/>
          </p:nvSpPr>
          <p:spPr>
            <a:xfrm>
              <a:off x="579121" y="5068151"/>
              <a:ext cx="1691411" cy="919416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A2B00FB-0C42-A230-D3F6-B78532DED759}"/>
              </a:ext>
            </a:extLst>
          </p:cNvPr>
          <p:cNvGrpSpPr/>
          <p:nvPr/>
        </p:nvGrpSpPr>
        <p:grpSpPr>
          <a:xfrm>
            <a:off x="8795273" y="5118761"/>
            <a:ext cx="1714500" cy="910819"/>
            <a:chOff x="3644153" y="4719193"/>
            <a:chExt cx="1714500" cy="910819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1B7243D-97B9-7FEE-3CC1-068CB23947B8}"/>
                </a:ext>
              </a:extLst>
            </p:cNvPr>
            <p:cNvSpPr/>
            <p:nvPr/>
          </p:nvSpPr>
          <p:spPr>
            <a:xfrm>
              <a:off x="3732478" y="5113135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📥 Subscriber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7B558BC-E6A0-3ADD-7FEA-AC46713DD1CF}"/>
                </a:ext>
              </a:extLst>
            </p:cNvPr>
            <p:cNvSpPr/>
            <p:nvPr/>
          </p:nvSpPr>
          <p:spPr>
            <a:xfrm>
              <a:off x="3644153" y="4719193"/>
              <a:ext cx="1714500" cy="91081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🕸 Graph</a:t>
              </a:r>
              <a:endPara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795546C-476B-6E90-8933-02A9CDBB8EF8}"/>
              </a:ext>
            </a:extLst>
          </p:cNvPr>
          <p:cNvSpPr/>
          <p:nvPr/>
        </p:nvSpPr>
        <p:spPr>
          <a:xfrm>
            <a:off x="4178233" y="4719192"/>
            <a:ext cx="3763774" cy="141126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7B71B1A-B4B9-43DF-AD3F-F899A425F7C9}"/>
              </a:ext>
            </a:extLst>
          </p:cNvPr>
          <p:cNvSpPr/>
          <p:nvPr/>
        </p:nvSpPr>
        <p:spPr>
          <a:xfrm>
            <a:off x="6221718" y="3825454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📥 Subscriber</a:t>
            </a:r>
          </a:p>
        </p:txBody>
      </p:sp>
      <p:cxnSp>
        <p:nvCxnSpPr>
          <p:cNvPr id="115" name="Straight Arrow Connector 80">
            <a:extLst>
              <a:ext uri="{FF2B5EF4-FFF2-40B4-BE49-F238E27FC236}">
                <a16:creationId xmlns:a16="http://schemas.microsoft.com/office/drawing/2014/main" id="{E3A5099F-6D43-F78F-9079-288A57865E40}"/>
              </a:ext>
            </a:extLst>
          </p:cNvPr>
          <p:cNvCxnSpPr>
            <a:cxnSpLocks/>
            <a:stCxn id="114" idx="2"/>
            <a:endCxn id="146" idx="0"/>
          </p:cNvCxnSpPr>
          <p:nvPr/>
        </p:nvCxnSpPr>
        <p:spPr>
          <a:xfrm flipH="1">
            <a:off x="6989338" y="4245018"/>
            <a:ext cx="611" cy="126768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F00E506-AE48-5BA7-7F6A-D287E219E790}"/>
              </a:ext>
            </a:extLst>
          </p:cNvPr>
          <p:cNvGrpSpPr/>
          <p:nvPr/>
        </p:nvGrpSpPr>
        <p:grpSpPr>
          <a:xfrm>
            <a:off x="6422008" y="2729595"/>
            <a:ext cx="1131884" cy="898887"/>
            <a:chOff x="6283326" y="4218609"/>
            <a:chExt cx="1131884" cy="898887"/>
          </a:xfrm>
        </p:grpSpPr>
        <p:pic>
          <p:nvPicPr>
            <p:cNvPr id="120" name="Graphic 7">
              <a:extLst>
                <a:ext uri="{FF2B5EF4-FFF2-40B4-BE49-F238E27FC236}">
                  <a16:creationId xmlns:a16="http://schemas.microsoft.com/office/drawing/2014/main" id="{55D851F8-EBB0-64D4-0E5E-986821690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TextBox 11">
              <a:extLst>
                <a:ext uri="{FF2B5EF4-FFF2-40B4-BE49-F238E27FC236}">
                  <a16:creationId xmlns:a16="http://schemas.microsoft.com/office/drawing/2014/main" id="{5A6F4520-38D4-7159-6AC0-EC9D05E6B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B9C935D-BBC6-827D-D225-DB44B8BA3EDC}"/>
              </a:ext>
            </a:extLst>
          </p:cNvPr>
          <p:cNvGrpSpPr/>
          <p:nvPr/>
        </p:nvGrpSpPr>
        <p:grpSpPr>
          <a:xfrm>
            <a:off x="6433154" y="1598310"/>
            <a:ext cx="1069398" cy="898887"/>
            <a:chOff x="3364911" y="2100696"/>
            <a:chExt cx="1069398" cy="898887"/>
          </a:xfrm>
        </p:grpSpPr>
        <p:pic>
          <p:nvPicPr>
            <p:cNvPr id="123" name="Graphic 19">
              <a:extLst>
                <a:ext uri="{FF2B5EF4-FFF2-40B4-BE49-F238E27FC236}">
                  <a16:creationId xmlns:a16="http://schemas.microsoft.com/office/drawing/2014/main" id="{21F7DB39-2453-D107-88D5-08B91CB50B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 bwMode="auto">
            <a:xfrm>
              <a:off x="3666624" y="2100696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4" name="TextBox 11">
              <a:extLst>
                <a:ext uri="{FF2B5EF4-FFF2-40B4-BE49-F238E27FC236}">
                  <a16:creationId xmlns:a16="http://schemas.microsoft.com/office/drawing/2014/main" id="{504C6007-4DC4-1A59-4C5E-96AE36023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911" y="2568696"/>
              <a:ext cx="10693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EventBridge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message</a:t>
              </a:r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bus</a:t>
              </a:r>
            </a:p>
          </p:txBody>
        </p:sp>
      </p:grpSp>
      <p:cxnSp>
        <p:nvCxnSpPr>
          <p:cNvPr id="126" name="Straight Arrow Connector 80">
            <a:extLst>
              <a:ext uri="{FF2B5EF4-FFF2-40B4-BE49-F238E27FC236}">
                <a16:creationId xmlns:a16="http://schemas.microsoft.com/office/drawing/2014/main" id="{76097B5C-4035-126E-57A8-ED0C38967861}"/>
              </a:ext>
            </a:extLst>
          </p:cNvPr>
          <p:cNvCxnSpPr>
            <a:cxnSpLocks/>
            <a:stCxn id="96" idx="0"/>
            <a:endCxn id="123" idx="3"/>
          </p:cNvCxnSpPr>
          <p:nvPr/>
        </p:nvCxnSpPr>
        <p:spPr>
          <a:xfrm rot="16200000" flipV="1">
            <a:off x="7973003" y="1062175"/>
            <a:ext cx="886951" cy="2427222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2FBA3C6-8D0B-6B29-7131-531E6FFA932F}"/>
              </a:ext>
            </a:extLst>
          </p:cNvPr>
          <p:cNvGrpSpPr/>
          <p:nvPr/>
        </p:nvGrpSpPr>
        <p:grpSpPr>
          <a:xfrm>
            <a:off x="1995894" y="2715449"/>
            <a:ext cx="1131884" cy="898887"/>
            <a:chOff x="6283326" y="4218609"/>
            <a:chExt cx="1131884" cy="898887"/>
          </a:xfrm>
        </p:grpSpPr>
        <p:pic>
          <p:nvPicPr>
            <p:cNvPr id="131" name="Graphic 7">
              <a:extLst>
                <a:ext uri="{FF2B5EF4-FFF2-40B4-BE49-F238E27FC236}">
                  <a16:creationId xmlns:a16="http://schemas.microsoft.com/office/drawing/2014/main" id="{3F134597-FBA1-5AA2-34EF-57AFB7D71A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" name="TextBox 11">
              <a:extLst>
                <a:ext uri="{FF2B5EF4-FFF2-40B4-BE49-F238E27FC236}">
                  <a16:creationId xmlns:a16="http://schemas.microsoft.com/office/drawing/2014/main" id="{1586192D-D178-495F-9217-0FF15AF12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133" name="Straight Arrow Connector 80">
            <a:extLst>
              <a:ext uri="{FF2B5EF4-FFF2-40B4-BE49-F238E27FC236}">
                <a16:creationId xmlns:a16="http://schemas.microsoft.com/office/drawing/2014/main" id="{50C03629-34AD-5AB5-F063-8BB6595ECB05}"/>
              </a:ext>
            </a:extLst>
          </p:cNvPr>
          <p:cNvCxnSpPr>
            <a:cxnSpLocks/>
            <a:stCxn id="132" idx="2"/>
            <a:endCxn id="28" idx="0"/>
          </p:cNvCxnSpPr>
          <p:nvPr/>
        </p:nvCxnSpPr>
        <p:spPr>
          <a:xfrm flipH="1">
            <a:off x="2559494" y="3614336"/>
            <a:ext cx="2342" cy="21111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80">
            <a:extLst>
              <a:ext uri="{FF2B5EF4-FFF2-40B4-BE49-F238E27FC236}">
                <a16:creationId xmlns:a16="http://schemas.microsoft.com/office/drawing/2014/main" id="{7BF38BF7-8376-B463-FED7-23324D8D0A27}"/>
              </a:ext>
            </a:extLst>
          </p:cNvPr>
          <p:cNvCxnSpPr>
            <a:cxnSpLocks/>
            <a:stCxn id="124" idx="2"/>
            <a:endCxn id="120" idx="0"/>
          </p:cNvCxnSpPr>
          <p:nvPr/>
        </p:nvCxnSpPr>
        <p:spPr>
          <a:xfrm>
            <a:off x="6967853" y="2497197"/>
            <a:ext cx="1319" cy="23239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80">
            <a:extLst>
              <a:ext uri="{FF2B5EF4-FFF2-40B4-BE49-F238E27FC236}">
                <a16:creationId xmlns:a16="http://schemas.microsoft.com/office/drawing/2014/main" id="{DED44B7A-18ED-9CCD-12DF-85901E67B547}"/>
              </a:ext>
            </a:extLst>
          </p:cNvPr>
          <p:cNvCxnSpPr>
            <a:cxnSpLocks/>
            <a:stCxn id="121" idx="2"/>
            <a:endCxn id="114" idx="0"/>
          </p:cNvCxnSpPr>
          <p:nvPr/>
        </p:nvCxnSpPr>
        <p:spPr>
          <a:xfrm>
            <a:off x="6987950" y="3628482"/>
            <a:ext cx="1999" cy="196972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611CE39-9661-8D86-EFF5-01A50F94B732}"/>
              </a:ext>
            </a:extLst>
          </p:cNvPr>
          <p:cNvSpPr/>
          <p:nvPr/>
        </p:nvSpPr>
        <p:spPr>
          <a:xfrm>
            <a:off x="8697462" y="4720597"/>
            <a:ext cx="1909322" cy="141126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2AEAA28-5D94-DEC2-9C52-D5504D00F95F}"/>
              </a:ext>
            </a:extLst>
          </p:cNvPr>
          <p:cNvGrpSpPr/>
          <p:nvPr/>
        </p:nvGrpSpPr>
        <p:grpSpPr>
          <a:xfrm>
            <a:off x="4275643" y="5110164"/>
            <a:ext cx="3571361" cy="910819"/>
            <a:chOff x="3644152" y="4719193"/>
            <a:chExt cx="3571361" cy="910819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38CBC08-F185-459A-9D0A-162F84BE2381}"/>
                </a:ext>
              </a:extLst>
            </p:cNvPr>
            <p:cNvSpPr/>
            <p:nvPr/>
          </p:nvSpPr>
          <p:spPr>
            <a:xfrm>
              <a:off x="5589616" y="5121732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📤 Publisher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C250C404-A7C6-3C26-C551-4F3C38C7FA60}"/>
                </a:ext>
              </a:extLst>
            </p:cNvPr>
            <p:cNvSpPr/>
            <p:nvPr/>
          </p:nvSpPr>
          <p:spPr>
            <a:xfrm>
              <a:off x="3644152" y="4719193"/>
              <a:ext cx="3571361" cy="91081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>
                <a:defRPr/>
              </a:pPr>
              <a:r>
                <a:rPr lang="en-GB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👂 Listener</a:t>
              </a:r>
              <a:endPara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52" name="Straight Arrow Connector 80">
            <a:extLst>
              <a:ext uri="{FF2B5EF4-FFF2-40B4-BE49-F238E27FC236}">
                <a16:creationId xmlns:a16="http://schemas.microsoft.com/office/drawing/2014/main" id="{8781C630-E42A-7BE2-126E-E80D0F9E473D}"/>
              </a:ext>
            </a:extLst>
          </p:cNvPr>
          <p:cNvCxnSpPr>
            <a:cxnSpLocks/>
            <a:stCxn id="158" idx="1"/>
            <a:endCxn id="100" idx="3"/>
          </p:cNvCxnSpPr>
          <p:nvPr/>
        </p:nvCxnSpPr>
        <p:spPr>
          <a:xfrm flipH="1">
            <a:off x="3318933" y="5722485"/>
            <a:ext cx="1067203" cy="419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7FD9233-EA05-7834-5FDE-20F56556D1D7}"/>
              </a:ext>
            </a:extLst>
          </p:cNvPr>
          <p:cNvSpPr/>
          <p:nvPr/>
        </p:nvSpPr>
        <p:spPr>
          <a:xfrm>
            <a:off x="4386136" y="5512703"/>
            <a:ext cx="1536462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cxnSp>
        <p:nvCxnSpPr>
          <p:cNvPr id="169" name="Straight Arrow Connector 80">
            <a:extLst>
              <a:ext uri="{FF2B5EF4-FFF2-40B4-BE49-F238E27FC236}">
                <a16:creationId xmlns:a16="http://schemas.microsoft.com/office/drawing/2014/main" id="{2E02D219-5CE3-D157-F56B-B9121A0F7DA3}"/>
              </a:ext>
            </a:extLst>
          </p:cNvPr>
          <p:cNvCxnSpPr>
            <a:cxnSpLocks/>
            <a:stCxn id="146" idx="1"/>
            <a:endCxn id="158" idx="3"/>
          </p:cNvCxnSpPr>
          <p:nvPr/>
        </p:nvCxnSpPr>
        <p:spPr>
          <a:xfrm flipH="1">
            <a:off x="5922598" y="5722485"/>
            <a:ext cx="298509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1">
            <a:extLst>
              <a:ext uri="{FF2B5EF4-FFF2-40B4-BE49-F238E27FC236}">
                <a16:creationId xmlns:a16="http://schemas.microsoft.com/office/drawing/2014/main" id="{BDD579C8-2073-4809-F0B5-FCE860A12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371" y="4617250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{update}</a:t>
            </a:r>
            <a:endParaRPr lang="en-US" altLang="en-US" sz="1100" i="1" dirty="0">
              <a:effectLst>
                <a:glow rad="93240">
                  <a:schemeClr val="bg1">
                    <a:alpha val="93000"/>
                  </a:schemeClr>
                </a:glow>
              </a:effectLst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TextBox 11">
            <a:extLst>
              <a:ext uri="{FF2B5EF4-FFF2-40B4-BE49-F238E27FC236}">
                <a16:creationId xmlns:a16="http://schemas.microsoft.com/office/drawing/2014/main" id="{1FDE020C-2512-419C-43DC-C5D7C9323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8060" y="5434144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{update}</a:t>
            </a:r>
            <a:endParaRPr lang="en-US" altLang="en-US" sz="1100" i="1" dirty="0">
              <a:effectLst>
                <a:glow rad="93240">
                  <a:schemeClr val="bg1">
                    <a:alpha val="93000"/>
                  </a:schemeClr>
                </a:glow>
              </a:effectLst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TextBox 11">
            <a:extLst>
              <a:ext uri="{FF2B5EF4-FFF2-40B4-BE49-F238E27FC236}">
                <a16:creationId xmlns:a16="http://schemas.microsoft.com/office/drawing/2014/main" id="{BFD630D8-43B0-D488-3119-F5132F370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251" y="4437712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{update}</a:t>
            </a:r>
            <a:endParaRPr lang="en-US" altLang="en-US" sz="1100" i="1" dirty="0">
              <a:effectLst>
                <a:glow rad="93240">
                  <a:schemeClr val="bg1">
                    <a:alpha val="93000"/>
                  </a:schemeClr>
                </a:glow>
              </a:effectLst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Title 4">
            <a:extLst>
              <a:ext uri="{FF2B5EF4-FFF2-40B4-BE49-F238E27FC236}">
                <a16:creationId xmlns:a16="http://schemas.microsoft.com/office/drawing/2014/main" id="{B0C2874A-A4D1-B3A8-0E06-E1D1CBBCF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Listener</a:t>
            </a:r>
          </a:p>
        </p:txBody>
      </p:sp>
    </p:spTree>
    <p:extLst>
      <p:ext uri="{BB962C8B-B14F-4D97-AF65-F5344CB8AC3E}">
        <p14:creationId xmlns:p14="http://schemas.microsoft.com/office/powerpoint/2010/main" val="2086140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8">
            <a:extLst>
              <a:ext uri="{FF2B5EF4-FFF2-40B4-BE49-F238E27FC236}">
                <a16:creationId xmlns:a16="http://schemas.microsoft.com/office/drawing/2014/main" id="{1CDDDC14-9DBA-6509-CD09-DCF7AB4DF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072" y="279301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6579EC13-C749-AF14-A50A-A9B0686A9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799" y="3556598"/>
            <a:ext cx="10449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Bucket with manifest</a:t>
            </a:r>
          </a:p>
        </p:txBody>
      </p:sp>
      <p:pic>
        <p:nvPicPr>
          <p:cNvPr id="7" name="Graphic 19">
            <a:extLst>
              <a:ext uri="{FF2B5EF4-FFF2-40B4-BE49-F238E27FC236}">
                <a16:creationId xmlns:a16="http://schemas.microsoft.com/office/drawing/2014/main" id="{965A44D7-3770-DEF0-4A77-5886E5755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147" y="279301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D7E1692B-A703-5CF5-14E8-E09514CA9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97" y="3555011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CloudFront</a:t>
            </a:r>
          </a:p>
        </p:txBody>
      </p:sp>
      <p:pic>
        <p:nvPicPr>
          <p:cNvPr id="9" name="Graphic 22">
            <a:extLst>
              <a:ext uri="{FF2B5EF4-FFF2-40B4-BE49-F238E27FC236}">
                <a16:creationId xmlns:a16="http://schemas.microsoft.com/office/drawing/2014/main" id="{7F98CA4B-AD99-2453-F0AF-BABDBD504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3765561" y="143479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39">
            <a:extLst>
              <a:ext uri="{FF2B5EF4-FFF2-40B4-BE49-F238E27FC236}">
                <a16:creationId xmlns:a16="http://schemas.microsoft.com/office/drawing/2014/main" id="{19F4C80D-444E-70FD-DE7B-EF3C392DC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3936" y="1940946"/>
            <a:ext cx="10731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</p:txBody>
      </p:sp>
      <p:pic>
        <p:nvPicPr>
          <p:cNvPr id="11" name="Graphic 16">
            <a:extLst>
              <a:ext uri="{FF2B5EF4-FFF2-40B4-BE49-F238E27FC236}">
                <a16:creationId xmlns:a16="http://schemas.microsoft.com/office/drawing/2014/main" id="{84ECA3A8-F126-30AD-89B8-CA843DBBB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5198580" y="149868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33">
            <a:extLst>
              <a:ext uri="{FF2B5EF4-FFF2-40B4-BE49-F238E27FC236}">
                <a16:creationId xmlns:a16="http://schemas.microsoft.com/office/drawing/2014/main" id="{8AA3BE25-043A-556B-225B-F19CB18BC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497" y="1940946"/>
            <a:ext cx="10731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Manifest</a:t>
            </a:r>
          </a:p>
        </p:txBody>
      </p:sp>
      <p:pic>
        <p:nvPicPr>
          <p:cNvPr id="13" name="Graphic 19">
            <a:extLst>
              <a:ext uri="{FF2B5EF4-FFF2-40B4-BE49-F238E27FC236}">
                <a16:creationId xmlns:a16="http://schemas.microsoft.com/office/drawing/2014/main" id="{66C8022A-2835-0CA5-FBD1-EEED2879D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337995" y="279301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D4FB9ACA-7F6C-A672-2F04-BB7D0B75D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758" y="3564536"/>
            <a:ext cx="22923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EventBridge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Bucket events </a:t>
            </a:r>
            <a:br>
              <a:rPr lang="en-US" altLang="en-US" sz="12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filtered with pipes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1F2E2D-BF2A-6846-C1F7-3C36D08C3CF9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3760147" y="3174011"/>
            <a:ext cx="917925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87BF5F-708F-2E5D-5545-56DA397A5245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flipH="1">
            <a:off x="5440072" y="3174011"/>
            <a:ext cx="897923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50">
            <a:extLst>
              <a:ext uri="{FF2B5EF4-FFF2-40B4-BE49-F238E27FC236}">
                <a16:creationId xmlns:a16="http://schemas.microsoft.com/office/drawing/2014/main" id="{F0B79EB1-A4FB-B62E-4DBD-BFD5A8F86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129" y="29422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107A3EA-1081-B9BE-37E2-CAEE255C86F2}"/>
              </a:ext>
            </a:extLst>
          </p:cNvPr>
          <p:cNvCxnSpPr>
            <a:cxnSpLocks/>
            <a:stCxn id="17" idx="1"/>
            <a:endCxn id="13" idx="3"/>
          </p:cNvCxnSpPr>
          <p:nvPr/>
        </p:nvCxnSpPr>
        <p:spPr>
          <a:xfrm flipH="1">
            <a:off x="7099995" y="3174011"/>
            <a:ext cx="684098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5730D5-DE90-4B5B-B111-03FE92E29692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9023431" y="3170836"/>
            <a:ext cx="834698" cy="317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43">
            <a:extLst>
              <a:ext uri="{FF2B5EF4-FFF2-40B4-BE49-F238E27FC236}">
                <a16:creationId xmlns:a16="http://schemas.microsoft.com/office/drawing/2014/main" id="{59150795-194F-B270-629D-44BF867A8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5772" y="481855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9">
            <a:extLst>
              <a:ext uri="{FF2B5EF4-FFF2-40B4-BE49-F238E27FC236}">
                <a16:creationId xmlns:a16="http://schemas.microsoft.com/office/drawing/2014/main" id="{FEB74B9B-706F-28D7-4E65-898223204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577" y="5248943"/>
            <a:ext cx="10582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Listener</a:t>
            </a: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A811BB9C-6FCC-1FC8-4E8D-C4C6439F4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5290" y="3324823"/>
            <a:ext cx="10582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Async Msg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C88EA25-ABEB-66B5-303A-13B90F1EEEB8}"/>
              </a:ext>
            </a:extLst>
          </p:cNvPr>
          <p:cNvCxnSpPr>
            <a:cxnSpLocks/>
            <a:stCxn id="33" idx="0"/>
            <a:endCxn id="36" idx="2"/>
          </p:cNvCxnSpPr>
          <p:nvPr/>
        </p:nvCxnSpPr>
        <p:spPr>
          <a:xfrm flipV="1">
            <a:off x="10080722" y="3601822"/>
            <a:ext cx="3713" cy="121673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3">
            <a:extLst>
              <a:ext uri="{FF2B5EF4-FFF2-40B4-BE49-F238E27FC236}">
                <a16:creationId xmlns:a16="http://schemas.microsoft.com/office/drawing/2014/main" id="{AD0B83C8-5F90-5B24-D465-2B3E0D5FB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603" y="481855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9">
            <a:extLst>
              <a:ext uri="{FF2B5EF4-FFF2-40B4-BE49-F238E27FC236}">
                <a16:creationId xmlns:a16="http://schemas.microsoft.com/office/drawing/2014/main" id="{F15CAE09-823B-3F06-C929-C0A6DCF1B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3408" y="5251133"/>
            <a:ext cx="10582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Graph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ED1C1F3-7592-3CD2-3F40-75ADC7A814FD}"/>
              </a:ext>
            </a:extLst>
          </p:cNvPr>
          <p:cNvCxnSpPr>
            <a:cxnSpLocks/>
            <a:stCxn id="41" idx="3"/>
            <a:endCxn id="33" idx="1"/>
          </p:cNvCxnSpPr>
          <p:nvPr/>
        </p:nvCxnSpPr>
        <p:spPr>
          <a:xfrm>
            <a:off x="3617503" y="5053509"/>
            <a:ext cx="6228269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360B4BD-F3C3-4966-E47C-1C386D98AB62}"/>
              </a:ext>
            </a:extLst>
          </p:cNvPr>
          <p:cNvCxnSpPr>
            <a:cxnSpLocks/>
            <a:stCxn id="8" idx="2"/>
            <a:endCxn id="41" idx="0"/>
          </p:cNvCxnSpPr>
          <p:nvPr/>
        </p:nvCxnSpPr>
        <p:spPr>
          <a:xfrm flipH="1">
            <a:off x="3382553" y="3832010"/>
            <a:ext cx="6119" cy="98654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2110AB0-8A6F-96A4-E2C9-74927F375398}"/>
              </a:ext>
            </a:extLst>
          </p:cNvPr>
          <p:cNvCxnSpPr>
            <a:cxnSpLocks/>
            <a:stCxn id="5" idx="0"/>
            <a:endCxn id="9" idx="3"/>
          </p:cNvCxnSpPr>
          <p:nvPr/>
        </p:nvCxnSpPr>
        <p:spPr>
          <a:xfrm rot="16200000" flipV="1">
            <a:off x="4085636" y="1819574"/>
            <a:ext cx="1123263" cy="823611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itle 4">
            <a:extLst>
              <a:ext uri="{FF2B5EF4-FFF2-40B4-BE49-F238E27FC236}">
                <a16:creationId xmlns:a16="http://schemas.microsoft.com/office/drawing/2014/main" id="{A8DFFDB3-C5A0-D24B-952B-416C13823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0" y="-17693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Manifester</a:t>
            </a:r>
          </a:p>
        </p:txBody>
      </p:sp>
      <p:pic>
        <p:nvPicPr>
          <p:cNvPr id="2" name="Graphic 20">
            <a:extLst>
              <a:ext uri="{FF2B5EF4-FFF2-40B4-BE49-F238E27FC236}">
                <a16:creationId xmlns:a16="http://schemas.microsoft.com/office/drawing/2014/main" id="{DA974BB6-D694-6976-6970-FD8827A67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048" y="278983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2">
            <a:extLst>
              <a:ext uri="{FF2B5EF4-FFF2-40B4-BE49-F238E27FC236}">
                <a16:creationId xmlns:a16="http://schemas.microsoft.com/office/drawing/2014/main" id="{556DECB3-876E-3C50-DCD6-455273B8E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831" y="3551836"/>
            <a:ext cx="1415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6D5B57-4876-0BB0-FBB1-813F841AEE55}"/>
              </a:ext>
            </a:extLst>
          </p:cNvPr>
          <p:cNvCxnSpPr>
            <a:cxnSpLocks/>
            <a:stCxn id="7" idx="1"/>
            <a:endCxn id="2" idx="3"/>
          </p:cNvCxnSpPr>
          <p:nvPr/>
        </p:nvCxnSpPr>
        <p:spPr>
          <a:xfrm flipH="1" flipV="1">
            <a:off x="2076048" y="3170836"/>
            <a:ext cx="922099" cy="317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D3C5C33-7E20-61BA-F14A-50AD52E3568C}"/>
              </a:ext>
            </a:extLst>
          </p:cNvPr>
          <p:cNvSpPr/>
          <p:nvPr/>
        </p:nvSpPr>
        <p:spPr>
          <a:xfrm>
            <a:off x="799467" y="926566"/>
            <a:ext cx="8453860" cy="3557735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36A90C-E887-B571-1FB1-DC2E095C813F}"/>
              </a:ext>
            </a:extLst>
          </p:cNvPr>
          <p:cNvSpPr/>
          <p:nvPr/>
        </p:nvSpPr>
        <p:spPr>
          <a:xfrm>
            <a:off x="7784093" y="2987456"/>
            <a:ext cx="1239338" cy="37310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Messenger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CB1D1B-8D30-909A-AFDE-A2CEF1E9F7BD}"/>
              </a:ext>
            </a:extLst>
          </p:cNvPr>
          <p:cNvSpPr/>
          <p:nvPr/>
        </p:nvSpPr>
        <p:spPr>
          <a:xfrm>
            <a:off x="996831" y="2268323"/>
            <a:ext cx="6581128" cy="203040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📜 Manifester</a:t>
            </a:r>
          </a:p>
        </p:txBody>
      </p:sp>
    </p:spTree>
    <p:extLst>
      <p:ext uri="{BB962C8B-B14F-4D97-AF65-F5344CB8AC3E}">
        <p14:creationId xmlns:p14="http://schemas.microsoft.com/office/powerpoint/2010/main" val="2307452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1" y="1015999"/>
            <a:ext cx="8350131" cy="335527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6" y="1128156"/>
            <a:ext cx="7106812" cy="313628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📣</a:t>
            </a: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Notifier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BBA597B-0399-D9B2-316E-108DB6B8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Notifier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1C272-590C-82B8-67A1-618514DA0A2C}"/>
              </a:ext>
            </a:extLst>
          </p:cNvPr>
          <p:cNvSpPr/>
          <p:nvPr/>
        </p:nvSpPr>
        <p:spPr>
          <a:xfrm>
            <a:off x="5471767" y="3766766"/>
            <a:ext cx="151781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B57631-8C4E-7737-BF77-57AFD85A38FB}"/>
              </a:ext>
            </a:extLst>
          </p:cNvPr>
          <p:cNvGrpSpPr/>
          <p:nvPr/>
        </p:nvGrpSpPr>
        <p:grpSpPr>
          <a:xfrm>
            <a:off x="6148940" y="2560831"/>
            <a:ext cx="1131884" cy="898887"/>
            <a:chOff x="6283326" y="4218609"/>
            <a:chExt cx="1131884" cy="898887"/>
          </a:xfrm>
        </p:grpSpPr>
        <p:pic>
          <p:nvPicPr>
            <p:cNvPr id="37" name="Graphic 7">
              <a:extLst>
                <a:ext uri="{FF2B5EF4-FFF2-40B4-BE49-F238E27FC236}">
                  <a16:creationId xmlns:a16="http://schemas.microsoft.com/office/drawing/2014/main" id="{43BBCA83-A141-11BE-466C-B5B65AB98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79F5C94-F02E-3110-001E-187E7EF7D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A314C1E-2FAB-373E-6D9F-78D17DDA05BE}"/>
              </a:ext>
            </a:extLst>
          </p:cNvPr>
          <p:cNvCxnSpPr>
            <a:cxnSpLocks/>
            <a:stCxn id="12" idx="1"/>
            <a:endCxn id="37" idx="3"/>
          </p:cNvCxnSpPr>
          <p:nvPr/>
        </p:nvCxnSpPr>
        <p:spPr>
          <a:xfrm flipH="1">
            <a:off x="6930104" y="2794831"/>
            <a:ext cx="380888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392CE73-F20F-2ED7-8C56-7323E51A4B0D}"/>
              </a:ext>
            </a:extLst>
          </p:cNvPr>
          <p:cNvCxnSpPr>
            <a:cxnSpLocks/>
          </p:cNvCxnSpPr>
          <p:nvPr/>
        </p:nvCxnSpPr>
        <p:spPr>
          <a:xfrm>
            <a:off x="6227542" y="4186330"/>
            <a:ext cx="2279" cy="45759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1E16F58-60A4-C8AD-30F2-592C04CBC9F4}"/>
              </a:ext>
            </a:extLst>
          </p:cNvPr>
          <p:cNvGrpSpPr/>
          <p:nvPr/>
        </p:nvGrpSpPr>
        <p:grpSpPr>
          <a:xfrm>
            <a:off x="4901019" y="4643927"/>
            <a:ext cx="1727167" cy="929489"/>
            <a:chOff x="2544048" y="3935931"/>
            <a:chExt cx="1727167" cy="929489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C08BA31-665D-B429-A205-CF4104BE1C10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21205CD-341B-CEFF-395D-3103FBD48542}"/>
                </a:ext>
              </a:extLst>
            </p:cNvPr>
            <p:cNvSpPr/>
            <p:nvPr/>
          </p:nvSpPr>
          <p:spPr>
            <a:xfrm>
              <a:off x="2637905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🤵 Broker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0" name="Straight Arrow Connector 41">
            <a:extLst>
              <a:ext uri="{FF2B5EF4-FFF2-40B4-BE49-F238E27FC236}">
                <a16:creationId xmlns:a16="http://schemas.microsoft.com/office/drawing/2014/main" id="{7461F5F0-EF87-F502-691C-714EE64E4DE4}"/>
              </a:ext>
            </a:extLst>
          </p:cNvPr>
          <p:cNvCxnSpPr>
            <a:cxnSpLocks/>
            <a:stCxn id="37" idx="1"/>
            <a:endCxn id="15" idx="0"/>
          </p:cNvCxnSpPr>
          <p:nvPr/>
        </p:nvCxnSpPr>
        <p:spPr>
          <a:xfrm rot="10800000" flipV="1">
            <a:off x="6230674" y="2794830"/>
            <a:ext cx="231430" cy="971935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7E252C5-1602-C62C-3008-3365BA48222A}"/>
              </a:ext>
            </a:extLst>
          </p:cNvPr>
          <p:cNvSpPr/>
          <p:nvPr/>
        </p:nvSpPr>
        <p:spPr>
          <a:xfrm>
            <a:off x="7607470" y="4635906"/>
            <a:ext cx="1610173" cy="394195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🧑‍🦰 Wallet: App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5E37AE3-8A90-3083-C4CC-889B0FB3A0F3}"/>
              </a:ext>
            </a:extLst>
          </p:cNvPr>
          <p:cNvGrpSpPr/>
          <p:nvPr/>
        </p:nvGrpSpPr>
        <p:grpSpPr>
          <a:xfrm>
            <a:off x="7063952" y="2560831"/>
            <a:ext cx="962081" cy="899672"/>
            <a:chOff x="4728932" y="1548228"/>
            <a:chExt cx="962081" cy="899672"/>
          </a:xfrm>
        </p:grpSpPr>
        <p:pic>
          <p:nvPicPr>
            <p:cNvPr id="12" name="Graphic 24">
              <a:extLst>
                <a:ext uri="{FF2B5EF4-FFF2-40B4-BE49-F238E27FC236}">
                  <a16:creationId xmlns:a16="http://schemas.microsoft.com/office/drawing/2014/main" id="{27CDAACF-5B1D-9832-0EAB-69FD994BF4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5972" y="1548228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63675F1D-6540-3536-96F4-C3B5432B5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8932" y="2017013"/>
              <a:ext cx="96208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SNS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notifications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A4115A-D596-BF1A-7992-EBB1B6DA4B05}"/>
              </a:ext>
            </a:extLst>
          </p:cNvPr>
          <p:cNvCxnSpPr>
            <a:cxnSpLocks/>
            <a:stCxn id="3" idx="0"/>
            <a:endCxn id="34" idx="2"/>
          </p:cNvCxnSpPr>
          <p:nvPr/>
        </p:nvCxnSpPr>
        <p:spPr>
          <a:xfrm flipV="1">
            <a:off x="8412557" y="3628995"/>
            <a:ext cx="393" cy="100691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C382911-E4F9-F624-76EE-DFE7A7C0FA15}"/>
              </a:ext>
            </a:extLst>
          </p:cNvPr>
          <p:cNvGrpSpPr/>
          <p:nvPr/>
        </p:nvGrpSpPr>
        <p:grpSpPr>
          <a:xfrm>
            <a:off x="4625524" y="2015508"/>
            <a:ext cx="1712735" cy="898887"/>
            <a:chOff x="7480660" y="4218609"/>
            <a:chExt cx="1712735" cy="898887"/>
          </a:xfrm>
        </p:grpSpPr>
        <p:pic>
          <p:nvPicPr>
            <p:cNvPr id="26" name="Graphic 23">
              <a:extLst>
                <a:ext uri="{FF2B5EF4-FFF2-40B4-BE49-F238E27FC236}">
                  <a16:creationId xmlns:a16="http://schemas.microsoft.com/office/drawing/2014/main" id="{5E6B5011-3C3B-0219-B6A4-F3FB91B37C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3027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12">
              <a:extLst>
                <a:ext uri="{FF2B5EF4-FFF2-40B4-BE49-F238E27FC236}">
                  <a16:creationId xmlns:a16="http://schemas.microsoft.com/office/drawing/2014/main" id="{F6CE8906-A685-F60E-D4EC-996F44848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0660" y="4686609"/>
              <a:ext cx="171273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DynamoDB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wallets table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A9B08E26-1234-8C5E-CC1E-6AA371460B03}"/>
              </a:ext>
            </a:extLst>
          </p:cNvPr>
          <p:cNvSpPr/>
          <p:nvPr/>
        </p:nvSpPr>
        <p:spPr>
          <a:xfrm>
            <a:off x="1979217" y="4635905"/>
            <a:ext cx="1610173" cy="394195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🧑‍🦰 Wallet: App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0D1D9CF-7788-62F5-242D-FAB0C54033D1}"/>
              </a:ext>
            </a:extLst>
          </p:cNvPr>
          <p:cNvGrpSpPr/>
          <p:nvPr/>
        </p:nvGrpSpPr>
        <p:grpSpPr>
          <a:xfrm>
            <a:off x="7931909" y="2558931"/>
            <a:ext cx="962081" cy="1070064"/>
            <a:chOff x="7798097" y="2274941"/>
            <a:chExt cx="962081" cy="1070064"/>
          </a:xfrm>
        </p:grpSpPr>
        <p:pic>
          <p:nvPicPr>
            <p:cNvPr id="33" name="Graphic 8">
              <a:extLst>
                <a:ext uri="{FF2B5EF4-FFF2-40B4-BE49-F238E27FC236}">
                  <a16:creationId xmlns:a16="http://schemas.microsoft.com/office/drawing/2014/main" id="{C6E58D01-6E74-251F-3D34-DDD07A9D7F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8038159" y="227494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TextBox 9">
              <a:extLst>
                <a:ext uri="{FF2B5EF4-FFF2-40B4-BE49-F238E27FC236}">
                  <a16:creationId xmlns:a16="http://schemas.microsoft.com/office/drawing/2014/main" id="{3DA6C8D1-DD29-D26D-7C89-EA86D2C5B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8097" y="2744841"/>
              <a:ext cx="962081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Firebase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 Messaging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7D85F85-854B-03C2-7364-672E6E92C9B5}"/>
              </a:ext>
            </a:extLst>
          </p:cNvPr>
          <p:cNvCxnSpPr>
            <a:cxnSpLocks/>
            <a:stCxn id="33" idx="1"/>
            <a:endCxn id="12" idx="3"/>
          </p:cNvCxnSpPr>
          <p:nvPr/>
        </p:nvCxnSpPr>
        <p:spPr>
          <a:xfrm flipH="1">
            <a:off x="7778992" y="2793881"/>
            <a:ext cx="392979" cy="95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1CD3D59-BD01-0579-1D29-9295E477D5CC}"/>
              </a:ext>
            </a:extLst>
          </p:cNvPr>
          <p:cNvSpPr/>
          <p:nvPr/>
        </p:nvSpPr>
        <p:spPr>
          <a:xfrm>
            <a:off x="2105268" y="3766765"/>
            <a:ext cx="1359956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</a:t>
            </a:r>
            <a:r>
              <a:rPr lang="en-GB" sz="1600" dirty="0"/>
              <a:t>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 API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DA7B44-7B31-9FB2-7CCF-EFF3C5559148}"/>
              </a:ext>
            </a:extLst>
          </p:cNvPr>
          <p:cNvCxnSpPr>
            <a:cxnSpLocks/>
            <a:stCxn id="46" idx="2"/>
            <a:endCxn id="30" idx="0"/>
          </p:cNvCxnSpPr>
          <p:nvPr/>
        </p:nvCxnSpPr>
        <p:spPr>
          <a:xfrm flipH="1">
            <a:off x="2784304" y="4186329"/>
            <a:ext cx="942" cy="449576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70D3042-0DBA-CAD1-EE5D-857740E8DF5A}"/>
              </a:ext>
            </a:extLst>
          </p:cNvPr>
          <p:cNvGrpSpPr/>
          <p:nvPr/>
        </p:nvGrpSpPr>
        <p:grpSpPr>
          <a:xfrm>
            <a:off x="3531322" y="3317321"/>
            <a:ext cx="1131884" cy="898887"/>
            <a:chOff x="6283326" y="4218609"/>
            <a:chExt cx="1131884" cy="898887"/>
          </a:xfrm>
        </p:grpSpPr>
        <p:pic>
          <p:nvPicPr>
            <p:cNvPr id="53" name="Graphic 7">
              <a:extLst>
                <a:ext uri="{FF2B5EF4-FFF2-40B4-BE49-F238E27FC236}">
                  <a16:creationId xmlns:a16="http://schemas.microsoft.com/office/drawing/2014/main" id="{D9D458F2-27CB-3C12-1AAD-E29BC17C8D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" name="TextBox 11">
              <a:extLst>
                <a:ext uri="{FF2B5EF4-FFF2-40B4-BE49-F238E27FC236}">
                  <a16:creationId xmlns:a16="http://schemas.microsoft.com/office/drawing/2014/main" id="{A48A64FB-C0C6-92DB-88E3-D0C897839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55" name="Straight Arrow Connector 41">
            <a:extLst>
              <a:ext uri="{FF2B5EF4-FFF2-40B4-BE49-F238E27FC236}">
                <a16:creationId xmlns:a16="http://schemas.microsoft.com/office/drawing/2014/main" id="{B2050349-3734-A83C-94C4-25B9355D2C9A}"/>
              </a:ext>
            </a:extLst>
          </p:cNvPr>
          <p:cNvCxnSpPr>
            <a:cxnSpLocks/>
            <a:endCxn id="53" idx="3"/>
          </p:cNvCxnSpPr>
          <p:nvPr/>
        </p:nvCxnSpPr>
        <p:spPr>
          <a:xfrm rot="16200000" flipV="1">
            <a:off x="4201709" y="3662098"/>
            <a:ext cx="1084584" cy="863029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41">
            <a:extLst>
              <a:ext uri="{FF2B5EF4-FFF2-40B4-BE49-F238E27FC236}">
                <a16:creationId xmlns:a16="http://schemas.microsoft.com/office/drawing/2014/main" id="{9A426E2B-538A-0477-1D3C-F3A33EBBB2FA}"/>
              </a:ext>
            </a:extLst>
          </p:cNvPr>
          <p:cNvCxnSpPr>
            <a:cxnSpLocks/>
            <a:stCxn id="53" idx="1"/>
            <a:endCxn id="46" idx="0"/>
          </p:cNvCxnSpPr>
          <p:nvPr/>
        </p:nvCxnSpPr>
        <p:spPr>
          <a:xfrm rot="10800000" flipV="1">
            <a:off x="2785246" y="3551321"/>
            <a:ext cx="1059240" cy="215444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233C6C5-FB5F-C178-64DC-5BC11674E297}"/>
              </a:ext>
            </a:extLst>
          </p:cNvPr>
          <p:cNvGrpSpPr/>
          <p:nvPr/>
        </p:nvGrpSpPr>
        <p:grpSpPr>
          <a:xfrm>
            <a:off x="2158803" y="2014805"/>
            <a:ext cx="962081" cy="1070064"/>
            <a:chOff x="7798097" y="2274941"/>
            <a:chExt cx="962081" cy="1070064"/>
          </a:xfrm>
        </p:grpSpPr>
        <p:pic>
          <p:nvPicPr>
            <p:cNvPr id="67" name="Graphic 8">
              <a:extLst>
                <a:ext uri="{FF2B5EF4-FFF2-40B4-BE49-F238E27FC236}">
                  <a16:creationId xmlns:a16="http://schemas.microsoft.com/office/drawing/2014/main" id="{2C4A834E-3B9F-4279-DBC0-5655769CE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8038159" y="227494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" name="TextBox 9">
              <a:extLst>
                <a:ext uri="{FF2B5EF4-FFF2-40B4-BE49-F238E27FC236}">
                  <a16:creationId xmlns:a16="http://schemas.microsoft.com/office/drawing/2014/main" id="{855A9340-0718-BFB6-CBB8-C71FE7E7C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8097" y="2744841"/>
              <a:ext cx="962081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Firebase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 Messaging</a:t>
              </a:r>
            </a:p>
          </p:txBody>
        </p:sp>
      </p:grpSp>
      <p:cxnSp>
        <p:nvCxnSpPr>
          <p:cNvPr id="72" name="Straight Arrow Connector 41">
            <a:extLst>
              <a:ext uri="{FF2B5EF4-FFF2-40B4-BE49-F238E27FC236}">
                <a16:creationId xmlns:a16="http://schemas.microsoft.com/office/drawing/2014/main" id="{38C0B862-0F05-4A86-84BF-948E7BF03C63}"/>
              </a:ext>
            </a:extLst>
          </p:cNvPr>
          <p:cNvCxnSpPr>
            <a:cxnSpLocks/>
            <a:stCxn id="86" idx="2"/>
            <a:endCxn id="53" idx="0"/>
          </p:cNvCxnSpPr>
          <p:nvPr/>
        </p:nvCxnSpPr>
        <p:spPr>
          <a:xfrm flipH="1">
            <a:off x="4078486" y="3091235"/>
            <a:ext cx="2707" cy="226086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41">
            <a:extLst>
              <a:ext uri="{FF2B5EF4-FFF2-40B4-BE49-F238E27FC236}">
                <a16:creationId xmlns:a16="http://schemas.microsoft.com/office/drawing/2014/main" id="{9F4AF96B-BC3B-77BC-420D-564EC66D0F6C}"/>
              </a:ext>
            </a:extLst>
          </p:cNvPr>
          <p:cNvCxnSpPr>
            <a:cxnSpLocks/>
            <a:stCxn id="26" idx="3"/>
            <a:endCxn id="37" idx="0"/>
          </p:cNvCxnSpPr>
          <p:nvPr/>
        </p:nvCxnSpPr>
        <p:spPr>
          <a:xfrm>
            <a:off x="5715891" y="2249508"/>
            <a:ext cx="980213" cy="311323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9">
            <a:extLst>
              <a:ext uri="{FF2B5EF4-FFF2-40B4-BE49-F238E27FC236}">
                <a16:creationId xmlns:a16="http://schemas.microsoft.com/office/drawing/2014/main" id="{82D65CC5-FF52-5EEF-03A7-6D9B90BA1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923" y="1847402"/>
            <a:ext cx="9155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{endpoint, wallet ID}</a:t>
            </a:r>
          </a:p>
        </p:txBody>
      </p:sp>
      <p:sp>
        <p:nvSpPr>
          <p:cNvPr id="83" name="TextBox 9">
            <a:extLst>
              <a:ext uri="{FF2B5EF4-FFF2-40B4-BE49-F238E27FC236}">
                <a16:creationId xmlns:a16="http://schemas.microsoft.com/office/drawing/2014/main" id="{45FE206D-F84A-50C3-1C53-BFAC48553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1909" y="3782903"/>
            <a:ext cx="96208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glow rad="10160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{notification}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C36A45C-6BC6-0654-24AA-C7F205C81ED5}"/>
              </a:ext>
            </a:extLst>
          </p:cNvPr>
          <p:cNvSpPr/>
          <p:nvPr/>
        </p:nvSpPr>
        <p:spPr>
          <a:xfrm>
            <a:off x="2147258" y="1520186"/>
            <a:ext cx="3867870" cy="1571049"/>
          </a:xfrm>
          <a:prstGeom prst="rect">
            <a:avLst/>
          </a:prstGeom>
          <a:noFill/>
          <a:ln w="12700">
            <a:solidFill>
              <a:srgbClr val="CD2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Step Functions workflow</a:t>
            </a: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42C538E1-054B-9C58-2B33-FFAF31E698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47258" y="1520186"/>
            <a:ext cx="381000" cy="381000"/>
          </a:xfrm>
          <a:prstGeom prst="rect">
            <a:avLst/>
          </a:prstGeom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700C633F-835E-D50A-0026-697BD41EBE1B}"/>
              </a:ext>
            </a:extLst>
          </p:cNvPr>
          <p:cNvGrpSpPr/>
          <p:nvPr/>
        </p:nvGrpSpPr>
        <p:grpSpPr>
          <a:xfrm>
            <a:off x="3313283" y="2015095"/>
            <a:ext cx="1280530" cy="899672"/>
            <a:chOff x="4569707" y="1548228"/>
            <a:chExt cx="1280530" cy="899672"/>
          </a:xfrm>
        </p:grpSpPr>
        <p:pic>
          <p:nvPicPr>
            <p:cNvPr id="90" name="Graphic 24">
              <a:extLst>
                <a:ext uri="{FF2B5EF4-FFF2-40B4-BE49-F238E27FC236}">
                  <a16:creationId xmlns:a16="http://schemas.microsoft.com/office/drawing/2014/main" id="{DDD03983-61E9-AA0C-FED2-2BE8B441F7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5972" y="1548228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TextBox 9">
              <a:extLst>
                <a:ext uri="{FF2B5EF4-FFF2-40B4-BE49-F238E27FC236}">
                  <a16:creationId xmlns:a16="http://schemas.microsoft.com/office/drawing/2014/main" id="{FA2AF5FA-6757-C36B-5D3C-DD8B955B9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707" y="2017013"/>
              <a:ext cx="128053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SNS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create endpoint</a:t>
              </a:r>
            </a:p>
          </p:txBody>
        </p:sp>
      </p:grpSp>
      <p:cxnSp>
        <p:nvCxnSpPr>
          <p:cNvPr id="95" name="Straight Arrow Connector 41">
            <a:extLst>
              <a:ext uri="{FF2B5EF4-FFF2-40B4-BE49-F238E27FC236}">
                <a16:creationId xmlns:a16="http://schemas.microsoft.com/office/drawing/2014/main" id="{4290FB5B-C98C-61E1-551C-594665E8FC30}"/>
              </a:ext>
            </a:extLst>
          </p:cNvPr>
          <p:cNvCxnSpPr>
            <a:cxnSpLocks/>
            <a:stCxn id="90" idx="1"/>
            <a:endCxn id="67" idx="3"/>
          </p:cNvCxnSpPr>
          <p:nvPr/>
        </p:nvCxnSpPr>
        <p:spPr>
          <a:xfrm flipH="1">
            <a:off x="2868765" y="2249095"/>
            <a:ext cx="850783" cy="66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41">
            <a:extLst>
              <a:ext uri="{FF2B5EF4-FFF2-40B4-BE49-F238E27FC236}">
                <a16:creationId xmlns:a16="http://schemas.microsoft.com/office/drawing/2014/main" id="{70414703-C388-503B-77D3-D21E06B4B264}"/>
              </a:ext>
            </a:extLst>
          </p:cNvPr>
          <p:cNvCxnSpPr>
            <a:cxnSpLocks/>
            <a:stCxn id="26" idx="1"/>
            <a:endCxn id="90" idx="3"/>
          </p:cNvCxnSpPr>
          <p:nvPr/>
        </p:nvCxnSpPr>
        <p:spPr>
          <a:xfrm flipH="1" flipV="1">
            <a:off x="4187548" y="2249095"/>
            <a:ext cx="1060343" cy="41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9">
            <a:extLst>
              <a:ext uri="{FF2B5EF4-FFF2-40B4-BE49-F238E27FC236}">
                <a16:creationId xmlns:a16="http://schemas.microsoft.com/office/drawing/2014/main" id="{25B21DE6-3562-B144-938C-B954B24EF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622" y="1847402"/>
            <a:ext cx="915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{app, device}</a:t>
            </a:r>
          </a:p>
        </p:txBody>
      </p:sp>
      <p:sp>
        <p:nvSpPr>
          <p:cNvPr id="108" name="TextBox 9">
            <a:extLst>
              <a:ext uri="{FF2B5EF4-FFF2-40B4-BE49-F238E27FC236}">
                <a16:creationId xmlns:a16="http://schemas.microsoft.com/office/drawing/2014/main" id="{62B51E40-8686-59A4-0337-403083A4C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851" y="3282229"/>
            <a:ext cx="171273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 i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pPr algn="l"/>
            <a:r>
              <a:rPr lang="en-US" altLang="en-US" dirty="0"/>
              <a:t>wallet ID?</a:t>
            </a:r>
          </a:p>
        </p:txBody>
      </p:sp>
      <p:sp>
        <p:nvSpPr>
          <p:cNvPr id="109" name="TextBox 9">
            <a:extLst>
              <a:ext uri="{FF2B5EF4-FFF2-40B4-BE49-F238E27FC236}">
                <a16:creationId xmlns:a16="http://schemas.microsoft.com/office/drawing/2014/main" id="{3C6E0CFB-6CB0-DA5F-9990-E3055392F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641" y="3289711"/>
            <a:ext cx="171273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 i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pPr algn="l"/>
            <a:r>
              <a:rPr lang="en-US" altLang="en-US" dirty="0"/>
              <a:t>{device}</a:t>
            </a:r>
          </a:p>
        </p:txBody>
      </p:sp>
      <p:sp>
        <p:nvSpPr>
          <p:cNvPr id="80" name="TextBox 9">
            <a:extLst>
              <a:ext uri="{FF2B5EF4-FFF2-40B4-BE49-F238E27FC236}">
                <a16:creationId xmlns:a16="http://schemas.microsoft.com/office/drawing/2014/main" id="{915F3805-9757-BF01-F90F-08570EDD3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397" y="1981208"/>
            <a:ext cx="171273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 i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pPr algn="l"/>
            <a:r>
              <a:rPr lang="en-US" altLang="en-US" dirty="0">
                <a:effectLst>
                  <a:glow rad="101600">
                    <a:schemeClr val="bg1">
                      <a:alpha val="94950"/>
                    </a:schemeClr>
                  </a:glow>
                </a:effectLst>
              </a:rPr>
              <a:t>endpoint(wallet ID)?</a:t>
            </a:r>
          </a:p>
        </p:txBody>
      </p:sp>
    </p:spTree>
    <p:extLst>
      <p:ext uri="{BB962C8B-B14F-4D97-AF65-F5344CB8AC3E}">
        <p14:creationId xmlns:p14="http://schemas.microsoft.com/office/powerpoint/2010/main" val="2673513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3" y="1016000"/>
            <a:ext cx="5140533" cy="216746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7" y="1128156"/>
            <a:ext cx="3896629" cy="195371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📣</a:t>
            </a: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Notifier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BBA597B-0399-D9B2-316E-108DB6B8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Notifier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1C272-590C-82B8-67A1-618514DA0A2C}"/>
              </a:ext>
            </a:extLst>
          </p:cNvPr>
          <p:cNvSpPr/>
          <p:nvPr/>
        </p:nvSpPr>
        <p:spPr>
          <a:xfrm>
            <a:off x="2115731" y="2553445"/>
            <a:ext cx="151781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B57631-8C4E-7737-BF77-57AFD85A38FB}"/>
              </a:ext>
            </a:extLst>
          </p:cNvPr>
          <p:cNvGrpSpPr/>
          <p:nvPr/>
        </p:nvGrpSpPr>
        <p:grpSpPr>
          <a:xfrm>
            <a:off x="3372765" y="1548228"/>
            <a:ext cx="1131884" cy="898887"/>
            <a:chOff x="6283326" y="4218609"/>
            <a:chExt cx="1131884" cy="898887"/>
          </a:xfrm>
        </p:grpSpPr>
        <p:pic>
          <p:nvPicPr>
            <p:cNvPr id="37" name="Graphic 7">
              <a:extLst>
                <a:ext uri="{FF2B5EF4-FFF2-40B4-BE49-F238E27FC236}">
                  <a16:creationId xmlns:a16="http://schemas.microsoft.com/office/drawing/2014/main" id="{43BBCA83-A141-11BE-466C-B5B65AB98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79F5C94-F02E-3110-001E-187E7EF7D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A314C1E-2FAB-373E-6D9F-78D17DDA05BE}"/>
              </a:ext>
            </a:extLst>
          </p:cNvPr>
          <p:cNvCxnSpPr>
            <a:cxnSpLocks/>
            <a:stCxn id="12" idx="1"/>
            <a:endCxn id="37" idx="3"/>
          </p:cNvCxnSpPr>
          <p:nvPr/>
        </p:nvCxnSpPr>
        <p:spPr>
          <a:xfrm flipH="1">
            <a:off x="4153929" y="1782228"/>
            <a:ext cx="822043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392CE73-F20F-2ED7-8C56-7323E51A4B0D}"/>
              </a:ext>
            </a:extLst>
          </p:cNvPr>
          <p:cNvCxnSpPr>
            <a:cxnSpLocks/>
            <a:stCxn id="15" idx="2"/>
            <a:endCxn id="92" idx="0"/>
          </p:cNvCxnSpPr>
          <p:nvPr/>
        </p:nvCxnSpPr>
        <p:spPr>
          <a:xfrm flipH="1">
            <a:off x="2868896" y="2973009"/>
            <a:ext cx="5742" cy="457597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1E16F58-60A4-C8AD-30F2-592C04CBC9F4}"/>
              </a:ext>
            </a:extLst>
          </p:cNvPr>
          <p:cNvGrpSpPr/>
          <p:nvPr/>
        </p:nvGrpSpPr>
        <p:grpSpPr>
          <a:xfrm>
            <a:off x="2005312" y="3430606"/>
            <a:ext cx="1727167" cy="929489"/>
            <a:chOff x="2544048" y="3935931"/>
            <a:chExt cx="1727167" cy="929489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C08BA31-665D-B429-A205-CF4104BE1C10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21205CD-341B-CEFF-395D-3103FBD48542}"/>
                </a:ext>
              </a:extLst>
            </p:cNvPr>
            <p:cNvSpPr/>
            <p:nvPr/>
          </p:nvSpPr>
          <p:spPr>
            <a:xfrm>
              <a:off x="2626754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🤵 Broker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0" name="Straight Arrow Connector 41">
            <a:extLst>
              <a:ext uri="{FF2B5EF4-FFF2-40B4-BE49-F238E27FC236}">
                <a16:creationId xmlns:a16="http://schemas.microsoft.com/office/drawing/2014/main" id="{7461F5F0-EF87-F502-691C-714EE64E4DE4}"/>
              </a:ext>
            </a:extLst>
          </p:cNvPr>
          <p:cNvCxnSpPr>
            <a:cxnSpLocks/>
            <a:stCxn id="37" idx="1"/>
            <a:endCxn id="15" idx="0"/>
          </p:cNvCxnSpPr>
          <p:nvPr/>
        </p:nvCxnSpPr>
        <p:spPr>
          <a:xfrm rot="10800000" flipV="1">
            <a:off x="2874639" y="1782227"/>
            <a:ext cx="811291" cy="771217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7E252C5-1602-C62C-3008-3365BA48222A}"/>
              </a:ext>
            </a:extLst>
          </p:cNvPr>
          <p:cNvSpPr/>
          <p:nvPr/>
        </p:nvSpPr>
        <p:spPr>
          <a:xfrm>
            <a:off x="4409357" y="3422585"/>
            <a:ext cx="1610173" cy="394195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🧑‍🦰 Wallet: App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5E37AE3-8A90-3083-C4CC-889B0FB3A0F3}"/>
              </a:ext>
            </a:extLst>
          </p:cNvPr>
          <p:cNvGrpSpPr/>
          <p:nvPr/>
        </p:nvGrpSpPr>
        <p:grpSpPr>
          <a:xfrm>
            <a:off x="4728932" y="1548228"/>
            <a:ext cx="962081" cy="899672"/>
            <a:chOff x="4728932" y="1548228"/>
            <a:chExt cx="962081" cy="899672"/>
          </a:xfrm>
        </p:grpSpPr>
        <p:pic>
          <p:nvPicPr>
            <p:cNvPr id="12" name="Graphic 24">
              <a:extLst>
                <a:ext uri="{FF2B5EF4-FFF2-40B4-BE49-F238E27FC236}">
                  <a16:creationId xmlns:a16="http://schemas.microsoft.com/office/drawing/2014/main" id="{27CDAACF-5B1D-9832-0EAB-69FD994BF4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5972" y="1548228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63675F1D-6540-3536-96F4-C3B5432B5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8932" y="2017013"/>
              <a:ext cx="96208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SNS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notifications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A4115A-D596-BF1A-7992-EBB1B6DA4B05}"/>
              </a:ext>
            </a:extLst>
          </p:cNvPr>
          <p:cNvCxnSpPr>
            <a:cxnSpLocks/>
            <a:stCxn id="3" idx="0"/>
            <a:endCxn id="13" idx="2"/>
          </p:cNvCxnSpPr>
          <p:nvPr/>
        </p:nvCxnSpPr>
        <p:spPr>
          <a:xfrm flipH="1" flipV="1">
            <a:off x="5209973" y="2447900"/>
            <a:ext cx="4471" cy="97468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804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3" y="1016000"/>
            <a:ext cx="5451470" cy="216746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7" y="1128156"/>
            <a:ext cx="4213031" cy="195371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💳 Payer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09F-3A41-D2FA-0590-D5D647EE82D3}"/>
              </a:ext>
            </a:extLst>
          </p:cNvPr>
          <p:cNvSpPr/>
          <p:nvPr/>
        </p:nvSpPr>
        <p:spPr>
          <a:xfrm>
            <a:off x="2128042" y="2552228"/>
            <a:ext cx="123023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🗄️ Vault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BBA597B-0399-D9B2-316E-108DB6B8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1C272-590C-82B8-67A1-618514DA0A2C}"/>
              </a:ext>
            </a:extLst>
          </p:cNvPr>
          <p:cNvSpPr/>
          <p:nvPr/>
        </p:nvSpPr>
        <p:spPr>
          <a:xfrm>
            <a:off x="3461613" y="2552228"/>
            <a:ext cx="1789197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A2CCF588-4603-B4A7-BA06-53D203AE0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2418" y="3429000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pay()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B57631-8C4E-7737-BF77-57AFD85A38FB}"/>
              </a:ext>
            </a:extLst>
          </p:cNvPr>
          <p:cNvGrpSpPr/>
          <p:nvPr/>
        </p:nvGrpSpPr>
        <p:grpSpPr>
          <a:xfrm>
            <a:off x="3226016" y="1314858"/>
            <a:ext cx="1131884" cy="898887"/>
            <a:chOff x="6283326" y="4218609"/>
            <a:chExt cx="1131884" cy="898887"/>
          </a:xfrm>
        </p:grpSpPr>
        <p:pic>
          <p:nvPicPr>
            <p:cNvPr id="37" name="Graphic 7">
              <a:extLst>
                <a:ext uri="{FF2B5EF4-FFF2-40B4-BE49-F238E27FC236}">
                  <a16:creationId xmlns:a16="http://schemas.microsoft.com/office/drawing/2014/main" id="{43BBCA83-A141-11BE-466C-B5B65AB98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79F5C94-F02E-3110-001E-187E7EF7D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27F448-3C90-E787-518B-82F5BFDACF82}"/>
              </a:ext>
            </a:extLst>
          </p:cNvPr>
          <p:cNvCxnSpPr>
            <a:cxnSpLocks/>
            <a:stCxn id="2" idx="0"/>
            <a:endCxn id="37" idx="1"/>
          </p:cNvCxnSpPr>
          <p:nvPr/>
        </p:nvCxnSpPr>
        <p:spPr>
          <a:xfrm rot="5400000" flipH="1" flipV="1">
            <a:off x="2639484" y="1652533"/>
            <a:ext cx="1003370" cy="796021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1">
            <a:extLst>
              <a:ext uri="{FF2B5EF4-FFF2-40B4-BE49-F238E27FC236}">
                <a16:creationId xmlns:a16="http://schemas.microsoft.com/office/drawing/2014/main" id="{D1AB6EBC-1910-FE01-914C-C01BF2C9E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938" y="1802324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bound?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36FEE81-4C59-3C73-8E53-C114D6F81A68}"/>
              </a:ext>
            </a:extLst>
          </p:cNvPr>
          <p:cNvCxnSpPr>
            <a:cxnSpLocks/>
            <a:endCxn id="37" idx="3"/>
          </p:cNvCxnSpPr>
          <p:nvPr/>
        </p:nvCxnSpPr>
        <p:spPr>
          <a:xfrm rot="16200000" flipV="1">
            <a:off x="3936059" y="1619980"/>
            <a:ext cx="986447" cy="844204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17C0F6-BF5E-9410-7832-5EA8D6B57E62}"/>
              </a:ext>
            </a:extLst>
          </p:cNvPr>
          <p:cNvGrpSpPr/>
          <p:nvPr/>
        </p:nvGrpSpPr>
        <p:grpSpPr>
          <a:xfrm>
            <a:off x="4591816" y="3512537"/>
            <a:ext cx="1727167" cy="929489"/>
            <a:chOff x="2544048" y="3935931"/>
            <a:chExt cx="1727167" cy="92948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02D6FCC-4F7D-17EE-7F61-5D100618A601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069F8BC-948B-67C5-8AE2-5B2748031463}"/>
                </a:ext>
              </a:extLst>
            </p:cNvPr>
            <p:cNvSpPr/>
            <p:nvPr/>
          </p:nvSpPr>
          <p:spPr>
            <a:xfrm>
              <a:off x="2643688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🏦</a:t>
              </a: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Collector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C25943E-1FB5-8DC8-797A-4C108305949D}"/>
              </a:ext>
            </a:extLst>
          </p:cNvPr>
          <p:cNvCxnSpPr>
            <a:cxnSpLocks/>
          </p:cNvCxnSpPr>
          <p:nvPr/>
        </p:nvCxnSpPr>
        <p:spPr>
          <a:xfrm>
            <a:off x="3795127" y="2957372"/>
            <a:ext cx="0" cy="98262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DD6AE4E-439E-3F54-B7CF-711D187010C9}"/>
              </a:ext>
            </a:extLst>
          </p:cNvPr>
          <p:cNvCxnSpPr>
            <a:cxnSpLocks/>
          </p:cNvCxnSpPr>
          <p:nvPr/>
        </p:nvCxnSpPr>
        <p:spPr>
          <a:xfrm flipV="1">
            <a:off x="4851384" y="2971792"/>
            <a:ext cx="0" cy="515344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11">
            <a:extLst>
              <a:ext uri="{FF2B5EF4-FFF2-40B4-BE49-F238E27FC236}">
                <a16:creationId xmlns:a16="http://schemas.microsoft.com/office/drawing/2014/main" id="{BAF14DDE-B776-3B9D-04B4-33A7F0FFF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1851" y="3210431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collect()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A314C1E-2FAB-373E-6D9F-78D17DDA05BE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3791958" y="2213745"/>
            <a:ext cx="0" cy="32156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392CE73-F20F-2ED7-8C56-7323E51A4B0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743159" y="2971792"/>
            <a:ext cx="0" cy="96820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11">
            <a:extLst>
              <a:ext uri="{FF2B5EF4-FFF2-40B4-BE49-F238E27FC236}">
                <a16:creationId xmlns:a16="http://schemas.microsoft.com/office/drawing/2014/main" id="{CFAEF0D1-6A32-3937-C0A5-F60822640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500" y="3429000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bind()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8D484-6F71-D5AE-96D2-8EEC1F41967C}"/>
              </a:ext>
            </a:extLst>
          </p:cNvPr>
          <p:cNvSpPr/>
          <p:nvPr/>
        </p:nvSpPr>
        <p:spPr>
          <a:xfrm>
            <a:off x="2466500" y="3936142"/>
            <a:ext cx="1610173" cy="423413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🧑‍🦰 Wallet: App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EB13CE9C-5E00-0DF4-3532-F36640CC2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099" y="1751879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collect()</a:t>
            </a:r>
          </a:p>
        </p:txBody>
      </p:sp>
    </p:spTree>
    <p:extLst>
      <p:ext uri="{BB962C8B-B14F-4D97-AF65-F5344CB8AC3E}">
        <p14:creationId xmlns:p14="http://schemas.microsoft.com/office/powerpoint/2010/main" val="1496787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CB7005-8FF0-E0FA-BD67-FF799453D33D}"/>
              </a:ext>
            </a:extLst>
          </p:cNvPr>
          <p:cNvSpPr/>
          <p:nvPr/>
        </p:nvSpPr>
        <p:spPr>
          <a:xfrm>
            <a:off x="5882343" y="1687854"/>
            <a:ext cx="4842173" cy="2737855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9CC8FD-7384-83E1-9B10-BB84BEF1C502}"/>
              </a:ext>
            </a:extLst>
          </p:cNvPr>
          <p:cNvSpPr/>
          <p:nvPr/>
        </p:nvSpPr>
        <p:spPr>
          <a:xfrm>
            <a:off x="9063464" y="3811108"/>
            <a:ext cx="1487909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BD9926-528E-EDAB-EEF7-C97CAC9C7398}"/>
              </a:ext>
            </a:extLst>
          </p:cNvPr>
          <p:cNvSpPr/>
          <p:nvPr/>
        </p:nvSpPr>
        <p:spPr>
          <a:xfrm>
            <a:off x="7009650" y="1772764"/>
            <a:ext cx="3630783" cy="254502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📥 Subscriber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FCC614-B7E5-B1A1-754F-D4B52AB6D7EC}"/>
              </a:ext>
            </a:extLst>
          </p:cNvPr>
          <p:cNvGrpSpPr/>
          <p:nvPr/>
        </p:nvGrpSpPr>
        <p:grpSpPr>
          <a:xfrm>
            <a:off x="7901734" y="2767641"/>
            <a:ext cx="1131884" cy="898887"/>
            <a:chOff x="6283326" y="4218609"/>
            <a:chExt cx="1131884" cy="898887"/>
          </a:xfrm>
        </p:grpSpPr>
        <p:pic>
          <p:nvPicPr>
            <p:cNvPr id="14" name="Graphic 7">
              <a:extLst>
                <a:ext uri="{FF2B5EF4-FFF2-40B4-BE49-F238E27FC236}">
                  <a16:creationId xmlns:a16="http://schemas.microsoft.com/office/drawing/2014/main" id="{AB7A3A5A-3826-5B23-849F-28DF37FC19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62E4A97E-1186-4BA1-D64B-F1C992910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568CEF-121F-F4B1-387E-1FCC239CE848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8682898" y="3001641"/>
            <a:ext cx="380567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EDCE08-B189-6134-2CE4-17CE3AC773B2}"/>
              </a:ext>
            </a:extLst>
          </p:cNvPr>
          <p:cNvGrpSpPr/>
          <p:nvPr/>
        </p:nvGrpSpPr>
        <p:grpSpPr>
          <a:xfrm>
            <a:off x="7015871" y="2767641"/>
            <a:ext cx="1069398" cy="898887"/>
            <a:chOff x="3364911" y="2100696"/>
            <a:chExt cx="1069398" cy="898887"/>
          </a:xfrm>
        </p:grpSpPr>
        <p:pic>
          <p:nvPicPr>
            <p:cNvPr id="21" name="Graphic 19">
              <a:extLst>
                <a:ext uri="{FF2B5EF4-FFF2-40B4-BE49-F238E27FC236}">
                  <a16:creationId xmlns:a16="http://schemas.microsoft.com/office/drawing/2014/main" id="{603B56E0-AB93-7B9E-299F-0906FE1F5D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 bwMode="auto">
            <a:xfrm>
              <a:off x="3666624" y="2100696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2FAF15C9-C93A-9D58-D113-125140FCC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911" y="2568696"/>
              <a:ext cx="10693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EventBridge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message</a:t>
              </a:r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bus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E37C50-7196-3735-BECC-3DF95D1E3424}"/>
              </a:ext>
            </a:extLst>
          </p:cNvPr>
          <p:cNvCxnSpPr>
            <a:cxnSpLocks/>
            <a:stCxn id="14" idx="1"/>
            <a:endCxn id="21" idx="3"/>
          </p:cNvCxnSpPr>
          <p:nvPr/>
        </p:nvCxnSpPr>
        <p:spPr>
          <a:xfrm flipH="1">
            <a:off x="7785584" y="3001641"/>
            <a:ext cx="429314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45">
            <a:extLst>
              <a:ext uri="{FF2B5EF4-FFF2-40B4-BE49-F238E27FC236}">
                <a16:creationId xmlns:a16="http://schemas.microsoft.com/office/drawing/2014/main" id="{76D99590-1829-7C22-902C-BC1366DF09C6}"/>
              </a:ext>
            </a:extLst>
          </p:cNvPr>
          <p:cNvCxnSpPr>
            <a:cxnSpLocks/>
            <a:stCxn id="22" idx="2"/>
            <a:endCxn id="5" idx="1"/>
          </p:cNvCxnSpPr>
          <p:nvPr/>
        </p:nvCxnSpPr>
        <p:spPr>
          <a:xfrm rot="16200000" flipH="1">
            <a:off x="8129836" y="3087262"/>
            <a:ext cx="354362" cy="1512894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579121" y="1687854"/>
            <a:ext cx="4841714" cy="2737855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26D8BF-A7AF-9DCD-FDB7-4C0B86C814FD}"/>
              </a:ext>
            </a:extLst>
          </p:cNvPr>
          <p:cNvSpPr/>
          <p:nvPr/>
        </p:nvSpPr>
        <p:spPr>
          <a:xfrm>
            <a:off x="3758313" y="3802870"/>
            <a:ext cx="1495987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1712189" y="1772764"/>
            <a:ext cx="3624562" cy="254502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📤 Publisher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8733EED-01D7-150C-D8FB-0A2CD035E630}"/>
              </a:ext>
            </a:extLst>
          </p:cNvPr>
          <p:cNvGrpSpPr/>
          <p:nvPr/>
        </p:nvGrpSpPr>
        <p:grpSpPr>
          <a:xfrm>
            <a:off x="2598052" y="2767641"/>
            <a:ext cx="1131884" cy="898887"/>
            <a:chOff x="6283326" y="4218609"/>
            <a:chExt cx="1131884" cy="898887"/>
          </a:xfrm>
        </p:grpSpPr>
        <p:pic>
          <p:nvPicPr>
            <p:cNvPr id="37" name="Graphic 7">
              <a:extLst>
                <a:ext uri="{FF2B5EF4-FFF2-40B4-BE49-F238E27FC236}">
                  <a16:creationId xmlns:a16="http://schemas.microsoft.com/office/drawing/2014/main" id="{03117F73-97E1-F596-EDA2-61439E76D5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7A386FAE-8728-2BA8-4419-E47B4A6E15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5795F4-E9AC-1A98-7D05-9130EFEA9758}"/>
              </a:ext>
            </a:extLst>
          </p:cNvPr>
          <p:cNvCxnSpPr>
            <a:cxnSpLocks/>
            <a:endCxn id="37" idx="3"/>
          </p:cNvCxnSpPr>
          <p:nvPr/>
        </p:nvCxnSpPr>
        <p:spPr>
          <a:xfrm flipH="1">
            <a:off x="3379216" y="3001640"/>
            <a:ext cx="379098" cy="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FCCE5F2-4A93-AA10-2EEC-07DC0B849D00}"/>
              </a:ext>
            </a:extLst>
          </p:cNvPr>
          <p:cNvGrpSpPr/>
          <p:nvPr/>
        </p:nvGrpSpPr>
        <p:grpSpPr>
          <a:xfrm>
            <a:off x="1712189" y="2767641"/>
            <a:ext cx="1069398" cy="898887"/>
            <a:chOff x="3364911" y="2100696"/>
            <a:chExt cx="1069398" cy="898887"/>
          </a:xfrm>
        </p:grpSpPr>
        <p:pic>
          <p:nvPicPr>
            <p:cNvPr id="44" name="Graphic 19">
              <a:extLst>
                <a:ext uri="{FF2B5EF4-FFF2-40B4-BE49-F238E27FC236}">
                  <a16:creationId xmlns:a16="http://schemas.microsoft.com/office/drawing/2014/main" id="{0EDC1D6A-4970-5909-33AF-6050193022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 bwMode="auto">
            <a:xfrm>
              <a:off x="3666624" y="2100696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TextBox 11">
              <a:extLst>
                <a:ext uri="{FF2B5EF4-FFF2-40B4-BE49-F238E27FC236}">
                  <a16:creationId xmlns:a16="http://schemas.microsoft.com/office/drawing/2014/main" id="{71912BBE-6D0F-90F3-3045-99649410A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911" y="2568696"/>
              <a:ext cx="10693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EventBridge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message</a:t>
              </a:r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bus</a:t>
              </a:r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A6295B6-BF93-7BD9-8943-C150581B111D}"/>
              </a:ext>
            </a:extLst>
          </p:cNvPr>
          <p:cNvCxnSpPr>
            <a:cxnSpLocks/>
            <a:stCxn id="37" idx="1"/>
            <a:endCxn id="44" idx="3"/>
          </p:cNvCxnSpPr>
          <p:nvPr/>
        </p:nvCxnSpPr>
        <p:spPr>
          <a:xfrm flipH="1">
            <a:off x="2481902" y="3001641"/>
            <a:ext cx="429314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5">
            <a:extLst>
              <a:ext uri="{FF2B5EF4-FFF2-40B4-BE49-F238E27FC236}">
                <a16:creationId xmlns:a16="http://schemas.microsoft.com/office/drawing/2014/main" id="{2635F440-4EDA-2D23-B18B-33FA463EC8F9}"/>
              </a:ext>
            </a:extLst>
          </p:cNvPr>
          <p:cNvCxnSpPr>
            <a:cxnSpLocks/>
            <a:stCxn id="45" idx="2"/>
            <a:endCxn id="28" idx="1"/>
          </p:cNvCxnSpPr>
          <p:nvPr/>
        </p:nvCxnSpPr>
        <p:spPr>
          <a:xfrm rot="16200000" flipH="1">
            <a:off x="2829538" y="3083877"/>
            <a:ext cx="346124" cy="1511425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5">
            <a:extLst>
              <a:ext uri="{FF2B5EF4-FFF2-40B4-BE49-F238E27FC236}">
                <a16:creationId xmlns:a16="http://schemas.microsoft.com/office/drawing/2014/main" id="{E90E59AE-06C0-ACD5-2026-0C6AC30E2F7C}"/>
              </a:ext>
            </a:extLst>
          </p:cNvPr>
          <p:cNvCxnSpPr>
            <a:cxnSpLocks/>
            <a:stCxn id="5" idx="2"/>
            <a:endCxn id="28" idx="2"/>
          </p:cNvCxnSpPr>
          <p:nvPr/>
        </p:nvCxnSpPr>
        <p:spPr>
          <a:xfrm rot="5400000" flipH="1">
            <a:off x="7152744" y="1575997"/>
            <a:ext cx="8238" cy="5301112"/>
          </a:xfrm>
          <a:prstGeom prst="bentConnector3">
            <a:avLst>
              <a:gd name="adj1" fmla="val -3905475"/>
            </a:avLst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CC10031-0C8D-DBFA-1255-18E50C30FDBE}"/>
              </a:ext>
            </a:extLst>
          </p:cNvPr>
          <p:cNvGrpSpPr/>
          <p:nvPr/>
        </p:nvGrpSpPr>
        <p:grpSpPr>
          <a:xfrm>
            <a:off x="3714515" y="2817490"/>
            <a:ext cx="1016813" cy="838875"/>
            <a:chOff x="7469942" y="5516296"/>
            <a:chExt cx="1016813" cy="838875"/>
          </a:xfrm>
        </p:grpSpPr>
        <p:sp>
          <p:nvSpPr>
            <p:cNvPr id="54" name="TextBox 19">
              <a:extLst>
                <a:ext uri="{FF2B5EF4-FFF2-40B4-BE49-F238E27FC236}">
                  <a16:creationId xmlns:a16="http://schemas.microsoft.com/office/drawing/2014/main" id="{E21DBE38-79A9-B406-9D7B-D1B8D51FF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9942" y="5924284"/>
              <a:ext cx="101681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Subscribers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table</a:t>
              </a:r>
            </a:p>
          </p:txBody>
        </p:sp>
        <p:pic>
          <p:nvPicPr>
            <p:cNvPr id="55" name="Graphic 29">
              <a:extLst>
                <a:ext uri="{FF2B5EF4-FFF2-40B4-BE49-F238E27FC236}">
                  <a16:creationId xmlns:a16="http://schemas.microsoft.com/office/drawing/2014/main" id="{D138969A-726C-A339-1C8E-45D6D0B25F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3400" y="5516296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FD4221AC-AF16-33A5-A2EA-420766D5B7B1}"/>
              </a:ext>
            </a:extLst>
          </p:cNvPr>
          <p:cNvSpPr/>
          <p:nvPr/>
        </p:nvSpPr>
        <p:spPr>
          <a:xfrm>
            <a:off x="3758429" y="1872299"/>
            <a:ext cx="1487794" cy="1839276"/>
          </a:xfrm>
          <a:prstGeom prst="rect">
            <a:avLst/>
          </a:prstGeom>
          <a:noFill/>
          <a:ln w="12700">
            <a:solidFill>
              <a:srgbClr val="3A47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3A47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DynamoDB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0B40C687-CD6F-6A6D-DE12-DA05104D5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8428" y="1872298"/>
            <a:ext cx="381000" cy="381000"/>
          </a:xfrm>
          <a:prstGeom prst="rect">
            <a:avLst/>
          </a:prstGeom>
        </p:spPr>
      </p:pic>
      <p:pic>
        <p:nvPicPr>
          <p:cNvPr id="58" name="Graphic 23">
            <a:extLst>
              <a:ext uri="{FF2B5EF4-FFF2-40B4-BE49-F238E27FC236}">
                <a16:creationId xmlns:a16="http://schemas.microsoft.com/office/drawing/2014/main" id="{791C2CD5-94A4-22DC-2206-A0C8A6279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314" y="1865948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A7CCE3FB-FCDB-651E-1231-9D38BCB69610}"/>
              </a:ext>
            </a:extLst>
          </p:cNvPr>
          <p:cNvGrpSpPr/>
          <p:nvPr/>
        </p:nvGrpSpPr>
        <p:grpSpPr>
          <a:xfrm>
            <a:off x="4413960" y="2412055"/>
            <a:ext cx="840341" cy="838875"/>
            <a:chOff x="7558178" y="5516296"/>
            <a:chExt cx="840341" cy="838875"/>
          </a:xfrm>
        </p:grpSpPr>
        <p:sp>
          <p:nvSpPr>
            <p:cNvPr id="63" name="TextBox 19">
              <a:extLst>
                <a:ext uri="{FF2B5EF4-FFF2-40B4-BE49-F238E27FC236}">
                  <a16:creationId xmlns:a16="http://schemas.microsoft.com/office/drawing/2014/main" id="{3AA4EA60-EA99-E749-FF3D-966CC7B8C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8178" y="5924284"/>
              <a:ext cx="84034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Updates</a:t>
              </a:r>
            </a:p>
            <a:p>
              <a:pPr algn="ctr" eaLnBrk="1" hangingPunct="1"/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table</a:t>
              </a:r>
            </a:p>
          </p:txBody>
        </p:sp>
        <p:pic>
          <p:nvPicPr>
            <p:cNvPr id="64" name="Graphic 29">
              <a:extLst>
                <a:ext uri="{FF2B5EF4-FFF2-40B4-BE49-F238E27FC236}">
                  <a16:creationId xmlns:a16="http://schemas.microsoft.com/office/drawing/2014/main" id="{D3C3BAA9-87B9-7F24-721B-7DE4C73E9A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3400" y="5516296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122D93F-AA0F-A3A9-F32F-F8FF64286EA6}"/>
              </a:ext>
            </a:extLst>
          </p:cNvPr>
          <p:cNvGrpSpPr/>
          <p:nvPr/>
        </p:nvGrpSpPr>
        <p:grpSpPr>
          <a:xfrm>
            <a:off x="9292170" y="2673950"/>
            <a:ext cx="1118494" cy="1008152"/>
            <a:chOff x="7419101" y="5516296"/>
            <a:chExt cx="1118494" cy="1008152"/>
          </a:xfrm>
        </p:grpSpPr>
        <p:sp>
          <p:nvSpPr>
            <p:cNvPr id="66" name="TextBox 19">
              <a:extLst>
                <a:ext uri="{FF2B5EF4-FFF2-40B4-BE49-F238E27FC236}">
                  <a16:creationId xmlns:a16="http://schemas.microsoft.com/office/drawing/2014/main" id="{B7F3EC7F-2A62-A9D7-F64C-0CD103984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9101" y="5924284"/>
              <a:ext cx="1118494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Deduplication</a:t>
              </a:r>
              <a:b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table</a:t>
              </a:r>
            </a:p>
          </p:txBody>
        </p:sp>
        <p:pic>
          <p:nvPicPr>
            <p:cNvPr id="67" name="Graphic 29">
              <a:extLst>
                <a:ext uri="{FF2B5EF4-FFF2-40B4-BE49-F238E27FC236}">
                  <a16:creationId xmlns:a16="http://schemas.microsoft.com/office/drawing/2014/main" id="{E94DFA63-02D5-362F-8506-B501D36C5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3400" y="5516296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338DF762-9143-02D2-53EE-AB8A8FC4680D}"/>
              </a:ext>
            </a:extLst>
          </p:cNvPr>
          <p:cNvSpPr/>
          <p:nvPr/>
        </p:nvSpPr>
        <p:spPr>
          <a:xfrm>
            <a:off x="9063580" y="1872298"/>
            <a:ext cx="1487794" cy="1839276"/>
          </a:xfrm>
          <a:prstGeom prst="rect">
            <a:avLst/>
          </a:prstGeom>
          <a:noFill/>
          <a:ln w="12700">
            <a:solidFill>
              <a:srgbClr val="3A47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3A47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DynamoDB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6972786C-E432-CC08-6831-2314BC0161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63579" y="1872297"/>
            <a:ext cx="381000" cy="381000"/>
          </a:xfrm>
          <a:prstGeom prst="rect">
            <a:avLst/>
          </a:prstGeom>
        </p:spPr>
      </p:pic>
      <p:pic>
        <p:nvPicPr>
          <p:cNvPr id="70" name="Graphic 23">
            <a:extLst>
              <a:ext uri="{FF2B5EF4-FFF2-40B4-BE49-F238E27FC236}">
                <a16:creationId xmlns:a16="http://schemas.microsoft.com/office/drawing/2014/main" id="{E6E04101-8C90-7A58-C9FA-AA9C8ABED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3465" y="1865947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F984E301-5277-3964-5436-71B31BFF7342}"/>
              </a:ext>
            </a:extLst>
          </p:cNvPr>
          <p:cNvGrpSpPr/>
          <p:nvPr/>
        </p:nvGrpSpPr>
        <p:grpSpPr>
          <a:xfrm>
            <a:off x="778732" y="2099404"/>
            <a:ext cx="811045" cy="860370"/>
            <a:chOff x="5548895" y="1302864"/>
            <a:chExt cx="811045" cy="860370"/>
          </a:xfrm>
        </p:grpSpPr>
        <p:pic>
          <p:nvPicPr>
            <p:cNvPr id="75" name="Graphic 43">
              <a:extLst>
                <a:ext uri="{FF2B5EF4-FFF2-40B4-BE49-F238E27FC236}">
                  <a16:creationId xmlns:a16="http://schemas.microsoft.com/office/drawing/2014/main" id="{296E53FA-1258-07E8-5B17-71CDFAA35C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5397" y="1302864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TextBox 18">
              <a:extLst>
                <a:ext uri="{FF2B5EF4-FFF2-40B4-BE49-F238E27FC236}">
                  <a16:creationId xmlns:a16="http://schemas.microsoft.com/office/drawing/2014/main" id="{D381F6D5-6B39-A5A1-6399-81FDC3397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8895" y="1732347"/>
              <a:ext cx="81104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Publisher Logic</a:t>
              </a:r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61B80B3-9A85-421A-210D-1C5D9DB175BD}"/>
              </a:ext>
            </a:extLst>
          </p:cNvPr>
          <p:cNvCxnSpPr>
            <a:cxnSpLocks/>
            <a:stCxn id="44" idx="0"/>
            <a:endCxn id="75" idx="3"/>
          </p:cNvCxnSpPr>
          <p:nvPr/>
        </p:nvCxnSpPr>
        <p:spPr>
          <a:xfrm rot="16200000" flipV="1">
            <a:off x="1619875" y="2139614"/>
            <a:ext cx="433287" cy="822768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9D5978B-9B5C-F343-F86D-C1D759B2D024}"/>
              </a:ext>
            </a:extLst>
          </p:cNvPr>
          <p:cNvGrpSpPr/>
          <p:nvPr/>
        </p:nvGrpSpPr>
        <p:grpSpPr>
          <a:xfrm>
            <a:off x="6042764" y="2104983"/>
            <a:ext cx="892150" cy="860370"/>
            <a:chOff x="5508342" y="1302864"/>
            <a:chExt cx="892150" cy="860370"/>
          </a:xfrm>
        </p:grpSpPr>
        <p:pic>
          <p:nvPicPr>
            <p:cNvPr id="85" name="Graphic 43">
              <a:extLst>
                <a:ext uri="{FF2B5EF4-FFF2-40B4-BE49-F238E27FC236}">
                  <a16:creationId xmlns:a16="http://schemas.microsoft.com/office/drawing/2014/main" id="{404432E7-F52E-5B49-4375-83AF98E3DA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5397" y="1302864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TextBox 18">
              <a:extLst>
                <a:ext uri="{FF2B5EF4-FFF2-40B4-BE49-F238E27FC236}">
                  <a16:creationId xmlns:a16="http://schemas.microsoft.com/office/drawing/2014/main" id="{161EC77A-0BE8-6B4F-92E0-EE1A436EB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342" y="1732347"/>
              <a:ext cx="89215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Consumer Logic</a:t>
              </a:r>
            </a:p>
          </p:txBody>
        </p:sp>
      </p:grpSp>
      <p:cxnSp>
        <p:nvCxnSpPr>
          <p:cNvPr id="87" name="Straight Arrow Connector 80">
            <a:extLst>
              <a:ext uri="{FF2B5EF4-FFF2-40B4-BE49-F238E27FC236}">
                <a16:creationId xmlns:a16="http://schemas.microsoft.com/office/drawing/2014/main" id="{90967ADA-28B2-4A9A-4771-95551EAFA2EE}"/>
              </a:ext>
            </a:extLst>
          </p:cNvPr>
          <p:cNvCxnSpPr>
            <a:cxnSpLocks/>
            <a:stCxn id="85" idx="3"/>
            <a:endCxn id="21" idx="0"/>
          </p:cNvCxnSpPr>
          <p:nvPr/>
        </p:nvCxnSpPr>
        <p:spPr>
          <a:xfrm>
            <a:off x="6729719" y="2339933"/>
            <a:ext cx="821865" cy="427708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11">
            <a:extLst>
              <a:ext uri="{FF2B5EF4-FFF2-40B4-BE49-F238E27FC236}">
                <a16:creationId xmlns:a16="http://schemas.microsoft.com/office/drawing/2014/main" id="{26C8D364-AA7F-4066-0242-D38066E9F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572" y="2379477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{update}</a:t>
            </a:r>
            <a:endParaRPr lang="en-US" altLang="en-US" sz="1100" i="1" dirty="0">
              <a:effectLst>
                <a:glow rad="93240">
                  <a:schemeClr val="bg1">
                    <a:alpha val="93000"/>
                  </a:schemeClr>
                </a:glow>
              </a:effectLst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11">
            <a:extLst>
              <a:ext uri="{FF2B5EF4-FFF2-40B4-BE49-F238E27FC236}">
                <a16:creationId xmlns:a16="http://schemas.microsoft.com/office/drawing/2014/main" id="{E10780CE-F55A-BDE5-74B3-55C020192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1519" y="2391774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{update}</a:t>
            </a:r>
            <a:endParaRPr lang="en-US" altLang="en-US" sz="1100" i="1" dirty="0">
              <a:effectLst>
                <a:glow rad="93240">
                  <a:schemeClr val="bg1">
                    <a:alpha val="93000"/>
                  </a:schemeClr>
                </a:glow>
              </a:effectLst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325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3" y="1016000"/>
            <a:ext cx="5653094" cy="216746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7" y="1128156"/>
            <a:ext cx="4414655" cy="195371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💸 Seller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09F-3A41-D2FA-0590-D5D647EE82D3}"/>
              </a:ext>
            </a:extLst>
          </p:cNvPr>
          <p:cNvSpPr/>
          <p:nvPr/>
        </p:nvSpPr>
        <p:spPr>
          <a:xfrm>
            <a:off x="2116491" y="2552228"/>
            <a:ext cx="143652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🤗 Host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BBA597B-0399-D9B2-316E-108DB6B8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Seller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1C272-590C-82B8-67A1-618514DA0A2C}"/>
              </a:ext>
            </a:extLst>
          </p:cNvPr>
          <p:cNvSpPr/>
          <p:nvPr/>
        </p:nvSpPr>
        <p:spPr>
          <a:xfrm>
            <a:off x="3656353" y="2552228"/>
            <a:ext cx="151781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A2CCF588-4603-B4A7-BA06-53D203AE0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265" y="4098378"/>
            <a:ext cx="60364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pay()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B57631-8C4E-7737-BF77-57AFD85A38FB}"/>
              </a:ext>
            </a:extLst>
          </p:cNvPr>
          <p:cNvGrpSpPr/>
          <p:nvPr/>
        </p:nvGrpSpPr>
        <p:grpSpPr>
          <a:xfrm>
            <a:off x="2954995" y="1551740"/>
            <a:ext cx="1131884" cy="898887"/>
            <a:chOff x="6283326" y="4218609"/>
            <a:chExt cx="1131884" cy="898887"/>
          </a:xfrm>
        </p:grpSpPr>
        <p:pic>
          <p:nvPicPr>
            <p:cNvPr id="37" name="Graphic 7">
              <a:extLst>
                <a:ext uri="{FF2B5EF4-FFF2-40B4-BE49-F238E27FC236}">
                  <a16:creationId xmlns:a16="http://schemas.microsoft.com/office/drawing/2014/main" id="{43BBCA83-A141-11BE-466C-B5B65AB98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79F5C94-F02E-3110-001E-187E7EF7D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27F448-3C90-E787-518B-82F5BFDACF82}"/>
              </a:ext>
            </a:extLst>
          </p:cNvPr>
          <p:cNvCxnSpPr>
            <a:cxnSpLocks/>
            <a:stCxn id="92" idx="1"/>
          </p:cNvCxnSpPr>
          <p:nvPr/>
        </p:nvCxnSpPr>
        <p:spPr>
          <a:xfrm rot="10800000">
            <a:off x="2292262" y="2985054"/>
            <a:ext cx="251787" cy="1415623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1">
            <a:extLst>
              <a:ext uri="{FF2B5EF4-FFF2-40B4-BE49-F238E27FC236}">
                <a16:creationId xmlns:a16="http://schemas.microsoft.com/office/drawing/2014/main" id="{D1AB6EBC-1910-FE01-914C-C01BF2C9E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050" y="3428894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check-in()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17C0F6-BF5E-9410-7832-5EA8D6B57E62}"/>
              </a:ext>
            </a:extLst>
          </p:cNvPr>
          <p:cNvGrpSpPr/>
          <p:nvPr/>
        </p:nvGrpSpPr>
        <p:grpSpPr>
          <a:xfrm>
            <a:off x="4793440" y="3935930"/>
            <a:ext cx="1727167" cy="929489"/>
            <a:chOff x="2544048" y="3935931"/>
            <a:chExt cx="1727167" cy="92948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02D6FCC-4F7D-17EE-7F61-5D100618A601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069F8BC-948B-67C5-8AE2-5B2748031463}"/>
                </a:ext>
              </a:extLst>
            </p:cNvPr>
            <p:cNvSpPr/>
            <p:nvPr/>
          </p:nvSpPr>
          <p:spPr>
            <a:xfrm>
              <a:off x="2643688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💳 Payer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C25943E-1FB5-8DC8-797A-4C108305949D}"/>
              </a:ext>
            </a:extLst>
          </p:cNvPr>
          <p:cNvCxnSpPr>
            <a:cxnSpLocks/>
          </p:cNvCxnSpPr>
          <p:nvPr/>
        </p:nvCxnSpPr>
        <p:spPr>
          <a:xfrm flipV="1">
            <a:off x="3986697" y="2958246"/>
            <a:ext cx="0" cy="977684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DD6AE4E-439E-3F54-B7CF-711D187010C9}"/>
              </a:ext>
            </a:extLst>
          </p:cNvPr>
          <p:cNvCxnSpPr>
            <a:cxnSpLocks/>
            <a:stCxn id="39" idx="1"/>
            <a:endCxn id="92" idx="3"/>
          </p:cNvCxnSpPr>
          <p:nvPr/>
        </p:nvCxnSpPr>
        <p:spPr>
          <a:xfrm flipH="1">
            <a:off x="4271215" y="4400675"/>
            <a:ext cx="522225" cy="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A314C1E-2FAB-373E-6D9F-78D17DDA05BE}"/>
              </a:ext>
            </a:extLst>
          </p:cNvPr>
          <p:cNvCxnSpPr>
            <a:cxnSpLocks/>
            <a:endCxn id="37" idx="3"/>
          </p:cNvCxnSpPr>
          <p:nvPr/>
        </p:nvCxnSpPr>
        <p:spPr>
          <a:xfrm rot="16200000" flipV="1">
            <a:off x="3478046" y="2043853"/>
            <a:ext cx="766488" cy="250261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392CE73-F20F-2ED7-8C56-7323E51A4B0D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2834533" y="2971792"/>
            <a:ext cx="220" cy="96435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1E16F58-60A4-C8AD-30F2-592C04CBC9F4}"/>
              </a:ext>
            </a:extLst>
          </p:cNvPr>
          <p:cNvGrpSpPr/>
          <p:nvPr/>
        </p:nvGrpSpPr>
        <p:grpSpPr>
          <a:xfrm>
            <a:off x="2544048" y="3935931"/>
            <a:ext cx="1727167" cy="929489"/>
            <a:chOff x="2544048" y="3935931"/>
            <a:chExt cx="1727167" cy="929489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C08BA31-665D-B429-A205-CF4104BE1C10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21205CD-341B-CEFF-395D-3103FBD48542}"/>
                </a:ext>
              </a:extLst>
            </p:cNvPr>
            <p:cNvSpPr/>
            <p:nvPr/>
          </p:nvSpPr>
          <p:spPr>
            <a:xfrm>
              <a:off x="2626754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🤵 Broker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1" name="TextBox 11">
            <a:extLst>
              <a:ext uri="{FF2B5EF4-FFF2-40B4-BE49-F238E27FC236}">
                <a16:creationId xmlns:a16="http://schemas.microsoft.com/office/drawing/2014/main" id="{71FAF52F-851C-C099-550B-D0526690B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279" y="3411231"/>
            <a:ext cx="876361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charge()</a:t>
            </a:r>
          </a:p>
        </p:txBody>
      </p:sp>
      <p:cxnSp>
        <p:nvCxnSpPr>
          <p:cNvPr id="110" name="Straight Arrow Connector 41">
            <a:extLst>
              <a:ext uri="{FF2B5EF4-FFF2-40B4-BE49-F238E27FC236}">
                <a16:creationId xmlns:a16="http://schemas.microsoft.com/office/drawing/2014/main" id="{7461F5F0-EF87-F502-691C-714EE64E4DE4}"/>
              </a:ext>
            </a:extLst>
          </p:cNvPr>
          <p:cNvCxnSpPr>
            <a:cxnSpLocks/>
            <a:stCxn id="37" idx="1"/>
            <a:endCxn id="2" idx="0"/>
          </p:cNvCxnSpPr>
          <p:nvPr/>
        </p:nvCxnSpPr>
        <p:spPr>
          <a:xfrm rot="10800000" flipV="1">
            <a:off x="2834753" y="1785740"/>
            <a:ext cx="433406" cy="766488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1">
            <a:extLst>
              <a:ext uri="{FF2B5EF4-FFF2-40B4-BE49-F238E27FC236}">
                <a16:creationId xmlns:a16="http://schemas.microsoft.com/office/drawing/2014/main" id="{C0720C29-8B4C-CB2C-B671-6200F2BA6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286" y="1518264"/>
            <a:ext cx="876361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charge()</a:t>
            </a:r>
          </a:p>
        </p:txBody>
      </p:sp>
      <p:sp>
        <p:nvSpPr>
          <p:cNvPr id="105" name="TextBox 11">
            <a:extLst>
              <a:ext uri="{FF2B5EF4-FFF2-40B4-BE49-F238E27FC236}">
                <a16:creationId xmlns:a16="http://schemas.microsoft.com/office/drawing/2014/main" id="{5695CB25-1DAB-5C9B-1B1A-A60C4984B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761" y="1501173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check out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D70012C6-C638-5D6E-3C7D-23F733919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662" y="3391355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check-out()</a:t>
            </a:r>
          </a:p>
        </p:txBody>
      </p:sp>
    </p:spTree>
    <p:extLst>
      <p:ext uri="{BB962C8B-B14F-4D97-AF65-F5344CB8AC3E}">
        <p14:creationId xmlns:p14="http://schemas.microsoft.com/office/powerpoint/2010/main" val="1240228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0CA9DB-959A-29CF-E9A0-F739BC0EBDC1}"/>
              </a:ext>
            </a:extLst>
          </p:cNvPr>
          <p:cNvSpPr/>
          <p:nvPr/>
        </p:nvSpPr>
        <p:spPr>
          <a:xfrm>
            <a:off x="867512" y="1015999"/>
            <a:ext cx="6777887" cy="262593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/>
              <a:t>👥 </a:t>
            </a:r>
            <a:r>
              <a:rPr lang="en-US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733FBA-C981-1C44-37AB-828FB7E9AA7B}"/>
              </a:ext>
            </a:extLst>
          </p:cNvPr>
          <p:cNvSpPr/>
          <p:nvPr/>
        </p:nvSpPr>
        <p:spPr>
          <a:xfrm>
            <a:off x="2014887" y="1128156"/>
            <a:ext cx="5530812" cy="241221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🗄️ Vault</a:t>
            </a:r>
            <a:endParaRPr lang="en-US" sz="16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09F-3A41-D2FA-0590-D5D647EE82D3}"/>
              </a:ext>
            </a:extLst>
          </p:cNvPr>
          <p:cNvSpPr/>
          <p:nvPr/>
        </p:nvSpPr>
        <p:spPr>
          <a:xfrm>
            <a:off x="2128042" y="3009436"/>
            <a:ext cx="1230234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🤗 Host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BBA597B-0399-D9B2-316E-108DB6B8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" y="468"/>
            <a:ext cx="863758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61E2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1E2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Vault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16EAC7-0F72-E166-DC4A-ED70E36951CA}"/>
              </a:ext>
            </a:extLst>
          </p:cNvPr>
          <p:cNvGrpSpPr/>
          <p:nvPr/>
        </p:nvGrpSpPr>
        <p:grpSpPr>
          <a:xfrm>
            <a:off x="2544048" y="3935931"/>
            <a:ext cx="1727167" cy="929489"/>
            <a:chOff x="2544048" y="3935931"/>
            <a:chExt cx="1727167" cy="92948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B3A5ADA-B749-8051-B9ED-FABD25D969D4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15DC7E-07E2-5698-2A27-D4FA07728D26}"/>
                </a:ext>
              </a:extLst>
            </p:cNvPr>
            <p:cNvSpPr/>
            <p:nvPr/>
          </p:nvSpPr>
          <p:spPr>
            <a:xfrm>
              <a:off x="2643688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🤵 Broker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34702A3-65D5-CB70-128C-27C30173832A}"/>
              </a:ext>
            </a:extLst>
          </p:cNvPr>
          <p:cNvSpPr/>
          <p:nvPr/>
        </p:nvSpPr>
        <p:spPr>
          <a:xfrm>
            <a:off x="4621771" y="4203577"/>
            <a:ext cx="1610173" cy="394195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🧑‍🦰 Wallet: App</a:t>
            </a:r>
          </a:p>
        </p:txBody>
      </p:sp>
      <p:cxnSp>
        <p:nvCxnSpPr>
          <p:cNvPr id="14" name="Straight Arrow Connector 45">
            <a:extLst>
              <a:ext uri="{FF2B5EF4-FFF2-40B4-BE49-F238E27FC236}">
                <a16:creationId xmlns:a16="http://schemas.microsoft.com/office/drawing/2014/main" id="{39D9A7A9-495A-5627-82EE-91A3E08891AD}"/>
              </a:ext>
            </a:extLst>
          </p:cNvPr>
          <p:cNvCxnSpPr>
            <a:cxnSpLocks/>
          </p:cNvCxnSpPr>
          <p:nvPr/>
        </p:nvCxnSpPr>
        <p:spPr>
          <a:xfrm>
            <a:off x="2735281" y="3429000"/>
            <a:ext cx="0" cy="50693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1C272-590C-82B8-67A1-618514DA0A2C}"/>
              </a:ext>
            </a:extLst>
          </p:cNvPr>
          <p:cNvSpPr/>
          <p:nvPr/>
        </p:nvSpPr>
        <p:spPr>
          <a:xfrm>
            <a:off x="3556748" y="3009436"/>
            <a:ext cx="2108946" cy="41956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🐌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Messenger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6E2281-BCEC-C969-2D7E-AD101DA8065F}"/>
              </a:ext>
            </a:extLst>
          </p:cNvPr>
          <p:cNvCxnSpPr>
            <a:cxnSpLocks/>
          </p:cNvCxnSpPr>
          <p:nvPr/>
        </p:nvCxnSpPr>
        <p:spPr>
          <a:xfrm>
            <a:off x="5426857" y="3428999"/>
            <a:ext cx="1" cy="77457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B13C1A-86ED-1844-F2E4-9CFBD7BDE3C4}"/>
              </a:ext>
            </a:extLst>
          </p:cNvPr>
          <p:cNvGrpSpPr/>
          <p:nvPr/>
        </p:nvGrpSpPr>
        <p:grpSpPr>
          <a:xfrm>
            <a:off x="3556748" y="5078071"/>
            <a:ext cx="1727167" cy="929489"/>
            <a:chOff x="2544048" y="3935931"/>
            <a:chExt cx="1727167" cy="92948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5271D4-6944-019A-FF7A-C68344D22D46}"/>
                </a:ext>
              </a:extLst>
            </p:cNvPr>
            <p:cNvSpPr/>
            <p:nvPr/>
          </p:nvSpPr>
          <p:spPr>
            <a:xfrm>
              <a:off x="2544048" y="3935931"/>
              <a:ext cx="1727167" cy="9294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/>
                <a:t>👥 </a:t>
              </a:r>
              <a:r>
                <a:rPr lang="en-US" sz="1600" dirty="0">
                  <a:solidFill>
                    <a:srgbClr val="5A6B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F9D68-84B0-EC9C-977A-9F79FA7B0A13}"/>
                </a:ext>
              </a:extLst>
            </p:cNvPr>
            <p:cNvSpPr/>
            <p:nvPr/>
          </p:nvSpPr>
          <p:spPr>
            <a:xfrm>
              <a:off x="2626754" y="4364516"/>
              <a:ext cx="1536462" cy="419564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📣 Notifier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0" name="Straight Arrow Connector 59">
            <a:extLst>
              <a:ext uri="{FF2B5EF4-FFF2-40B4-BE49-F238E27FC236}">
                <a16:creationId xmlns:a16="http://schemas.microsoft.com/office/drawing/2014/main" id="{CD541B86-E11F-71E5-20CF-F94713A7B09F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3407632" y="4865420"/>
            <a:ext cx="149116" cy="677396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59">
            <a:extLst>
              <a:ext uri="{FF2B5EF4-FFF2-40B4-BE49-F238E27FC236}">
                <a16:creationId xmlns:a16="http://schemas.microsoft.com/office/drawing/2014/main" id="{6506B1E6-7F52-BF60-3169-64E656446EC0}"/>
              </a:ext>
            </a:extLst>
          </p:cNvPr>
          <p:cNvCxnSpPr>
            <a:cxnSpLocks/>
            <a:endCxn id="18" idx="3"/>
          </p:cNvCxnSpPr>
          <p:nvPr/>
        </p:nvCxnSpPr>
        <p:spPr>
          <a:xfrm rot="5400000">
            <a:off x="4882865" y="4998823"/>
            <a:ext cx="945044" cy="142943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45">
            <a:extLst>
              <a:ext uri="{FF2B5EF4-FFF2-40B4-BE49-F238E27FC236}">
                <a16:creationId xmlns:a16="http://schemas.microsoft.com/office/drawing/2014/main" id="{B27154EB-1182-FFA2-DC2B-D1BD568E5718}"/>
              </a:ext>
            </a:extLst>
          </p:cNvPr>
          <p:cNvCxnSpPr>
            <a:cxnSpLocks/>
          </p:cNvCxnSpPr>
          <p:nvPr/>
        </p:nvCxnSpPr>
        <p:spPr>
          <a:xfrm flipH="1">
            <a:off x="3774142" y="3428999"/>
            <a:ext cx="1" cy="50693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1">
            <a:extLst>
              <a:ext uri="{FF2B5EF4-FFF2-40B4-BE49-F238E27FC236}">
                <a16:creationId xmlns:a16="http://schemas.microsoft.com/office/drawing/2014/main" id="{A2CCF588-4603-B4A7-BA06-53D203AE0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373" y="3770937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bind()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77FC1F-46BD-43EE-965E-44145545F5B8}"/>
              </a:ext>
            </a:extLst>
          </p:cNvPr>
          <p:cNvCxnSpPr>
            <a:cxnSpLocks/>
          </p:cNvCxnSpPr>
          <p:nvPr/>
        </p:nvCxnSpPr>
        <p:spPr>
          <a:xfrm flipV="1">
            <a:off x="4271215" y="4400675"/>
            <a:ext cx="350556" cy="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106BB08-A1B4-0DC8-0BF9-2EEA98E87562}"/>
              </a:ext>
            </a:extLst>
          </p:cNvPr>
          <p:cNvGrpSpPr/>
          <p:nvPr/>
        </p:nvGrpSpPr>
        <p:grpSpPr>
          <a:xfrm>
            <a:off x="5811018" y="1244390"/>
            <a:ext cx="1619741" cy="1653678"/>
            <a:chOff x="5548548" y="1244390"/>
            <a:chExt cx="1619741" cy="165367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B1A305E-B1F7-627F-8F21-004BB73DDC76}"/>
                </a:ext>
              </a:extLst>
            </p:cNvPr>
            <p:cNvGrpSpPr/>
            <p:nvPr/>
          </p:nvGrpSpPr>
          <p:grpSpPr>
            <a:xfrm>
              <a:off x="6151476" y="2028486"/>
              <a:ext cx="1016813" cy="838875"/>
              <a:chOff x="7503810" y="5516296"/>
              <a:chExt cx="1016813" cy="838875"/>
            </a:xfrm>
          </p:grpSpPr>
          <p:sp>
            <p:nvSpPr>
              <p:cNvPr id="26" name="TextBox 19">
                <a:extLst>
                  <a:ext uri="{FF2B5EF4-FFF2-40B4-BE49-F238E27FC236}">
                    <a16:creationId xmlns:a16="http://schemas.microsoft.com/office/drawing/2014/main" id="{6C6C3D6D-F7AE-7BC1-B044-F662F0AD42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03810" y="5924284"/>
                <a:ext cx="1016813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1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Binds</a:t>
                </a:r>
                <a:br>
                  <a:rPr lang="en-US" altLang="en-US" sz="11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100" i="1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table</a:t>
                </a:r>
              </a:p>
            </p:txBody>
          </p:sp>
          <p:pic>
            <p:nvPicPr>
              <p:cNvPr id="28" name="Graphic 29">
                <a:extLst>
                  <a:ext uri="{FF2B5EF4-FFF2-40B4-BE49-F238E27FC236}">
                    <a16:creationId xmlns:a16="http://schemas.microsoft.com/office/drawing/2014/main" id="{5EF1BA43-5B28-C200-7374-162E8FFD0F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7268" y="5516296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FB91E47-238D-5B6A-3A67-F6225AC148FF}"/>
                </a:ext>
              </a:extLst>
            </p:cNvPr>
            <p:cNvSpPr/>
            <p:nvPr/>
          </p:nvSpPr>
          <p:spPr>
            <a:xfrm>
              <a:off x="5548662" y="1244390"/>
              <a:ext cx="1610161" cy="1653678"/>
            </a:xfrm>
            <a:prstGeom prst="rect">
              <a:avLst/>
            </a:prstGeom>
            <a:noFill/>
            <a:ln w="12700">
              <a:solidFill>
                <a:srgbClr val="3A47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3A47C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DynamoDB</a:t>
              </a:r>
            </a:p>
          </p:txBody>
        </p:sp>
        <p:pic>
          <p:nvPicPr>
            <p:cNvPr id="32" name="Graphic 23">
              <a:extLst>
                <a:ext uri="{FF2B5EF4-FFF2-40B4-BE49-F238E27FC236}">
                  <a16:creationId xmlns:a16="http://schemas.microsoft.com/office/drawing/2014/main" id="{48920F87-7A0C-A5D3-B5EB-04A074F1B0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8548" y="1246506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43BADE6-6CD8-E5E8-B983-EB4B3936C88E}"/>
                </a:ext>
              </a:extLst>
            </p:cNvPr>
            <p:cNvGrpSpPr/>
            <p:nvPr/>
          </p:nvGrpSpPr>
          <p:grpSpPr>
            <a:xfrm>
              <a:off x="5575785" y="1793364"/>
              <a:ext cx="840341" cy="838875"/>
              <a:chOff x="7592046" y="5516296"/>
              <a:chExt cx="840341" cy="838875"/>
            </a:xfrm>
          </p:grpSpPr>
          <p:sp>
            <p:nvSpPr>
              <p:cNvPr id="34" name="TextBox 19">
                <a:extLst>
                  <a:ext uri="{FF2B5EF4-FFF2-40B4-BE49-F238E27FC236}">
                    <a16:creationId xmlns:a16="http://schemas.microsoft.com/office/drawing/2014/main" id="{22FDC006-DC04-3731-02AD-25E804E156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92046" y="5924284"/>
                <a:ext cx="84034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1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Wallets</a:t>
                </a:r>
              </a:p>
              <a:p>
                <a:pPr algn="ctr" eaLnBrk="1" hangingPunct="1"/>
                <a:r>
                  <a:rPr lang="en-US" altLang="en-US" sz="1100" i="1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table</a:t>
                </a:r>
              </a:p>
            </p:txBody>
          </p:sp>
          <p:pic>
            <p:nvPicPr>
              <p:cNvPr id="35" name="Graphic 29">
                <a:extLst>
                  <a:ext uri="{FF2B5EF4-FFF2-40B4-BE49-F238E27FC236}">
                    <a16:creationId xmlns:a16="http://schemas.microsoft.com/office/drawing/2014/main" id="{99244DCE-F6DA-A361-1DDF-98324C29CC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7268" y="5516296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B57631-8C4E-7737-BF77-57AFD85A38FB}"/>
              </a:ext>
            </a:extLst>
          </p:cNvPr>
          <p:cNvGrpSpPr/>
          <p:nvPr/>
        </p:nvGrpSpPr>
        <p:grpSpPr>
          <a:xfrm>
            <a:off x="4250950" y="1772066"/>
            <a:ext cx="1131884" cy="898887"/>
            <a:chOff x="6283326" y="4218609"/>
            <a:chExt cx="1131884" cy="898887"/>
          </a:xfrm>
        </p:grpSpPr>
        <p:pic>
          <p:nvPicPr>
            <p:cNvPr id="37" name="Graphic 7">
              <a:extLst>
                <a:ext uri="{FF2B5EF4-FFF2-40B4-BE49-F238E27FC236}">
                  <a16:creationId xmlns:a16="http://schemas.microsoft.com/office/drawing/2014/main" id="{43BBCA83-A141-11BE-466C-B5B65AB98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79F5C94-F02E-3110-001E-187E7EF7D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  <p:cxnSp>
        <p:nvCxnSpPr>
          <p:cNvPr id="40" name="Straight Arrow Connector 79">
            <a:extLst>
              <a:ext uri="{FF2B5EF4-FFF2-40B4-BE49-F238E27FC236}">
                <a16:creationId xmlns:a16="http://schemas.microsoft.com/office/drawing/2014/main" id="{B0E0B23A-2947-57C2-A428-E0431819095A}"/>
              </a:ext>
            </a:extLst>
          </p:cNvPr>
          <p:cNvCxnSpPr>
            <a:cxnSpLocks/>
            <a:stCxn id="74" idx="2"/>
            <a:endCxn id="2" idx="0"/>
          </p:cNvCxnSpPr>
          <p:nvPr/>
        </p:nvCxnSpPr>
        <p:spPr>
          <a:xfrm flipH="1">
            <a:off x="2743159" y="2670263"/>
            <a:ext cx="2007" cy="33917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1">
            <a:extLst>
              <a:ext uri="{FF2B5EF4-FFF2-40B4-BE49-F238E27FC236}">
                <a16:creationId xmlns:a16="http://schemas.microsoft.com/office/drawing/2014/main" id="{FABD9F07-EE93-A732-37CD-8B85D93D1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585" y="2744442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{welcome}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27F448-3C90-E787-518B-82F5BFDACF82}"/>
              </a:ext>
            </a:extLst>
          </p:cNvPr>
          <p:cNvCxnSpPr>
            <a:cxnSpLocks/>
            <a:endCxn id="73" idx="3"/>
          </p:cNvCxnSpPr>
          <p:nvPr/>
        </p:nvCxnSpPr>
        <p:spPr>
          <a:xfrm rot="16200000" flipV="1">
            <a:off x="2864552" y="2101212"/>
            <a:ext cx="1002054" cy="810381"/>
          </a:xfrm>
          <a:prstGeom prst="bentConnector2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1">
            <a:extLst>
              <a:ext uri="{FF2B5EF4-FFF2-40B4-BE49-F238E27FC236}">
                <a16:creationId xmlns:a16="http://schemas.microsoft.com/office/drawing/2014/main" id="{D1AB6EBC-1910-FE01-914C-C01BF2C9E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6409" y="1760354"/>
            <a:ext cx="1069398" cy="261610"/>
          </a:xfrm>
          <a:prstGeom prst="rect">
            <a:avLst/>
          </a:prstGeom>
          <a:noFill/>
          <a:ln>
            <a:noFill/>
          </a:ln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i="1" dirty="0">
                <a:effectLst>
                  <a:glow rad="93240">
                    <a:schemeClr val="bg1">
                      <a:alpha val="93000"/>
                    </a:schemeClr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bindable()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1E71E0-BE82-212E-2C7C-0CB41F8433B8}"/>
              </a:ext>
            </a:extLst>
          </p:cNvPr>
          <p:cNvCxnSpPr>
            <a:cxnSpLocks/>
            <a:endCxn id="37" idx="3"/>
          </p:cNvCxnSpPr>
          <p:nvPr/>
        </p:nvCxnSpPr>
        <p:spPr>
          <a:xfrm flipH="1">
            <a:off x="5032114" y="2006066"/>
            <a:ext cx="924636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79">
            <a:extLst>
              <a:ext uri="{FF2B5EF4-FFF2-40B4-BE49-F238E27FC236}">
                <a16:creationId xmlns:a16="http://schemas.microsoft.com/office/drawing/2014/main" id="{680CFEB8-EC09-898F-4865-8388AED95CBC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4816892" y="2670953"/>
            <a:ext cx="0" cy="335099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DDDF839-DF00-29A6-25E9-5E834C15622C}"/>
              </a:ext>
            </a:extLst>
          </p:cNvPr>
          <p:cNvGrpSpPr/>
          <p:nvPr/>
        </p:nvGrpSpPr>
        <p:grpSpPr>
          <a:xfrm>
            <a:off x="2179224" y="1771376"/>
            <a:ext cx="1131884" cy="898887"/>
            <a:chOff x="6283326" y="4218609"/>
            <a:chExt cx="1131884" cy="898887"/>
          </a:xfrm>
        </p:grpSpPr>
        <p:pic>
          <p:nvPicPr>
            <p:cNvPr id="73" name="Graphic 7">
              <a:extLst>
                <a:ext uri="{FF2B5EF4-FFF2-40B4-BE49-F238E27FC236}">
                  <a16:creationId xmlns:a16="http://schemas.microsoft.com/office/drawing/2014/main" id="{BFE79D7B-2972-49EF-07AC-4CB961FCEC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490" y="421860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TextBox 11">
              <a:extLst>
                <a:ext uri="{FF2B5EF4-FFF2-40B4-BE49-F238E27FC236}">
                  <a16:creationId xmlns:a16="http://schemas.microsoft.com/office/drawing/2014/main" id="{F7BEC01C-90E3-3F3E-144B-E6C95015A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6" y="4686609"/>
              <a:ext cx="11318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handlers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8493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9334</TotalTime>
  <Words>1108</Words>
  <Application>Microsoft Macintosh PowerPoint</Application>
  <PresentationFormat>Widescreen</PresentationFormat>
  <Paragraphs>432</Paragraphs>
  <Slides>26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Jorge Fonseca</dc:creator>
  <cp:lastModifiedBy>Fonseca, Jorge</cp:lastModifiedBy>
  <cp:revision>25</cp:revision>
  <dcterms:created xsi:type="dcterms:W3CDTF">2023-02-12T23:06:58Z</dcterms:created>
  <dcterms:modified xsi:type="dcterms:W3CDTF">2023-07-02T11:00:44Z</dcterms:modified>
</cp:coreProperties>
</file>