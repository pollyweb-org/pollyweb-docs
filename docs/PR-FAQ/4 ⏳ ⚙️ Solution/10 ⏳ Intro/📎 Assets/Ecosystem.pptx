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3"/>
  </p:notesMasterIdLst>
  <p:handoutMasterIdLst>
    <p:handoutMasterId r:id="rId4"/>
  </p:handoutMasterIdLst>
  <p:sldIdLst>
    <p:sldId id="1777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B06030202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🧠🪢 Ecosystem" id="{02EFD3AB-7757-2543-BB6B-C68FCF6A501D}">
          <p14:sldIdLst>
            <p14:sldId id="17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4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4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62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8">
            <a:extLst>
              <a:ext uri="{FF2B5EF4-FFF2-40B4-BE49-F238E27FC236}">
                <a16:creationId xmlns:a16="http://schemas.microsoft.com/office/drawing/2014/main" id="{3FFE77B3-79BD-7ED1-2300-9AEDCFB66380}"/>
              </a:ext>
            </a:extLst>
          </p:cNvPr>
          <p:cNvSpPr/>
          <p:nvPr/>
        </p:nvSpPr>
        <p:spPr>
          <a:xfrm>
            <a:off x="3524044" y="753039"/>
            <a:ext cx="4814347" cy="4694016"/>
          </a:xfrm>
          <a:prstGeom prst="ellipse">
            <a:avLst/>
          </a:prstGeom>
          <a:solidFill>
            <a:schemeClr val="accent4">
              <a:lumMod val="40000"/>
              <a:lumOff val="60000"/>
              <a:alpha val="3765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043E32-3B13-401E-F95C-B99AD6F64776}"/>
              </a:ext>
            </a:extLst>
          </p:cNvPr>
          <p:cNvGrpSpPr/>
          <p:nvPr/>
        </p:nvGrpSpPr>
        <p:grpSpPr>
          <a:xfrm>
            <a:off x="1224260" y="3227095"/>
            <a:ext cx="2906142" cy="1686339"/>
            <a:chOff x="7507403" y="1006812"/>
            <a:chExt cx="1037064" cy="16863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C10E13-929F-E111-18D5-F98D4C910857}"/>
                </a:ext>
              </a:extLst>
            </p:cNvPr>
            <p:cNvSpPr/>
            <p:nvPr/>
          </p:nvSpPr>
          <p:spPr>
            <a:xfrm>
              <a:off x="7507403" y="1006812"/>
              <a:ext cx="1037064" cy="168633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452DA6-11C2-08EA-9462-A79E03B52D68}"/>
                </a:ext>
              </a:extLst>
            </p:cNvPr>
            <p:cNvSpPr/>
            <p:nvPr/>
          </p:nvSpPr>
          <p:spPr>
            <a:xfrm>
              <a:off x="7538137" y="1386857"/>
              <a:ext cx="9745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Vaults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E0C5BB-7110-E06E-7D70-736A04C09B7E}"/>
              </a:ext>
            </a:extLst>
          </p:cNvPr>
          <p:cNvGrpSpPr/>
          <p:nvPr/>
        </p:nvGrpSpPr>
        <p:grpSpPr>
          <a:xfrm>
            <a:off x="1224259" y="1145149"/>
            <a:ext cx="2906142" cy="1588600"/>
            <a:chOff x="5578542" y="1430735"/>
            <a:chExt cx="2906142" cy="15886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80C1AB-A765-46AB-4E2E-4849E47E0461}"/>
                </a:ext>
              </a:extLst>
            </p:cNvPr>
            <p:cNvSpPr/>
            <p:nvPr/>
          </p:nvSpPr>
          <p:spPr>
            <a:xfrm>
              <a:off x="5578542" y="1702519"/>
              <a:ext cx="2906142" cy="131681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12AC6-233D-DA82-D4A5-F08B6EEE19E6}"/>
                </a:ext>
              </a:extLst>
            </p:cNvPr>
            <p:cNvSpPr txBox="1"/>
            <p:nvPr/>
          </p:nvSpPr>
          <p:spPr>
            <a:xfrm>
              <a:off x="5578542" y="1430735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0E2FE13F-2774-8236-B348-565EF56E1D61}"/>
                </a:ext>
              </a:extLst>
            </p:cNvPr>
            <p:cNvSpPr txBox="1">
              <a:spLocks/>
            </p:cNvSpPr>
            <p:nvPr/>
          </p:nvSpPr>
          <p:spPr>
            <a:xfrm>
              <a:off x="5599063" y="2583814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18ECF72-A04E-AA38-A141-1477145AE924}"/>
                </a:ext>
              </a:extLst>
            </p:cNvPr>
            <p:cNvGrpSpPr/>
            <p:nvPr/>
          </p:nvGrpSpPr>
          <p:grpSpPr>
            <a:xfrm>
              <a:off x="6574083" y="1665260"/>
              <a:ext cx="1829270" cy="1259372"/>
              <a:chOff x="2660355" y="4688785"/>
              <a:chExt cx="1829270" cy="125937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97BF614-E98A-E2A9-E633-7F5C74793B77}"/>
                  </a:ext>
                </a:extLst>
              </p:cNvPr>
              <p:cNvGrpSpPr/>
              <p:nvPr/>
            </p:nvGrpSpPr>
            <p:grpSpPr>
              <a:xfrm>
                <a:off x="2687357" y="4820546"/>
                <a:ext cx="1802268" cy="1127611"/>
                <a:chOff x="7482152" y="3928532"/>
                <a:chExt cx="1802268" cy="112761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5757355-4EF9-C278-E36D-FCF08C149648}"/>
                    </a:ext>
                  </a:extLst>
                </p:cNvPr>
                <p:cNvSpPr/>
                <p:nvPr/>
              </p:nvSpPr>
              <p:spPr>
                <a:xfrm>
                  <a:off x="7485724" y="449396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6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Wallets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5FC3ECA-7859-83C1-D279-7041A9F1F681}"/>
                    </a:ext>
                  </a:extLst>
                </p:cNvPr>
                <p:cNvSpPr/>
                <p:nvPr/>
              </p:nvSpPr>
              <p:spPr>
                <a:xfrm>
                  <a:off x="8122107" y="3928533"/>
                  <a:ext cx="530040" cy="48205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📣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EDA5245-C716-9415-97DB-4900015DD3AB}"/>
                    </a:ext>
                  </a:extLst>
                </p:cNvPr>
                <p:cNvSpPr/>
                <p:nvPr/>
              </p:nvSpPr>
              <p:spPr>
                <a:xfrm>
                  <a:off x="8754380" y="3928532"/>
                  <a:ext cx="530040" cy="48205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3200" baseline="-10000" dirty="0"/>
                    <a:t>📱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A8F59C24-7C77-68FB-3F8F-A26DEA64C85F}"/>
                    </a:ext>
                  </a:extLst>
                </p:cNvPr>
                <p:cNvSpPr/>
                <p:nvPr/>
              </p:nvSpPr>
              <p:spPr>
                <a:xfrm>
                  <a:off x="7482152" y="3928533"/>
                  <a:ext cx="530040" cy="48205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 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0E699F-C573-E30C-76F5-D292E8B1B7CD}"/>
                  </a:ext>
                </a:extLst>
              </p:cNvPr>
              <p:cNvSpPr txBox="1"/>
              <p:nvPr/>
            </p:nvSpPr>
            <p:spPr>
              <a:xfrm>
                <a:off x="2660355" y="4688785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F5C3498-9E3A-CD0D-45C4-92C08578CE4A}"/>
              </a:ext>
            </a:extLst>
          </p:cNvPr>
          <p:cNvSpPr/>
          <p:nvPr/>
        </p:nvSpPr>
        <p:spPr>
          <a:xfrm>
            <a:off x="1310385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0871DF-D39D-408A-E0E1-E7666C101B14}"/>
              </a:ext>
            </a:extLst>
          </p:cNvPr>
          <p:cNvSpPr/>
          <p:nvPr/>
        </p:nvSpPr>
        <p:spPr>
          <a:xfrm>
            <a:off x="1920254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🧢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5C5098-6008-1BEF-F9EF-059EE5089C0F}"/>
              </a:ext>
            </a:extLst>
          </p:cNvPr>
          <p:cNvSpPr/>
          <p:nvPr/>
        </p:nvSpPr>
        <p:spPr>
          <a:xfrm>
            <a:off x="2536736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🔎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401C74-F95C-B5AE-1899-BD66E1C93459}"/>
              </a:ext>
            </a:extLst>
          </p:cNvPr>
          <p:cNvSpPr/>
          <p:nvPr/>
        </p:nvSpPr>
        <p:spPr>
          <a:xfrm>
            <a:off x="3139885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🆔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CA01DE-A9E3-C2F0-EA5E-322C8210BC15}"/>
              </a:ext>
            </a:extLst>
          </p:cNvPr>
          <p:cNvSpPr/>
          <p:nvPr/>
        </p:nvSpPr>
        <p:spPr>
          <a:xfrm>
            <a:off x="3746533" y="4260287"/>
            <a:ext cx="29484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144000" tIns="144000" rIns="144000" bIns="144000" anchor="ctr"/>
          <a:lstStyle/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735A94-7590-85B6-B36D-7C203D9A3903}"/>
              </a:ext>
            </a:extLst>
          </p:cNvPr>
          <p:cNvGrpSpPr/>
          <p:nvPr/>
        </p:nvGrpSpPr>
        <p:grpSpPr>
          <a:xfrm>
            <a:off x="7879682" y="3227095"/>
            <a:ext cx="3146847" cy="1686339"/>
            <a:chOff x="7507404" y="1006812"/>
            <a:chExt cx="1122960" cy="16863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9C942E-3A8D-09FC-D925-41B08EEC74D0}"/>
                </a:ext>
              </a:extLst>
            </p:cNvPr>
            <p:cNvSpPr/>
            <p:nvPr/>
          </p:nvSpPr>
          <p:spPr>
            <a:xfrm>
              <a:off x="7507404" y="1006812"/>
              <a:ext cx="1122960" cy="168633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4FA0710-64C2-0FBD-7822-4108AC93201D}"/>
                </a:ext>
              </a:extLst>
            </p:cNvPr>
            <p:cNvSpPr/>
            <p:nvPr/>
          </p:nvSpPr>
          <p:spPr>
            <a:xfrm>
              <a:off x="7538137" y="1386857"/>
              <a:ext cx="105664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Helpers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227BCE1-E28F-1FEA-DB7C-F6455F4DC281}"/>
              </a:ext>
            </a:extLst>
          </p:cNvPr>
          <p:cNvSpPr/>
          <p:nvPr/>
        </p:nvSpPr>
        <p:spPr>
          <a:xfrm>
            <a:off x="7965801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34B99D-C6D1-D095-9AA2-7AC3DBDF45E2}"/>
              </a:ext>
            </a:extLst>
          </p:cNvPr>
          <p:cNvSpPr/>
          <p:nvPr/>
        </p:nvSpPr>
        <p:spPr>
          <a:xfrm>
            <a:off x="8575670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F13A8E-F565-94F9-3AC1-B6A7A1E9BA65}"/>
              </a:ext>
            </a:extLst>
          </p:cNvPr>
          <p:cNvSpPr/>
          <p:nvPr/>
        </p:nvSpPr>
        <p:spPr>
          <a:xfrm>
            <a:off x="9192152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C5BCE6-84DF-0674-7A3B-4CA6C760D6A8}"/>
              </a:ext>
            </a:extLst>
          </p:cNvPr>
          <p:cNvSpPr/>
          <p:nvPr/>
        </p:nvSpPr>
        <p:spPr>
          <a:xfrm>
            <a:off x="9795301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5A9038-5C79-73BA-AAC5-ABBE3C4CEE6F}"/>
              </a:ext>
            </a:extLst>
          </p:cNvPr>
          <p:cNvSpPr/>
          <p:nvPr/>
        </p:nvSpPr>
        <p:spPr>
          <a:xfrm>
            <a:off x="10401949" y="4260287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🪄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3457AB-61F7-B486-ACDA-6216A964B6C3}"/>
              </a:ext>
            </a:extLst>
          </p:cNvPr>
          <p:cNvGrpSpPr/>
          <p:nvPr/>
        </p:nvGrpSpPr>
        <p:grpSpPr>
          <a:xfrm>
            <a:off x="7872549" y="1145149"/>
            <a:ext cx="3146848" cy="1860965"/>
            <a:chOff x="5337836" y="1430735"/>
            <a:chExt cx="3146848" cy="186096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5EEE97-A334-2718-02D7-03C658C0C990}"/>
                </a:ext>
              </a:extLst>
            </p:cNvPr>
            <p:cNvSpPr/>
            <p:nvPr/>
          </p:nvSpPr>
          <p:spPr>
            <a:xfrm>
              <a:off x="5337836" y="1702519"/>
              <a:ext cx="3146848" cy="131681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268BBA1-5703-7E05-82E7-2701A38553DF}"/>
                </a:ext>
              </a:extLst>
            </p:cNvPr>
            <p:cNvSpPr txBox="1"/>
            <p:nvPr/>
          </p:nvSpPr>
          <p:spPr>
            <a:xfrm>
              <a:off x="5474038" y="1430735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GB" sz="8800" dirty="0"/>
            </a:p>
          </p:txBody>
        </p:sp>
        <p:sp>
          <p:nvSpPr>
            <p:cNvPr id="41" name="Content Placeholder 2">
              <a:extLst>
                <a:ext uri="{FF2B5EF4-FFF2-40B4-BE49-F238E27FC236}">
                  <a16:creationId xmlns:a16="http://schemas.microsoft.com/office/drawing/2014/main" id="{A9002468-0367-B904-0BA5-61695C3CD228}"/>
                </a:ext>
              </a:extLst>
            </p:cNvPr>
            <p:cNvSpPr txBox="1">
              <a:spLocks/>
            </p:cNvSpPr>
            <p:nvPr/>
          </p:nvSpPr>
          <p:spPr>
            <a:xfrm>
              <a:off x="5393548" y="2583814"/>
              <a:ext cx="116402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domains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81F2712-5D83-B461-B0B0-DFFB8A5B8D81}"/>
                </a:ext>
              </a:extLst>
            </p:cNvPr>
            <p:cNvGrpSpPr/>
            <p:nvPr/>
          </p:nvGrpSpPr>
          <p:grpSpPr>
            <a:xfrm>
              <a:off x="6601085" y="1796299"/>
              <a:ext cx="1802268" cy="1127211"/>
              <a:chOff x="7482152" y="3927810"/>
              <a:chExt cx="1802268" cy="112721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596AE36-2ACA-AC4C-030A-6B441A8E8580}"/>
                  </a:ext>
                </a:extLst>
              </p:cNvPr>
              <p:cNvSpPr/>
              <p:nvPr/>
            </p:nvSpPr>
            <p:spPr>
              <a:xfrm>
                <a:off x="7482152" y="392781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🎭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Roles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227F84C-E5FD-DB07-A6D4-E235DDF3BF06}"/>
                  </a:ext>
                </a:extLst>
              </p:cNvPr>
              <p:cNvSpPr/>
              <p:nvPr/>
            </p:nvSpPr>
            <p:spPr>
              <a:xfrm>
                <a:off x="8122107" y="457296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🗄️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B6EA95E-2257-BE19-D876-A4325C482BDC}"/>
                  </a:ext>
                </a:extLst>
              </p:cNvPr>
              <p:cNvSpPr/>
              <p:nvPr/>
            </p:nvSpPr>
            <p:spPr>
              <a:xfrm>
                <a:off x="8754380" y="4572968"/>
                <a:ext cx="530040" cy="48205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💵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B5A08A0-60BE-8869-0CB5-798BA4FC7D80}"/>
                  </a:ext>
                </a:extLst>
              </p:cNvPr>
              <p:cNvSpPr/>
              <p:nvPr/>
            </p:nvSpPr>
            <p:spPr>
              <a:xfrm>
                <a:off x="7482152" y="457296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🤗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18F3297F-C2E4-4268-5538-EF41C6FA1090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2677330" y="2733749"/>
            <a:ext cx="1" cy="4933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E98435FB-5DC1-06D8-36FC-176017ED9E26}"/>
              </a:ext>
            </a:extLst>
          </p:cNvPr>
          <p:cNvCxnSpPr>
            <a:cxnSpLocks/>
            <a:stCxn id="39" idx="2"/>
            <a:endCxn id="31" idx="0"/>
          </p:cNvCxnSpPr>
          <p:nvPr/>
        </p:nvCxnSpPr>
        <p:spPr>
          <a:xfrm>
            <a:off x="9445973" y="2733749"/>
            <a:ext cx="7133" cy="4933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2AA8A9-1655-422A-4FD7-250B64A5B020}"/>
              </a:ext>
            </a:extLst>
          </p:cNvPr>
          <p:cNvGrpSpPr/>
          <p:nvPr/>
        </p:nvGrpSpPr>
        <p:grpSpPr>
          <a:xfrm>
            <a:off x="4870633" y="363073"/>
            <a:ext cx="2232211" cy="1973093"/>
            <a:chOff x="4715786" y="4223260"/>
            <a:chExt cx="2232211" cy="1973093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F778EA8-E1B4-92D4-79EE-071F0CE2CB0D}"/>
                </a:ext>
              </a:extLst>
            </p:cNvPr>
            <p:cNvGrpSpPr/>
            <p:nvPr/>
          </p:nvGrpSpPr>
          <p:grpSpPr>
            <a:xfrm>
              <a:off x="4715786" y="4223260"/>
              <a:ext cx="2232211" cy="1973093"/>
              <a:chOff x="4715786" y="4223260"/>
              <a:chExt cx="2232211" cy="197309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C633AEB-BB87-79F9-C538-0BFCFA2C220B}"/>
                  </a:ext>
                </a:extLst>
              </p:cNvPr>
              <p:cNvSpPr/>
              <p:nvPr/>
            </p:nvSpPr>
            <p:spPr>
              <a:xfrm>
                <a:off x="4715786" y="4223260"/>
                <a:ext cx="2232211" cy="1973093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🪢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integration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8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A6A9531-4144-9781-D5AC-3B1914EBB80B}"/>
                  </a:ext>
                </a:extLst>
              </p:cNvPr>
              <p:cNvSpPr/>
              <p:nvPr/>
            </p:nvSpPr>
            <p:spPr>
              <a:xfrm>
                <a:off x="4797248" y="4613226"/>
                <a:ext cx="2070550" cy="149876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9D6BE16-88B0-9138-3FE1-D68A78BDF411}"/>
                </a:ext>
              </a:extLst>
            </p:cNvPr>
            <p:cNvSpPr txBox="1"/>
            <p:nvPr/>
          </p:nvSpPr>
          <p:spPr>
            <a:xfrm>
              <a:off x="4880930" y="4706479"/>
              <a:ext cx="1657789" cy="1405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🧩</a:t>
              </a:r>
              <a:r>
                <a:rPr lang="en-US" dirty="0"/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Codes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Locators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Things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Tokens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B67DDE2-5389-3C27-B33E-F99ED9073529}"/>
              </a:ext>
            </a:extLst>
          </p:cNvPr>
          <p:cNvGrpSpPr/>
          <p:nvPr/>
        </p:nvGrpSpPr>
        <p:grpSpPr>
          <a:xfrm>
            <a:off x="4867835" y="3969717"/>
            <a:ext cx="2232212" cy="1691497"/>
            <a:chOff x="4652370" y="4051897"/>
            <a:chExt cx="2232212" cy="169149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12FAE6B-CE24-3F32-205F-232F2A626304}"/>
                </a:ext>
              </a:extLst>
            </p:cNvPr>
            <p:cNvGrpSpPr/>
            <p:nvPr/>
          </p:nvGrpSpPr>
          <p:grpSpPr>
            <a:xfrm>
              <a:off x="4652370" y="4051897"/>
              <a:ext cx="2232212" cy="1691497"/>
              <a:chOff x="4652370" y="4051897"/>
              <a:chExt cx="2232212" cy="1691497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34CFA44-2E3D-B7F3-F133-779E8B6B0C0B}"/>
                  </a:ext>
                </a:extLst>
              </p:cNvPr>
              <p:cNvSpPr/>
              <p:nvPr/>
            </p:nvSpPr>
            <p:spPr>
              <a:xfrm>
                <a:off x="4652370" y="4051897"/>
                <a:ext cx="2232212" cy="1691497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🔒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security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8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AC1235B-7805-FC6E-786F-76ADE46A068D}"/>
                  </a:ext>
                </a:extLst>
              </p:cNvPr>
              <p:cNvSpPr/>
              <p:nvPr/>
            </p:nvSpPr>
            <p:spPr>
              <a:xfrm>
                <a:off x="4730502" y="4462632"/>
                <a:ext cx="2070550" cy="12059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191FCB3-0B90-3130-9EBA-35D6E587535E}"/>
                </a:ext>
              </a:extLst>
            </p:cNvPr>
            <p:cNvSpPr txBox="1"/>
            <p:nvPr/>
          </p:nvSpPr>
          <p:spPr>
            <a:xfrm>
              <a:off x="4776615" y="4526981"/>
              <a:ext cx="184267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👍</a:t>
              </a:r>
              <a:r>
                <a:rPr lang="en-US" dirty="0"/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Trusts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🔥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Firewalls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Identity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7A16C42-C894-3D42-3307-7FCDD65B3909}"/>
              </a:ext>
            </a:extLst>
          </p:cNvPr>
          <p:cNvGrpSpPr/>
          <p:nvPr/>
        </p:nvGrpSpPr>
        <p:grpSpPr>
          <a:xfrm>
            <a:off x="4875731" y="2491651"/>
            <a:ext cx="2223279" cy="1325984"/>
            <a:chOff x="4687643" y="4051898"/>
            <a:chExt cx="2223279" cy="1325984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4D24081-3EB5-CD06-CDD4-13F6F6157BF4}"/>
                </a:ext>
              </a:extLst>
            </p:cNvPr>
            <p:cNvGrpSpPr/>
            <p:nvPr/>
          </p:nvGrpSpPr>
          <p:grpSpPr>
            <a:xfrm>
              <a:off x="4687643" y="4051898"/>
              <a:ext cx="2223279" cy="1325984"/>
              <a:chOff x="4687643" y="4051898"/>
              <a:chExt cx="2223279" cy="1325984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3D522EA-57A3-6338-DF49-09ECCE66FE09}"/>
                  </a:ext>
                </a:extLst>
              </p:cNvPr>
              <p:cNvSpPr/>
              <p:nvPr/>
            </p:nvSpPr>
            <p:spPr>
              <a:xfrm>
                <a:off x="4687643" y="4051898"/>
                <a:ext cx="2223279" cy="132598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🧭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performance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8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011E6A7-480A-915C-8A64-818478F397DD}"/>
                  </a:ext>
                </a:extLst>
              </p:cNvPr>
              <p:cNvSpPr/>
              <p:nvPr/>
            </p:nvSpPr>
            <p:spPr>
              <a:xfrm>
                <a:off x="4757396" y="4462632"/>
                <a:ext cx="2070550" cy="84457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F2DD296-342C-9C9F-49F6-BBE9D53B9225}"/>
                </a:ext>
              </a:extLst>
            </p:cNvPr>
            <p:cNvSpPr txBox="1"/>
            <p:nvPr/>
          </p:nvSpPr>
          <p:spPr>
            <a:xfrm>
              <a:off x="4739020" y="4501411"/>
              <a:ext cx="1657789" cy="7489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US" dirty="0"/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Graphs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40951E-4B4C-9466-2538-E20D5545FAC9}"/>
              </a:ext>
            </a:extLst>
          </p:cNvPr>
          <p:cNvSpPr txBox="1"/>
          <p:nvPr/>
        </p:nvSpPr>
        <p:spPr>
          <a:xfrm>
            <a:off x="206409" y="6409189"/>
            <a:ext cx="12888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ECOSYSTEM</a:t>
            </a:r>
          </a:p>
        </p:txBody>
      </p:sp>
    </p:spTree>
    <p:extLst>
      <p:ext uri="{BB962C8B-B14F-4D97-AF65-F5344CB8AC3E}">
        <p14:creationId xmlns:p14="http://schemas.microsoft.com/office/powerpoint/2010/main" val="241746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52183</TotalTime>
  <Words>71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Amazon Ember</vt:lpstr>
      <vt:lpstr>Amazon Ember Display</vt:lpstr>
      <vt:lpstr>Wingdings</vt:lpstr>
      <vt:lpstr>1_AWS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172</cp:revision>
  <dcterms:created xsi:type="dcterms:W3CDTF">2022-10-07T16:14:37Z</dcterms:created>
  <dcterms:modified xsi:type="dcterms:W3CDTF">2025-04-22T20:18:04Z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2025-04-22T20:18:04Z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3eb11cd3-fe90-432c-9756-7572e6b2891c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