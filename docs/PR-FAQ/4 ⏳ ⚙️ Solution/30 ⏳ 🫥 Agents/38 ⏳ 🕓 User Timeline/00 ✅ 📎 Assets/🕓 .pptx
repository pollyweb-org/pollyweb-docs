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32" r:id="rId2"/>
    <p:sldId id="1811" r:id="rId3"/>
    <p:sldId id="1812" r:id="rId4"/>
    <p:sldId id="1813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B06030202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🕓 User Timeline" id="{E9A89717-313B-1745-A36F-8A617C573D2B}">
          <p14:sldIdLst>
            <p14:sldId id="1832"/>
            <p14:sldId id="1811"/>
            <p14:sldId id="1812"/>
            <p14:sldId id="18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21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1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65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9579-04D7-A262-9C08-6737D59B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BDAEB2-881A-F535-A4ED-8B2A84100F60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🕓 User Timeline</a:t>
            </a:r>
          </a:p>
        </p:txBody>
      </p:sp>
    </p:spTree>
    <p:extLst>
      <p:ext uri="{BB962C8B-B14F-4D97-AF65-F5344CB8AC3E}">
        <p14:creationId xmlns:p14="http://schemas.microsoft.com/office/powerpoint/2010/main" val="184389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2719C7-4097-750B-7E50-1971434791CD}"/>
              </a:ext>
            </a:extLst>
          </p:cNvPr>
          <p:cNvGrpSpPr/>
          <p:nvPr/>
        </p:nvGrpSpPr>
        <p:grpSpPr>
          <a:xfrm>
            <a:off x="2423920" y="301322"/>
            <a:ext cx="1791463" cy="1038741"/>
            <a:chOff x="7507403" y="1006813"/>
            <a:chExt cx="581171" cy="103874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C93BCE1-F201-7C4D-DD12-6AA17A9DDA24}"/>
                </a:ext>
              </a:extLst>
            </p:cNvPr>
            <p:cNvSpPr/>
            <p:nvPr/>
          </p:nvSpPr>
          <p:spPr>
            <a:xfrm>
              <a:off x="7538137" y="1386857"/>
              <a:ext cx="52184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15B33FF-6B50-73A1-778A-2F73FE74B860}"/>
                </a:ext>
              </a:extLst>
            </p:cNvPr>
            <p:cNvSpPr/>
            <p:nvPr/>
          </p:nvSpPr>
          <p:spPr>
            <a:xfrm>
              <a:off x="7507403" y="1006813"/>
              <a:ext cx="581171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A3B2A3C-904B-1205-72A0-47BFAFC358C4}"/>
              </a:ext>
            </a:extLst>
          </p:cNvPr>
          <p:cNvGrpSpPr/>
          <p:nvPr/>
        </p:nvGrpSpPr>
        <p:grpSpPr>
          <a:xfrm>
            <a:off x="5664324" y="1756986"/>
            <a:ext cx="2131291" cy="1038741"/>
            <a:chOff x="7507403" y="1006813"/>
            <a:chExt cx="69141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D9A6E6-7F81-03EA-79A4-3F629C2C013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🕓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Timeline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7069A3-C927-05B8-E4B7-C0BF0BBA623A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80E150-48BD-51BA-2EE2-6C891B065980}"/>
              </a:ext>
            </a:extLst>
          </p:cNvPr>
          <p:cNvGrpSpPr/>
          <p:nvPr/>
        </p:nvGrpSpPr>
        <p:grpSpPr>
          <a:xfrm>
            <a:off x="2423922" y="3268513"/>
            <a:ext cx="2131291" cy="1038741"/>
            <a:chOff x="1498149" y="3156019"/>
            <a:chExt cx="2131291" cy="103874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4E1DF4-A353-C7C9-58A4-25E6ABF4DE64}"/>
                </a:ext>
              </a:extLst>
            </p:cNvPr>
            <p:cNvSpPr/>
            <p:nvPr/>
          </p:nvSpPr>
          <p:spPr>
            <a:xfrm>
              <a:off x="1592747" y="3542769"/>
              <a:ext cx="59096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446D6C-842B-9C46-E2E1-35338B3314A0}"/>
                </a:ext>
              </a:extLst>
            </p:cNvPr>
            <p:cNvSpPr/>
            <p:nvPr/>
          </p:nvSpPr>
          <p:spPr>
            <a:xfrm>
              <a:off x="2947768" y="3542769"/>
              <a:ext cx="59096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E97E21-7735-6AF7-B99E-3D99B6D09167}"/>
                </a:ext>
              </a:extLst>
            </p:cNvPr>
            <p:cNvSpPr/>
            <p:nvPr/>
          </p:nvSpPr>
          <p:spPr>
            <a:xfrm>
              <a:off x="2270257" y="3542769"/>
              <a:ext cx="59096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03E8D5-E762-8491-DCD2-A698A79D58D8}"/>
                </a:ext>
              </a:extLst>
            </p:cNvPr>
            <p:cNvSpPr/>
            <p:nvPr/>
          </p:nvSpPr>
          <p:spPr>
            <a:xfrm>
              <a:off x="1498149" y="3156019"/>
              <a:ext cx="2131291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domains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99D229-B4AA-3131-3FB7-6398DCD20E8A}"/>
              </a:ext>
            </a:extLst>
          </p:cNvPr>
          <p:cNvCxnSpPr>
            <a:cxnSpLocks/>
            <a:stCxn id="12" idx="3"/>
            <a:endCxn id="30" idx="2"/>
          </p:cNvCxnSpPr>
          <p:nvPr/>
        </p:nvCxnSpPr>
        <p:spPr>
          <a:xfrm flipV="1">
            <a:off x="4555213" y="2795726"/>
            <a:ext cx="1662570" cy="99215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6762BE-FAB2-634D-5695-D2D0CD96EB00}"/>
              </a:ext>
            </a:extLst>
          </p:cNvPr>
          <p:cNvCxnSpPr>
            <a:cxnSpLocks/>
            <a:stCxn id="4" idx="3"/>
            <a:endCxn id="30" idx="0"/>
          </p:cNvCxnSpPr>
          <p:nvPr/>
        </p:nvCxnSpPr>
        <p:spPr>
          <a:xfrm>
            <a:off x="4215383" y="820693"/>
            <a:ext cx="2002400" cy="93629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287C64-5632-049E-4A17-DB2CC2D83B8A}"/>
              </a:ext>
            </a:extLst>
          </p:cNvPr>
          <p:cNvGrpSpPr/>
          <p:nvPr/>
        </p:nvGrpSpPr>
        <p:grpSpPr>
          <a:xfrm>
            <a:off x="9648410" y="301322"/>
            <a:ext cx="2131291" cy="1038741"/>
            <a:chOff x="7507403" y="1006813"/>
            <a:chExt cx="691415" cy="10387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84EDB13-544A-27FC-BEA3-0C559EF0BB2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🏛️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Authority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543101D-1A5C-4057-30FA-AB9CC522B7E1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3A91C31-FF81-BA21-3E0F-87F6DB60CF0C}"/>
              </a:ext>
            </a:extLst>
          </p:cNvPr>
          <p:cNvSpPr txBox="1"/>
          <p:nvPr/>
        </p:nvSpPr>
        <p:spPr>
          <a:xfrm>
            <a:off x="7285681" y="390614"/>
            <a:ext cx="1166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</a:t>
            </a:r>
            <a:r>
              <a:rPr lang="en-US" sz="1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FF71F0-E8AF-74F9-5C45-58F0EC7C2998}"/>
              </a:ext>
            </a:extLst>
          </p:cNvPr>
          <p:cNvSpPr txBox="1"/>
          <p:nvPr/>
        </p:nvSpPr>
        <p:spPr>
          <a:xfrm>
            <a:off x="6035040" y="1756985"/>
            <a:ext cx="365485" cy="103874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94BAF7-2740-DA74-ECC9-231BDA6C0276}"/>
              </a:ext>
            </a:extLst>
          </p:cNvPr>
          <p:cNvSpPr txBox="1"/>
          <p:nvPr/>
        </p:nvSpPr>
        <p:spPr>
          <a:xfrm>
            <a:off x="7183563" y="1756984"/>
            <a:ext cx="365485" cy="103874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36" name="Straight Arrow Connector 16">
            <a:extLst>
              <a:ext uri="{FF2B5EF4-FFF2-40B4-BE49-F238E27FC236}">
                <a16:creationId xmlns:a16="http://schemas.microsoft.com/office/drawing/2014/main" id="{AE5EF611-B4CA-410C-EDDB-EBC908A661A2}"/>
              </a:ext>
            </a:extLst>
          </p:cNvPr>
          <p:cNvCxnSpPr>
            <a:cxnSpLocks/>
            <a:stCxn id="27" idx="1"/>
            <a:endCxn id="35" idx="0"/>
          </p:cNvCxnSpPr>
          <p:nvPr/>
        </p:nvCxnSpPr>
        <p:spPr>
          <a:xfrm rot="10800000" flipV="1">
            <a:off x="7366306" y="820692"/>
            <a:ext cx="2282104" cy="936291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16">
            <a:extLst>
              <a:ext uri="{FF2B5EF4-FFF2-40B4-BE49-F238E27FC236}">
                <a16:creationId xmlns:a16="http://schemas.microsoft.com/office/drawing/2014/main" id="{B159DA58-8AA0-82E6-D7EC-649121F9CE2C}"/>
              </a:ext>
            </a:extLst>
          </p:cNvPr>
          <p:cNvCxnSpPr>
            <a:cxnSpLocks/>
            <a:stCxn id="59" idx="0"/>
            <a:endCxn id="4" idx="1"/>
          </p:cNvCxnSpPr>
          <p:nvPr/>
        </p:nvCxnSpPr>
        <p:spPr>
          <a:xfrm rot="5400000" flipH="1" flipV="1">
            <a:off x="1254008" y="479655"/>
            <a:ext cx="828874" cy="151095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7C787EC8-66E2-0710-078E-ACF0093CDD29}"/>
              </a:ext>
            </a:extLst>
          </p:cNvPr>
          <p:cNvCxnSpPr>
            <a:cxnSpLocks/>
            <a:stCxn id="58" idx="2"/>
            <a:endCxn id="12" idx="1"/>
          </p:cNvCxnSpPr>
          <p:nvPr/>
        </p:nvCxnSpPr>
        <p:spPr>
          <a:xfrm rot="16200000" flipH="1">
            <a:off x="1233037" y="2596999"/>
            <a:ext cx="870818" cy="151095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CB6E635-4FE9-8964-6A85-95B3AC0027F0}"/>
              </a:ext>
            </a:extLst>
          </p:cNvPr>
          <p:cNvGrpSpPr/>
          <p:nvPr/>
        </p:nvGrpSpPr>
        <p:grpSpPr>
          <a:xfrm>
            <a:off x="369762" y="1592391"/>
            <a:ext cx="1086416" cy="1446550"/>
            <a:chOff x="5988842" y="1344275"/>
            <a:chExt cx="1086416" cy="144655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CF6B884-7F8B-01A0-C504-F65B6E201E83}"/>
                </a:ext>
              </a:extLst>
            </p:cNvPr>
            <p:cNvSpPr/>
            <p:nvPr/>
          </p:nvSpPr>
          <p:spPr>
            <a:xfrm>
              <a:off x="5988842" y="1378360"/>
              <a:ext cx="1086416" cy="129058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25A901F-6099-6146-919D-1AD7B107704E}"/>
                </a:ext>
              </a:extLst>
            </p:cNvPr>
            <p:cNvGrpSpPr/>
            <p:nvPr/>
          </p:nvGrpSpPr>
          <p:grpSpPr>
            <a:xfrm>
              <a:off x="6029467" y="1344275"/>
              <a:ext cx="1005166" cy="1446550"/>
              <a:chOff x="3200080" y="385707"/>
              <a:chExt cx="1005166" cy="1446550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29C9B1-2726-9B80-F7ED-04FE933B8004}"/>
                  </a:ext>
                </a:extLst>
              </p:cNvPr>
              <p:cNvSpPr txBox="1"/>
              <p:nvPr/>
            </p:nvSpPr>
            <p:spPr>
              <a:xfrm>
                <a:off x="3200080" y="385707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C2B21E-753D-1B8F-2C60-F782C9C3C1D6}"/>
                  </a:ext>
                </a:extLst>
              </p:cNvPr>
              <p:cNvSpPr txBox="1"/>
              <p:nvPr/>
            </p:nvSpPr>
            <p:spPr>
              <a:xfrm flipH="1">
                <a:off x="3566678" y="419791"/>
                <a:ext cx="271970" cy="129059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6B6ACCC-5C62-5AC0-663A-37E965FDA747}"/>
                  </a:ext>
                </a:extLst>
              </p:cNvPr>
              <p:cNvSpPr txBox="1"/>
              <p:nvPr/>
            </p:nvSpPr>
            <p:spPr>
              <a:xfrm flipH="1">
                <a:off x="3566678" y="44288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60" name="Content Placeholder 2">
                <a:extLst>
                  <a:ext uri="{FF2B5EF4-FFF2-40B4-BE49-F238E27FC236}">
                    <a16:creationId xmlns:a16="http://schemas.microsoft.com/office/drawing/2014/main" id="{05AD7417-4AC4-0901-B755-47E4B0CF3A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</a:t>
                </a:r>
              </a:p>
            </p:txBody>
          </p:sp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A945900-EBF0-485F-290A-AF24D019C201}"/>
              </a:ext>
            </a:extLst>
          </p:cNvPr>
          <p:cNvSpPr txBox="1"/>
          <p:nvPr/>
        </p:nvSpPr>
        <p:spPr>
          <a:xfrm>
            <a:off x="783982" y="390837"/>
            <a:ext cx="673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📄</a:t>
            </a:r>
            <a:endParaRPr lang="en-US" sz="2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A697E3-6A78-5CE0-225F-ECBF2FE9EC63}"/>
              </a:ext>
            </a:extLst>
          </p:cNvPr>
          <p:cNvSpPr txBox="1"/>
          <p:nvPr/>
        </p:nvSpPr>
        <p:spPr>
          <a:xfrm>
            <a:off x="4225664" y="400047"/>
            <a:ext cx="26616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clean summaries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5A1BEA-21C7-7BAC-6202-2D8EEE65D9FC}"/>
              </a:ext>
            </a:extLst>
          </p:cNvPr>
          <p:cNvSpPr txBox="1"/>
          <p:nvPr/>
        </p:nvSpPr>
        <p:spPr>
          <a:xfrm>
            <a:off x="1176605" y="387755"/>
            <a:ext cx="1439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ADE295-F4A1-27E0-C517-8A9CD76D8557}"/>
              </a:ext>
            </a:extLst>
          </p:cNvPr>
          <p:cNvSpPr txBox="1"/>
          <p:nvPr/>
        </p:nvSpPr>
        <p:spPr>
          <a:xfrm>
            <a:off x="4583538" y="3804236"/>
            <a:ext cx="2502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0D3125D-C388-3FB7-DC48-94143A205C53}"/>
              </a:ext>
            </a:extLst>
          </p:cNvPr>
          <p:cNvGrpSpPr/>
          <p:nvPr/>
        </p:nvGrpSpPr>
        <p:grpSpPr>
          <a:xfrm>
            <a:off x="9646885" y="1756984"/>
            <a:ext cx="2131291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FBB4C9A-C40E-F8EE-4696-4DE0B372D06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Consumer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016E5E3-2718-CFEB-AC41-DCC14DD01620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88" name="Straight Arrow Connector 16">
            <a:extLst>
              <a:ext uri="{FF2B5EF4-FFF2-40B4-BE49-F238E27FC236}">
                <a16:creationId xmlns:a16="http://schemas.microsoft.com/office/drawing/2014/main" id="{E0C0E287-BACB-4859-8A8D-A5807A86BF45}"/>
              </a:ext>
            </a:extLst>
          </p:cNvPr>
          <p:cNvCxnSpPr>
            <a:cxnSpLocks/>
            <a:stCxn id="8" idx="3"/>
            <a:endCxn id="87" idx="1"/>
          </p:cNvCxnSpPr>
          <p:nvPr/>
        </p:nvCxnSpPr>
        <p:spPr>
          <a:xfrm flipV="1">
            <a:off x="7795615" y="2276355"/>
            <a:ext cx="1851270" cy="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4CD59EA-21AB-F6EB-3A3C-9D021450BA53}"/>
              </a:ext>
            </a:extLst>
          </p:cNvPr>
          <p:cNvSpPr txBox="1"/>
          <p:nvPr/>
        </p:nvSpPr>
        <p:spPr>
          <a:xfrm>
            <a:off x="7715334" y="2246690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7B23DDB-1457-1EEF-DEBE-330BE2192BF8}"/>
              </a:ext>
            </a:extLst>
          </p:cNvPr>
          <p:cNvGrpSpPr/>
          <p:nvPr/>
        </p:nvGrpSpPr>
        <p:grpSpPr>
          <a:xfrm>
            <a:off x="9645360" y="3265300"/>
            <a:ext cx="2131291" cy="1038741"/>
            <a:chOff x="7507403" y="1006813"/>
            <a:chExt cx="691415" cy="103874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D3D031D-283B-A758-1CBD-91326CB3529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Consumer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C9B16DF-32B0-0D6E-8E53-A8C6DA88A382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12A79273-378A-74D5-4ADA-0BDB487BA55A}"/>
              </a:ext>
            </a:extLst>
          </p:cNvPr>
          <p:cNvCxnSpPr>
            <a:cxnSpLocks/>
            <a:stCxn id="94" idx="1"/>
            <a:endCxn id="35" idx="2"/>
          </p:cNvCxnSpPr>
          <p:nvPr/>
        </p:nvCxnSpPr>
        <p:spPr>
          <a:xfrm rot="10800000">
            <a:off x="7366306" y="2795725"/>
            <a:ext cx="2279054" cy="98894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1DAF38E-5EC2-D770-AD56-B6B2E8693FBB}"/>
              </a:ext>
            </a:extLst>
          </p:cNvPr>
          <p:cNvSpPr txBox="1"/>
          <p:nvPr/>
        </p:nvSpPr>
        <p:spPr>
          <a:xfrm>
            <a:off x="811912" y="3817336"/>
            <a:ext cx="1593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interactions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A59E244-F562-AD2F-3782-3AE120E24178}"/>
              </a:ext>
            </a:extLst>
          </p:cNvPr>
          <p:cNvSpPr txBox="1"/>
          <p:nvPr/>
        </p:nvSpPr>
        <p:spPr>
          <a:xfrm>
            <a:off x="7815739" y="1532352"/>
            <a:ext cx="14492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alarms,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anomalies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047E8C-B7A3-EEEA-3941-A936B53584FC}"/>
              </a:ext>
            </a:extLst>
          </p:cNvPr>
          <p:cNvSpPr txBox="1"/>
          <p:nvPr/>
        </p:nvSpPr>
        <p:spPr>
          <a:xfrm>
            <a:off x="7395711" y="3046957"/>
            <a:ext cx="19617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stats, forecasts,</a:t>
            </a:r>
          </a:p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summaries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C5DA376-C711-2D5B-AD21-CD7D55FE74CF}"/>
              </a:ext>
            </a:extLst>
          </p:cNvPr>
          <p:cNvSpPr/>
          <p:nvPr/>
        </p:nvSpPr>
        <p:spPr>
          <a:xfrm>
            <a:off x="2424250" y="1993081"/>
            <a:ext cx="179100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Tapband</a:t>
            </a:r>
          </a:p>
        </p:txBody>
      </p:sp>
      <p:cxnSp>
        <p:nvCxnSpPr>
          <p:cNvPr id="114" name="Straight Arrow Connector 16">
            <a:extLst>
              <a:ext uri="{FF2B5EF4-FFF2-40B4-BE49-F238E27FC236}">
                <a16:creationId xmlns:a16="http://schemas.microsoft.com/office/drawing/2014/main" id="{E5F07E89-70E7-52C6-CBCE-C1FC9E946644}"/>
              </a:ext>
            </a:extLst>
          </p:cNvPr>
          <p:cNvCxnSpPr>
            <a:cxnSpLocks/>
            <a:stCxn id="113" idx="3"/>
            <a:endCxn id="8" idx="1"/>
          </p:cNvCxnSpPr>
          <p:nvPr/>
        </p:nvCxnSpPr>
        <p:spPr>
          <a:xfrm>
            <a:off x="4215259" y="2274173"/>
            <a:ext cx="1449065" cy="218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6">
            <a:extLst>
              <a:ext uri="{FF2B5EF4-FFF2-40B4-BE49-F238E27FC236}">
                <a16:creationId xmlns:a16="http://schemas.microsoft.com/office/drawing/2014/main" id="{B933C28C-C9FD-5DE4-4309-040DBFA7ACB3}"/>
              </a:ext>
            </a:extLst>
          </p:cNvPr>
          <p:cNvCxnSpPr>
            <a:cxnSpLocks/>
            <a:stCxn id="55" idx="3"/>
            <a:endCxn id="113" idx="1"/>
          </p:cNvCxnSpPr>
          <p:nvPr/>
        </p:nvCxnSpPr>
        <p:spPr>
          <a:xfrm>
            <a:off x="1456178" y="2271771"/>
            <a:ext cx="968072" cy="24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B7095D-9D50-38A7-DC77-86A1F2CFAF33}"/>
              </a:ext>
            </a:extLst>
          </p:cNvPr>
          <p:cNvSpPr txBox="1"/>
          <p:nvPr/>
        </p:nvSpPr>
        <p:spPr>
          <a:xfrm>
            <a:off x="1485445" y="1853257"/>
            <a:ext cx="84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ware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BA34826-09FF-40E3-E938-F3757DD7E7AF}"/>
              </a:ext>
            </a:extLst>
          </p:cNvPr>
          <p:cNvSpPr txBox="1"/>
          <p:nvPr/>
        </p:nvSpPr>
        <p:spPr>
          <a:xfrm>
            <a:off x="4232764" y="1852946"/>
            <a:ext cx="1333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telemetry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58DD6-6439-8700-8DA3-6158EEEE0B62}"/>
              </a:ext>
            </a:extLst>
          </p:cNvPr>
          <p:cNvSpPr txBox="1"/>
          <p:nvPr/>
        </p:nvSpPr>
        <p:spPr>
          <a:xfrm>
            <a:off x="178670" y="6248084"/>
            <a:ext cx="155491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87047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9ACA27-3CB9-DE6B-3766-186F95E75502}"/>
              </a:ext>
            </a:extLst>
          </p:cNvPr>
          <p:cNvGrpSpPr/>
          <p:nvPr/>
        </p:nvGrpSpPr>
        <p:grpSpPr>
          <a:xfrm>
            <a:off x="2134740" y="2232474"/>
            <a:ext cx="2131291" cy="1038741"/>
            <a:chOff x="7507403" y="1006813"/>
            <a:chExt cx="691415" cy="103874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2EF1D5F-CED4-E105-69FC-F86AD625266A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🕓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Timeline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74D519-2BCA-2D57-DF67-A752C0345463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CC38B0-E70E-0C89-C80E-1C3015D1D349}"/>
              </a:ext>
            </a:extLst>
          </p:cNvPr>
          <p:cNvSpPr txBox="1"/>
          <p:nvPr/>
        </p:nvSpPr>
        <p:spPr>
          <a:xfrm>
            <a:off x="3182112" y="2232473"/>
            <a:ext cx="365485" cy="103874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6115A-356D-95FD-34B3-7D147E6CA9DB}"/>
              </a:ext>
            </a:extLst>
          </p:cNvPr>
          <p:cNvSpPr txBox="1"/>
          <p:nvPr/>
        </p:nvSpPr>
        <p:spPr>
          <a:xfrm>
            <a:off x="4330635" y="2232472"/>
            <a:ext cx="365485" cy="103874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0532AE-1EC3-5F8D-DA1B-070D3786EC01}"/>
              </a:ext>
            </a:extLst>
          </p:cNvPr>
          <p:cNvGrpSpPr/>
          <p:nvPr/>
        </p:nvGrpSpPr>
        <p:grpSpPr>
          <a:xfrm>
            <a:off x="5596093" y="2232472"/>
            <a:ext cx="2131291" cy="1038741"/>
            <a:chOff x="7507403" y="1006813"/>
            <a:chExt cx="691415" cy="10387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004D33-00BA-FB05-DF72-EBE1BD6BAAA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💖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Vitalogist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2675A7-404B-A14B-9B58-D63FA28F9447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602867C9-D40A-AE27-9854-E014367D6EA1}"/>
              </a:ext>
            </a:extLst>
          </p:cNvPr>
          <p:cNvCxnSpPr>
            <a:cxnSpLocks/>
            <a:stCxn id="4" idx="0"/>
            <a:endCxn id="22" idx="0"/>
          </p:cNvCxnSpPr>
          <p:nvPr/>
        </p:nvCxnSpPr>
        <p:spPr>
          <a:xfrm rot="16200000" flipH="1">
            <a:off x="4628455" y="804404"/>
            <a:ext cx="1433" cy="2857573"/>
          </a:xfrm>
          <a:prstGeom prst="bentConnector3">
            <a:avLst>
              <a:gd name="adj1" fmla="val -1595254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0FBC65-6A82-33BF-A151-62905A601061}"/>
              </a:ext>
            </a:extLst>
          </p:cNvPr>
          <p:cNvSpPr txBox="1"/>
          <p:nvPr/>
        </p:nvSpPr>
        <p:spPr>
          <a:xfrm>
            <a:off x="3099792" y="1584059"/>
            <a:ext cx="1108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alarms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885D3-E114-2B7C-1865-571FA7BC278F}"/>
              </a:ext>
            </a:extLst>
          </p:cNvPr>
          <p:cNvSpPr txBox="1"/>
          <p:nvPr/>
        </p:nvSpPr>
        <p:spPr>
          <a:xfrm>
            <a:off x="7174700" y="456556"/>
            <a:ext cx="1961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2</a:t>
            </a:r>
            <a:r>
              <a:rPr lang="en-US" sz="2000" i="1" baseline="30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nd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opinion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D2CC96-6904-2798-51D3-7F3F70D4BC3F}"/>
              </a:ext>
            </a:extLst>
          </p:cNvPr>
          <p:cNvSpPr txBox="1"/>
          <p:nvPr/>
        </p:nvSpPr>
        <p:spPr>
          <a:xfrm>
            <a:off x="5905673" y="2233907"/>
            <a:ext cx="304571" cy="103728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24" name="Straight Arrow Connector 16">
            <a:extLst>
              <a:ext uri="{FF2B5EF4-FFF2-40B4-BE49-F238E27FC236}">
                <a16:creationId xmlns:a16="http://schemas.microsoft.com/office/drawing/2014/main" id="{06CE61E2-2641-9F11-7E15-ADDF93EF856F}"/>
              </a:ext>
            </a:extLst>
          </p:cNvPr>
          <p:cNvCxnSpPr>
            <a:cxnSpLocks/>
            <a:stCxn id="22" idx="2"/>
            <a:endCxn id="4" idx="2"/>
          </p:cNvCxnSpPr>
          <p:nvPr/>
        </p:nvCxnSpPr>
        <p:spPr>
          <a:xfrm rot="5400000">
            <a:off x="4629164" y="1842419"/>
            <a:ext cx="19" cy="2857573"/>
          </a:xfrm>
          <a:prstGeom prst="bentConnector3">
            <a:avLst>
              <a:gd name="adj1" fmla="val 120325789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709965F-59DF-A170-6AB6-0F221B4132DE}"/>
              </a:ext>
            </a:extLst>
          </p:cNvPr>
          <p:cNvSpPr txBox="1"/>
          <p:nvPr/>
        </p:nvSpPr>
        <p:spPr>
          <a:xfrm>
            <a:off x="5173220" y="3517214"/>
            <a:ext cx="1108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queries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AE118F-D228-EBF4-8BC4-AF55F1047AC3}"/>
              </a:ext>
            </a:extLst>
          </p:cNvPr>
          <p:cNvSpPr txBox="1"/>
          <p:nvPr/>
        </p:nvSpPr>
        <p:spPr>
          <a:xfrm>
            <a:off x="7123271" y="2232469"/>
            <a:ext cx="304571" cy="103728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29" name="Straight Arrow Connector 16">
            <a:extLst>
              <a:ext uri="{FF2B5EF4-FFF2-40B4-BE49-F238E27FC236}">
                <a16:creationId xmlns:a16="http://schemas.microsoft.com/office/drawing/2014/main" id="{8F824DBF-38AB-8FF7-4FC5-F47A675E67D4}"/>
              </a:ext>
            </a:extLst>
          </p:cNvPr>
          <p:cNvCxnSpPr>
            <a:cxnSpLocks/>
            <a:stCxn id="28" idx="0"/>
            <a:endCxn id="13" idx="1"/>
          </p:cNvCxnSpPr>
          <p:nvPr/>
        </p:nvCxnSpPr>
        <p:spPr>
          <a:xfrm rot="5400000" flipH="1" flipV="1">
            <a:off x="7671834" y="478390"/>
            <a:ext cx="1357802" cy="215035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7A56CB9-2FBD-EB1D-64F8-EE26C0ECFC13}"/>
              </a:ext>
            </a:extLst>
          </p:cNvPr>
          <p:cNvGrpSpPr/>
          <p:nvPr/>
        </p:nvGrpSpPr>
        <p:grpSpPr>
          <a:xfrm>
            <a:off x="9352446" y="355292"/>
            <a:ext cx="2759356" cy="1983106"/>
            <a:chOff x="9068982" y="355292"/>
            <a:chExt cx="2759356" cy="19831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92F48A-9287-D507-2AB6-14FA13A71EC6}"/>
                </a:ext>
              </a:extLst>
            </p:cNvPr>
            <p:cNvSpPr txBox="1"/>
            <p:nvPr/>
          </p:nvSpPr>
          <p:spPr>
            <a:xfrm>
              <a:off x="9068982" y="771432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🧑‍⚕️</a:t>
              </a:r>
              <a:endParaRPr lang="en-US" sz="48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258F4F-4FCA-67FE-5699-CD26547D32BE}"/>
                </a:ext>
              </a:extLst>
            </p:cNvPr>
            <p:cNvSpPr/>
            <p:nvPr/>
          </p:nvSpPr>
          <p:spPr>
            <a:xfrm>
              <a:off x="9142449" y="355296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medical community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D5A4CC-0ADF-D4C8-E132-E4438BFA58BD}"/>
                </a:ext>
              </a:extLst>
            </p:cNvPr>
            <p:cNvSpPr txBox="1"/>
            <p:nvPr/>
          </p:nvSpPr>
          <p:spPr>
            <a:xfrm>
              <a:off x="9657021" y="768738"/>
              <a:ext cx="801996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🧑‍🔬</a:t>
              </a:r>
              <a:endParaRPr lang="en-US" sz="4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E34FA7-8E2D-22DD-DE80-34F4B09CE9BD}"/>
                </a:ext>
              </a:extLst>
            </p:cNvPr>
            <p:cNvSpPr txBox="1"/>
            <p:nvPr/>
          </p:nvSpPr>
          <p:spPr>
            <a:xfrm>
              <a:off x="10306038" y="771433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👨‍⚕️</a:t>
              </a:r>
              <a:endParaRPr lang="en-US" sz="4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986ABD-26A8-3CCD-E89E-77819E4370B0}"/>
                </a:ext>
              </a:extLst>
            </p:cNvPr>
            <p:cNvSpPr txBox="1"/>
            <p:nvPr/>
          </p:nvSpPr>
          <p:spPr>
            <a:xfrm>
              <a:off x="10893387" y="771432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462ED0-111F-AE32-4963-3F43DD32729D}"/>
                </a:ext>
              </a:extLst>
            </p:cNvPr>
            <p:cNvSpPr txBox="1"/>
            <p:nvPr/>
          </p:nvSpPr>
          <p:spPr>
            <a:xfrm>
              <a:off x="9431267" y="355292"/>
              <a:ext cx="304571" cy="1037289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F54F20-AB8B-EB07-B682-AFFCF47F766E}"/>
              </a:ext>
            </a:extLst>
          </p:cNvPr>
          <p:cNvGrpSpPr/>
          <p:nvPr/>
        </p:nvGrpSpPr>
        <p:grpSpPr>
          <a:xfrm>
            <a:off x="416037" y="1605722"/>
            <a:ext cx="1086416" cy="2293278"/>
            <a:chOff x="5988842" y="879333"/>
            <a:chExt cx="1086416" cy="229327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A08950F-6BF3-2F02-449D-08F7E6E954CE}"/>
                </a:ext>
              </a:extLst>
            </p:cNvPr>
            <p:cNvSpPr/>
            <p:nvPr/>
          </p:nvSpPr>
          <p:spPr>
            <a:xfrm>
              <a:off x="5988842" y="879333"/>
              <a:ext cx="1086416" cy="229327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66CD552-F907-BE2F-347E-31E123E94144}"/>
                </a:ext>
              </a:extLst>
            </p:cNvPr>
            <p:cNvGrpSpPr/>
            <p:nvPr/>
          </p:nvGrpSpPr>
          <p:grpSpPr>
            <a:xfrm>
              <a:off x="6029467" y="1344275"/>
              <a:ext cx="1005166" cy="1446550"/>
              <a:chOff x="3200080" y="385707"/>
              <a:chExt cx="1005166" cy="144655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7B79E09-65D5-98B0-0ACA-1F72E3724C38}"/>
                  </a:ext>
                </a:extLst>
              </p:cNvPr>
              <p:cNvSpPr txBox="1"/>
              <p:nvPr/>
            </p:nvSpPr>
            <p:spPr>
              <a:xfrm>
                <a:off x="3200080" y="385707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D8738C-FB4E-9651-A4A2-C1A325DE4E5B}"/>
                  </a:ext>
                </a:extLst>
              </p:cNvPr>
              <p:cNvSpPr txBox="1"/>
              <p:nvPr/>
            </p:nvSpPr>
            <p:spPr>
              <a:xfrm flipH="1">
                <a:off x="3566678" y="419791"/>
                <a:ext cx="271970" cy="129059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FCABB43-1E5F-3B34-BBFB-73D27062A6B3}"/>
                  </a:ext>
                </a:extLst>
              </p:cNvPr>
              <p:cNvSpPr txBox="1"/>
              <p:nvPr/>
            </p:nvSpPr>
            <p:spPr>
              <a:xfrm flipH="1">
                <a:off x="3566678" y="44288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40" name="Content Placeholder 2">
                <a:extLst>
                  <a:ext uri="{FF2B5EF4-FFF2-40B4-BE49-F238E27FC236}">
                    <a16:creationId xmlns:a16="http://schemas.microsoft.com/office/drawing/2014/main" id="{060ABC31-E3D4-B24C-6E9F-0F6C55E4E3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</a:t>
                </a:r>
              </a:p>
            </p:txBody>
          </p:sp>
        </p:grpSp>
      </p:grpSp>
      <p:cxnSp>
        <p:nvCxnSpPr>
          <p:cNvPr id="41" name="Straight Arrow Connector 16">
            <a:extLst>
              <a:ext uri="{FF2B5EF4-FFF2-40B4-BE49-F238E27FC236}">
                <a16:creationId xmlns:a16="http://schemas.microsoft.com/office/drawing/2014/main" id="{C711E3C2-3E96-CE23-9077-A90051602CA2}"/>
              </a:ext>
            </a:extLst>
          </p:cNvPr>
          <p:cNvCxnSpPr>
            <a:cxnSpLocks/>
            <a:stCxn id="35" idx="3"/>
            <a:endCxn id="4" idx="1"/>
          </p:cNvCxnSpPr>
          <p:nvPr/>
        </p:nvCxnSpPr>
        <p:spPr>
          <a:xfrm flipV="1">
            <a:off x="1502453" y="2751845"/>
            <a:ext cx="632287" cy="5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16">
            <a:extLst>
              <a:ext uri="{FF2B5EF4-FFF2-40B4-BE49-F238E27FC236}">
                <a16:creationId xmlns:a16="http://schemas.microsoft.com/office/drawing/2014/main" id="{E86D4D76-E1F4-EB3D-9A41-E55070393F76}"/>
              </a:ext>
            </a:extLst>
          </p:cNvPr>
          <p:cNvCxnSpPr>
            <a:cxnSpLocks/>
            <a:stCxn id="9" idx="2"/>
            <a:endCxn id="35" idx="2"/>
          </p:cNvCxnSpPr>
          <p:nvPr/>
        </p:nvCxnSpPr>
        <p:spPr>
          <a:xfrm rot="5400000">
            <a:off x="3496599" y="733859"/>
            <a:ext cx="627787" cy="5702494"/>
          </a:xfrm>
          <a:prstGeom prst="bentConnector3">
            <a:avLst>
              <a:gd name="adj1" fmla="val 20632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16">
            <a:extLst>
              <a:ext uri="{FF2B5EF4-FFF2-40B4-BE49-F238E27FC236}">
                <a16:creationId xmlns:a16="http://schemas.microsoft.com/office/drawing/2014/main" id="{FA22280D-448B-E866-42E4-5E65B0B0279E}"/>
              </a:ext>
            </a:extLst>
          </p:cNvPr>
          <p:cNvCxnSpPr>
            <a:cxnSpLocks/>
            <a:stCxn id="35" idx="0"/>
            <a:endCxn id="66" idx="1"/>
          </p:cNvCxnSpPr>
          <p:nvPr/>
        </p:nvCxnSpPr>
        <p:spPr>
          <a:xfrm rot="5400000" flipH="1" flipV="1">
            <a:off x="1181465" y="652448"/>
            <a:ext cx="731055" cy="117549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9873D18-9F4A-6BAA-F65C-AB4744B3999B}"/>
              </a:ext>
            </a:extLst>
          </p:cNvPr>
          <p:cNvGrpSpPr/>
          <p:nvPr/>
        </p:nvGrpSpPr>
        <p:grpSpPr>
          <a:xfrm>
            <a:off x="2134740" y="355296"/>
            <a:ext cx="1791463" cy="1038741"/>
            <a:chOff x="7507403" y="1006813"/>
            <a:chExt cx="581171" cy="103874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3FEF4ED-847A-96E7-6367-62C3F0DEBED7}"/>
                </a:ext>
              </a:extLst>
            </p:cNvPr>
            <p:cNvSpPr/>
            <p:nvPr/>
          </p:nvSpPr>
          <p:spPr>
            <a:xfrm>
              <a:off x="7538137" y="1386857"/>
              <a:ext cx="52184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FF77B7E-59E8-DD2F-5A99-41BEE768DD91}"/>
                </a:ext>
              </a:extLst>
            </p:cNvPr>
            <p:cNvSpPr/>
            <p:nvPr/>
          </p:nvSpPr>
          <p:spPr>
            <a:xfrm>
              <a:off x="7507403" y="1006813"/>
              <a:ext cx="581171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68" name="Straight Arrow Connector 16">
            <a:extLst>
              <a:ext uri="{FF2B5EF4-FFF2-40B4-BE49-F238E27FC236}">
                <a16:creationId xmlns:a16="http://schemas.microsoft.com/office/drawing/2014/main" id="{BF665082-7922-4992-8206-747415FDD6CA}"/>
              </a:ext>
            </a:extLst>
          </p:cNvPr>
          <p:cNvCxnSpPr>
            <a:cxnSpLocks/>
            <a:stCxn id="66" idx="3"/>
            <a:endCxn id="9" idx="0"/>
          </p:cNvCxnSpPr>
          <p:nvPr/>
        </p:nvCxnSpPr>
        <p:spPr>
          <a:xfrm>
            <a:off x="3926203" y="874667"/>
            <a:ext cx="2735536" cy="135780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85411CC-11B0-8CB8-1A24-06ADCEA7EB79}"/>
              </a:ext>
            </a:extLst>
          </p:cNvPr>
          <p:cNvSpPr txBox="1"/>
          <p:nvPr/>
        </p:nvSpPr>
        <p:spPr>
          <a:xfrm>
            <a:off x="3974777" y="456955"/>
            <a:ext cx="2282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goals, preferences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38FFAF-CE51-D75C-C227-690F946D6ED1}"/>
              </a:ext>
            </a:extLst>
          </p:cNvPr>
          <p:cNvSpPr txBox="1"/>
          <p:nvPr/>
        </p:nvSpPr>
        <p:spPr>
          <a:xfrm>
            <a:off x="2432304" y="4135855"/>
            <a:ext cx="41984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alarms, periodic reports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E45E68-40C3-7332-98AD-F9559C3597FB}"/>
              </a:ext>
            </a:extLst>
          </p:cNvPr>
          <p:cNvGrpSpPr/>
          <p:nvPr/>
        </p:nvGrpSpPr>
        <p:grpSpPr>
          <a:xfrm>
            <a:off x="9419896" y="2236302"/>
            <a:ext cx="2502253" cy="1052126"/>
            <a:chOff x="6214493" y="1588554"/>
            <a:chExt cx="2502253" cy="1052126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A845AA9-3117-9D25-915D-EB13CF1C49F4}"/>
                </a:ext>
              </a:extLst>
            </p:cNvPr>
            <p:cNvGrpSpPr/>
            <p:nvPr/>
          </p:nvGrpSpPr>
          <p:grpSpPr>
            <a:xfrm>
              <a:off x="6214493" y="1588554"/>
              <a:ext cx="2502253" cy="1038741"/>
              <a:chOff x="5877609" y="5100898"/>
              <a:chExt cx="4432894" cy="1038741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38B47D3-1F03-B10A-98DE-10378B15317F}"/>
                  </a:ext>
                </a:extLst>
              </p:cNvPr>
              <p:cNvSpPr/>
              <p:nvPr/>
            </p:nvSpPr>
            <p:spPr>
              <a:xfrm>
                <a:off x="6054774" y="5490228"/>
                <a:ext cx="413504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🛎️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Concierge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5D13ED8-7124-64AA-10E2-D9AD117018C2}"/>
                  </a:ext>
                </a:extLst>
              </p:cNvPr>
              <p:cNvSpPr/>
              <p:nvPr/>
            </p:nvSpPr>
            <p:spPr>
              <a:xfrm>
                <a:off x="5877609" y="5100898"/>
                <a:ext cx="4432894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5263D33-F8D8-B917-5C4A-A1C7F69B263A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cxnSp>
        <p:nvCxnSpPr>
          <p:cNvPr id="89" name="Straight Arrow Connector 16">
            <a:extLst>
              <a:ext uri="{FF2B5EF4-FFF2-40B4-BE49-F238E27FC236}">
                <a16:creationId xmlns:a16="http://schemas.microsoft.com/office/drawing/2014/main" id="{F55BD458-D53B-028E-EE7F-9612F0DBAC79}"/>
              </a:ext>
            </a:extLst>
          </p:cNvPr>
          <p:cNvCxnSpPr>
            <a:cxnSpLocks/>
            <a:stCxn id="9" idx="3"/>
            <a:endCxn id="85" idx="1"/>
          </p:cNvCxnSpPr>
          <p:nvPr/>
        </p:nvCxnSpPr>
        <p:spPr>
          <a:xfrm>
            <a:off x="7727384" y="2751843"/>
            <a:ext cx="1692512" cy="38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886FA853-A691-415B-EFF9-62DCEBCAB93D}"/>
              </a:ext>
            </a:extLst>
          </p:cNvPr>
          <p:cNvSpPr txBox="1"/>
          <p:nvPr/>
        </p:nvSpPr>
        <p:spPr>
          <a:xfrm>
            <a:off x="7743309" y="2344121"/>
            <a:ext cx="1639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book exams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62AE0F3-6764-81E9-5E74-C565428501FB}"/>
              </a:ext>
            </a:extLst>
          </p:cNvPr>
          <p:cNvGrpSpPr/>
          <p:nvPr/>
        </p:nvGrpSpPr>
        <p:grpSpPr>
          <a:xfrm>
            <a:off x="9344438" y="3535874"/>
            <a:ext cx="2759356" cy="1247134"/>
            <a:chOff x="9060974" y="3380426"/>
            <a:chExt cx="2759356" cy="1247134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94EC34F-FBD3-A00E-64C5-4CCCF5D82079}"/>
                </a:ext>
              </a:extLst>
            </p:cNvPr>
            <p:cNvSpPr txBox="1"/>
            <p:nvPr/>
          </p:nvSpPr>
          <p:spPr>
            <a:xfrm>
              <a:off x="9060974" y="3796562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🧑‍💼</a:t>
              </a:r>
              <a:endParaRPr lang="en-US" sz="48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2A40E2C-0A0F-5827-BDEF-305967DAD06B}"/>
                </a:ext>
              </a:extLst>
            </p:cNvPr>
            <p:cNvSpPr/>
            <p:nvPr/>
          </p:nvSpPr>
          <p:spPr>
            <a:xfrm>
              <a:off x="9134441" y="3380426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user’s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entourage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2414361-79A8-8C39-F975-AA3083A5C867}"/>
                </a:ext>
              </a:extLst>
            </p:cNvPr>
            <p:cNvSpPr txBox="1"/>
            <p:nvPr/>
          </p:nvSpPr>
          <p:spPr>
            <a:xfrm>
              <a:off x="9676366" y="3796561"/>
              <a:ext cx="662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🧕</a:t>
              </a:r>
              <a:endParaRPr lang="en-US" sz="48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C8A1BC0-3142-35E6-8169-0DEBDA4A8DE9}"/>
                </a:ext>
              </a:extLst>
            </p:cNvPr>
            <p:cNvSpPr txBox="1"/>
            <p:nvPr/>
          </p:nvSpPr>
          <p:spPr>
            <a:xfrm>
              <a:off x="10298030" y="3796563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👨‍💼</a:t>
              </a:r>
              <a:endParaRPr lang="en-US" sz="48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F5475F2-B9BC-D55D-E09C-E55B61B98B40}"/>
                </a:ext>
              </a:extLst>
            </p:cNvPr>
            <p:cNvSpPr txBox="1"/>
            <p:nvPr/>
          </p:nvSpPr>
          <p:spPr>
            <a:xfrm>
              <a:off x="10885379" y="3796562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</p:grpSp>
      <p:cxnSp>
        <p:nvCxnSpPr>
          <p:cNvPr id="105" name="Straight Arrow Connector 16">
            <a:extLst>
              <a:ext uri="{FF2B5EF4-FFF2-40B4-BE49-F238E27FC236}">
                <a16:creationId xmlns:a16="http://schemas.microsoft.com/office/drawing/2014/main" id="{923CF7B9-EF35-C20D-E873-8F97B88B7ED1}"/>
              </a:ext>
            </a:extLst>
          </p:cNvPr>
          <p:cNvCxnSpPr>
            <a:cxnSpLocks/>
            <a:stCxn id="28" idx="2"/>
          </p:cNvCxnSpPr>
          <p:nvPr/>
        </p:nvCxnSpPr>
        <p:spPr>
          <a:xfrm rot="16200000" flipH="1">
            <a:off x="7853178" y="2692137"/>
            <a:ext cx="982824" cy="213806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7E52E3A-5D6D-4E0E-9248-26AE39C7CCE5}"/>
              </a:ext>
            </a:extLst>
          </p:cNvPr>
          <p:cNvSpPr txBox="1"/>
          <p:nvPr/>
        </p:nvSpPr>
        <p:spPr>
          <a:xfrm>
            <a:off x="3962793" y="874629"/>
            <a:ext cx="2515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medication, allergies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98762D2-98EC-4F3E-3E95-93ACE41ECB37}"/>
              </a:ext>
            </a:extLst>
          </p:cNvPr>
          <p:cNvSpPr txBox="1"/>
          <p:nvPr/>
        </p:nvSpPr>
        <p:spPr>
          <a:xfrm>
            <a:off x="7177765" y="4278185"/>
            <a:ext cx="2249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alarms, reports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B31FB-7717-CF11-E787-4068531079B8}"/>
              </a:ext>
            </a:extLst>
          </p:cNvPr>
          <p:cNvSpPr txBox="1"/>
          <p:nvPr/>
        </p:nvSpPr>
        <p:spPr>
          <a:xfrm>
            <a:off x="178670" y="6248084"/>
            <a:ext cx="202299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VITOLOGIST</a:t>
            </a:r>
          </a:p>
        </p:txBody>
      </p:sp>
    </p:spTree>
    <p:extLst>
      <p:ext uri="{BB962C8B-B14F-4D97-AF65-F5344CB8AC3E}">
        <p14:creationId xmlns:p14="http://schemas.microsoft.com/office/powerpoint/2010/main" val="337713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149E-0BBB-F35F-674B-C3B089D7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2D032C-67D5-7AA0-8929-77B0A2E9698A}"/>
              </a:ext>
            </a:extLst>
          </p:cNvPr>
          <p:cNvGrpSpPr/>
          <p:nvPr/>
        </p:nvGrpSpPr>
        <p:grpSpPr>
          <a:xfrm>
            <a:off x="2134740" y="2232474"/>
            <a:ext cx="2131291" cy="1038741"/>
            <a:chOff x="7507403" y="1006813"/>
            <a:chExt cx="691415" cy="103874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3E8E173-EEBD-F178-7044-301A82B044F3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🕓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Timeline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E4829B-E03C-3AFF-6C3F-847E900B150B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903B3B2-947C-DE74-2238-E1E18A58B2C5}"/>
              </a:ext>
            </a:extLst>
          </p:cNvPr>
          <p:cNvSpPr txBox="1"/>
          <p:nvPr/>
        </p:nvSpPr>
        <p:spPr>
          <a:xfrm>
            <a:off x="3182112" y="2232473"/>
            <a:ext cx="365485" cy="103874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408F8-600A-E3C8-7DFF-0A7138A54461}"/>
              </a:ext>
            </a:extLst>
          </p:cNvPr>
          <p:cNvSpPr txBox="1"/>
          <p:nvPr/>
        </p:nvSpPr>
        <p:spPr>
          <a:xfrm>
            <a:off x="4330635" y="2232472"/>
            <a:ext cx="365485" cy="103874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55DC79-E3D1-C5A1-A769-5ADCB7C82716}"/>
              </a:ext>
            </a:extLst>
          </p:cNvPr>
          <p:cNvGrpSpPr/>
          <p:nvPr/>
        </p:nvGrpSpPr>
        <p:grpSpPr>
          <a:xfrm>
            <a:off x="5596093" y="2232472"/>
            <a:ext cx="2131291" cy="1038741"/>
            <a:chOff x="7507403" y="1006813"/>
            <a:chExt cx="691415" cy="10387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86C850-90FD-9D5D-FE4E-A003BCDC5AD3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🦉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Advisor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9A6795-BE98-017E-3493-F67F84C5BE31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15834478-299E-B592-2775-8601765736A6}"/>
              </a:ext>
            </a:extLst>
          </p:cNvPr>
          <p:cNvCxnSpPr>
            <a:cxnSpLocks/>
            <a:stCxn id="4" idx="0"/>
            <a:endCxn id="22" idx="0"/>
          </p:cNvCxnSpPr>
          <p:nvPr/>
        </p:nvCxnSpPr>
        <p:spPr>
          <a:xfrm rot="16200000" flipH="1">
            <a:off x="4628455" y="804404"/>
            <a:ext cx="1433" cy="2857573"/>
          </a:xfrm>
          <a:prstGeom prst="bentConnector3">
            <a:avLst>
              <a:gd name="adj1" fmla="val -1595254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1F1C8B4-A1AE-6123-2D67-6AC945D4CC57}"/>
              </a:ext>
            </a:extLst>
          </p:cNvPr>
          <p:cNvSpPr txBox="1"/>
          <p:nvPr/>
        </p:nvSpPr>
        <p:spPr>
          <a:xfrm>
            <a:off x="3099792" y="1584059"/>
            <a:ext cx="1108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alarms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C6F27-A4F6-65EC-9EFE-BA16B054C72F}"/>
              </a:ext>
            </a:extLst>
          </p:cNvPr>
          <p:cNvSpPr txBox="1"/>
          <p:nvPr/>
        </p:nvSpPr>
        <p:spPr>
          <a:xfrm>
            <a:off x="7174700" y="456556"/>
            <a:ext cx="1961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2</a:t>
            </a:r>
            <a:r>
              <a:rPr lang="en-US" sz="2000" i="1" baseline="30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nd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opinion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1C9BCA-ECAB-F360-5409-2F75F7582F90}"/>
              </a:ext>
            </a:extLst>
          </p:cNvPr>
          <p:cNvSpPr txBox="1"/>
          <p:nvPr/>
        </p:nvSpPr>
        <p:spPr>
          <a:xfrm>
            <a:off x="5905673" y="2233907"/>
            <a:ext cx="304571" cy="103728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24" name="Straight Arrow Connector 16">
            <a:extLst>
              <a:ext uri="{FF2B5EF4-FFF2-40B4-BE49-F238E27FC236}">
                <a16:creationId xmlns:a16="http://schemas.microsoft.com/office/drawing/2014/main" id="{3C061062-F86C-05E8-34CF-8E5DC0BB9F3A}"/>
              </a:ext>
            </a:extLst>
          </p:cNvPr>
          <p:cNvCxnSpPr>
            <a:cxnSpLocks/>
            <a:stCxn id="22" idx="2"/>
            <a:endCxn id="4" idx="2"/>
          </p:cNvCxnSpPr>
          <p:nvPr/>
        </p:nvCxnSpPr>
        <p:spPr>
          <a:xfrm rot="5400000">
            <a:off x="4629164" y="1842419"/>
            <a:ext cx="19" cy="2857573"/>
          </a:xfrm>
          <a:prstGeom prst="bentConnector3">
            <a:avLst>
              <a:gd name="adj1" fmla="val 120325789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D57B657-1105-7B7A-8E3E-83F67C3E48A5}"/>
              </a:ext>
            </a:extLst>
          </p:cNvPr>
          <p:cNvSpPr txBox="1"/>
          <p:nvPr/>
        </p:nvSpPr>
        <p:spPr>
          <a:xfrm>
            <a:off x="5173220" y="3517214"/>
            <a:ext cx="1108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queries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CF8784-ECEA-6D6E-3F28-CC9C3A6259A2}"/>
              </a:ext>
            </a:extLst>
          </p:cNvPr>
          <p:cNvSpPr txBox="1"/>
          <p:nvPr/>
        </p:nvSpPr>
        <p:spPr>
          <a:xfrm>
            <a:off x="7123271" y="2232469"/>
            <a:ext cx="304571" cy="103728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29" name="Straight Arrow Connector 16">
            <a:extLst>
              <a:ext uri="{FF2B5EF4-FFF2-40B4-BE49-F238E27FC236}">
                <a16:creationId xmlns:a16="http://schemas.microsoft.com/office/drawing/2014/main" id="{70667E83-E265-3A36-10FF-0D8950AE499E}"/>
              </a:ext>
            </a:extLst>
          </p:cNvPr>
          <p:cNvCxnSpPr>
            <a:cxnSpLocks/>
            <a:stCxn id="28" idx="0"/>
            <a:endCxn id="13" idx="1"/>
          </p:cNvCxnSpPr>
          <p:nvPr/>
        </p:nvCxnSpPr>
        <p:spPr>
          <a:xfrm rot="5400000" flipH="1" flipV="1">
            <a:off x="7671834" y="478390"/>
            <a:ext cx="1357802" cy="215035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118AA5A-79BF-0F08-C4A6-EB7E52611F23}"/>
              </a:ext>
            </a:extLst>
          </p:cNvPr>
          <p:cNvGrpSpPr/>
          <p:nvPr/>
        </p:nvGrpSpPr>
        <p:grpSpPr>
          <a:xfrm>
            <a:off x="9352446" y="355292"/>
            <a:ext cx="2759356" cy="1983106"/>
            <a:chOff x="9068982" y="355292"/>
            <a:chExt cx="2759356" cy="19831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71E2B8-4D3B-DF55-9732-A1DD2D766A88}"/>
                </a:ext>
              </a:extLst>
            </p:cNvPr>
            <p:cNvSpPr txBox="1"/>
            <p:nvPr/>
          </p:nvSpPr>
          <p:spPr>
            <a:xfrm>
              <a:off x="9068982" y="771432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🧑‍💻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C3BBED-7869-89B1-8530-1C4E13A32932}"/>
                </a:ext>
              </a:extLst>
            </p:cNvPr>
            <p:cNvSpPr/>
            <p:nvPr/>
          </p:nvSpPr>
          <p:spPr>
            <a:xfrm>
              <a:off x="9142449" y="355296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community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43000E-61D1-DA3B-183E-BCDF7A2EFF9F}"/>
                </a:ext>
              </a:extLst>
            </p:cNvPr>
            <p:cNvSpPr txBox="1"/>
            <p:nvPr/>
          </p:nvSpPr>
          <p:spPr>
            <a:xfrm>
              <a:off x="9657021" y="768738"/>
              <a:ext cx="801996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🧑‍🔬</a:t>
              </a:r>
              <a:endParaRPr lang="en-US" sz="4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93874E-E2A1-0579-9C64-E57B4CAE1C68}"/>
                </a:ext>
              </a:extLst>
            </p:cNvPr>
            <p:cNvSpPr txBox="1"/>
            <p:nvPr/>
          </p:nvSpPr>
          <p:spPr>
            <a:xfrm>
              <a:off x="10306038" y="771433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🧑‍🏫</a:t>
              </a:r>
              <a:endParaRPr lang="en-US" sz="4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32D4E9-3A69-5238-E924-80082EB3C708}"/>
                </a:ext>
              </a:extLst>
            </p:cNvPr>
            <p:cNvSpPr txBox="1"/>
            <p:nvPr/>
          </p:nvSpPr>
          <p:spPr>
            <a:xfrm>
              <a:off x="10893387" y="771432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🧑‍⚖️</a:t>
              </a:r>
              <a:endParaRPr lang="en-US" sz="48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B1A43E2-A5EA-68E9-0625-4D669B45ABBD}"/>
                </a:ext>
              </a:extLst>
            </p:cNvPr>
            <p:cNvSpPr txBox="1"/>
            <p:nvPr/>
          </p:nvSpPr>
          <p:spPr>
            <a:xfrm>
              <a:off x="9431267" y="355292"/>
              <a:ext cx="304571" cy="1037289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467F36-AD0C-BACC-CA56-E9D0F7EA5125}"/>
              </a:ext>
            </a:extLst>
          </p:cNvPr>
          <p:cNvGrpSpPr/>
          <p:nvPr/>
        </p:nvGrpSpPr>
        <p:grpSpPr>
          <a:xfrm>
            <a:off x="416037" y="1605722"/>
            <a:ext cx="1086416" cy="2293278"/>
            <a:chOff x="5988842" y="879333"/>
            <a:chExt cx="1086416" cy="229327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9B1CFF-DFA1-F737-4917-8BDB461F587A}"/>
                </a:ext>
              </a:extLst>
            </p:cNvPr>
            <p:cNvSpPr/>
            <p:nvPr/>
          </p:nvSpPr>
          <p:spPr>
            <a:xfrm>
              <a:off x="5988842" y="879333"/>
              <a:ext cx="1086416" cy="229327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9E037CB-B86D-D9CE-24AF-8464AD9F6827}"/>
                </a:ext>
              </a:extLst>
            </p:cNvPr>
            <p:cNvGrpSpPr/>
            <p:nvPr/>
          </p:nvGrpSpPr>
          <p:grpSpPr>
            <a:xfrm>
              <a:off x="6029467" y="1344275"/>
              <a:ext cx="1005166" cy="1446550"/>
              <a:chOff x="3200080" y="385707"/>
              <a:chExt cx="1005166" cy="144655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3A8ED15-153B-7AE4-0B00-C8C8B5DD447E}"/>
                  </a:ext>
                </a:extLst>
              </p:cNvPr>
              <p:cNvSpPr txBox="1"/>
              <p:nvPr/>
            </p:nvSpPr>
            <p:spPr>
              <a:xfrm>
                <a:off x="3200080" y="385707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30A174F-847B-01B3-7E97-58776F6D97E3}"/>
                  </a:ext>
                </a:extLst>
              </p:cNvPr>
              <p:cNvSpPr txBox="1"/>
              <p:nvPr/>
            </p:nvSpPr>
            <p:spPr>
              <a:xfrm flipH="1">
                <a:off x="3566678" y="419791"/>
                <a:ext cx="271970" cy="129059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DFDDC2D-F83E-F034-FD4E-930A7D83ADA4}"/>
                  </a:ext>
                </a:extLst>
              </p:cNvPr>
              <p:cNvSpPr txBox="1"/>
              <p:nvPr/>
            </p:nvSpPr>
            <p:spPr>
              <a:xfrm flipH="1">
                <a:off x="3566678" y="44288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40" name="Content Placeholder 2">
                <a:extLst>
                  <a:ext uri="{FF2B5EF4-FFF2-40B4-BE49-F238E27FC236}">
                    <a16:creationId xmlns:a16="http://schemas.microsoft.com/office/drawing/2014/main" id="{52C056B9-1D27-0557-A525-82502F21BF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</a:t>
                </a:r>
              </a:p>
            </p:txBody>
          </p:sp>
        </p:grpSp>
      </p:grpSp>
      <p:cxnSp>
        <p:nvCxnSpPr>
          <p:cNvPr id="41" name="Straight Arrow Connector 16">
            <a:extLst>
              <a:ext uri="{FF2B5EF4-FFF2-40B4-BE49-F238E27FC236}">
                <a16:creationId xmlns:a16="http://schemas.microsoft.com/office/drawing/2014/main" id="{F3211540-F1B8-7DEA-74C5-4CA55BB62F1A}"/>
              </a:ext>
            </a:extLst>
          </p:cNvPr>
          <p:cNvCxnSpPr>
            <a:cxnSpLocks/>
            <a:stCxn id="35" idx="3"/>
            <a:endCxn id="4" idx="1"/>
          </p:cNvCxnSpPr>
          <p:nvPr/>
        </p:nvCxnSpPr>
        <p:spPr>
          <a:xfrm flipV="1">
            <a:off x="1502453" y="2751845"/>
            <a:ext cx="632287" cy="5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16">
            <a:extLst>
              <a:ext uri="{FF2B5EF4-FFF2-40B4-BE49-F238E27FC236}">
                <a16:creationId xmlns:a16="http://schemas.microsoft.com/office/drawing/2014/main" id="{182C06CE-3160-074C-435A-1EB5B90A4F7D}"/>
              </a:ext>
            </a:extLst>
          </p:cNvPr>
          <p:cNvCxnSpPr>
            <a:cxnSpLocks/>
            <a:stCxn id="9" idx="2"/>
            <a:endCxn id="35" idx="2"/>
          </p:cNvCxnSpPr>
          <p:nvPr/>
        </p:nvCxnSpPr>
        <p:spPr>
          <a:xfrm rot="5400000">
            <a:off x="3496599" y="733859"/>
            <a:ext cx="627787" cy="5702494"/>
          </a:xfrm>
          <a:prstGeom prst="bentConnector3">
            <a:avLst>
              <a:gd name="adj1" fmla="val 20632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16">
            <a:extLst>
              <a:ext uri="{FF2B5EF4-FFF2-40B4-BE49-F238E27FC236}">
                <a16:creationId xmlns:a16="http://schemas.microsoft.com/office/drawing/2014/main" id="{13107BF0-2B52-E5AC-0E24-AF0A9A1A2895}"/>
              </a:ext>
            </a:extLst>
          </p:cNvPr>
          <p:cNvCxnSpPr>
            <a:cxnSpLocks/>
            <a:stCxn id="35" idx="0"/>
            <a:endCxn id="66" idx="1"/>
          </p:cNvCxnSpPr>
          <p:nvPr/>
        </p:nvCxnSpPr>
        <p:spPr>
          <a:xfrm rot="5400000" flipH="1" flipV="1">
            <a:off x="1181465" y="652448"/>
            <a:ext cx="731055" cy="117549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DAA9CD-7FB8-F283-9DD8-035A6D200BA9}"/>
              </a:ext>
            </a:extLst>
          </p:cNvPr>
          <p:cNvGrpSpPr/>
          <p:nvPr/>
        </p:nvGrpSpPr>
        <p:grpSpPr>
          <a:xfrm>
            <a:off x="2134740" y="355296"/>
            <a:ext cx="1791463" cy="1038741"/>
            <a:chOff x="7507403" y="1006813"/>
            <a:chExt cx="581171" cy="103874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A6B1F32-BAC2-806F-BF6C-8FB0ED067022}"/>
                </a:ext>
              </a:extLst>
            </p:cNvPr>
            <p:cNvSpPr/>
            <p:nvPr/>
          </p:nvSpPr>
          <p:spPr>
            <a:xfrm>
              <a:off x="7538137" y="1386857"/>
              <a:ext cx="52184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3C762A8-BAE8-4CF1-6B13-A2A69F5658FF}"/>
                </a:ext>
              </a:extLst>
            </p:cNvPr>
            <p:cNvSpPr/>
            <p:nvPr/>
          </p:nvSpPr>
          <p:spPr>
            <a:xfrm>
              <a:off x="7507403" y="1006813"/>
              <a:ext cx="581171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68" name="Straight Arrow Connector 16">
            <a:extLst>
              <a:ext uri="{FF2B5EF4-FFF2-40B4-BE49-F238E27FC236}">
                <a16:creationId xmlns:a16="http://schemas.microsoft.com/office/drawing/2014/main" id="{9B0CEDE2-84E6-1402-2CC7-0A42D3181486}"/>
              </a:ext>
            </a:extLst>
          </p:cNvPr>
          <p:cNvCxnSpPr>
            <a:cxnSpLocks/>
            <a:stCxn id="66" idx="3"/>
            <a:endCxn id="9" idx="0"/>
          </p:cNvCxnSpPr>
          <p:nvPr/>
        </p:nvCxnSpPr>
        <p:spPr>
          <a:xfrm>
            <a:off x="3926203" y="874667"/>
            <a:ext cx="2735536" cy="135780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B3CA8BB-AA76-B5BB-E452-821506310D63}"/>
              </a:ext>
            </a:extLst>
          </p:cNvPr>
          <p:cNvSpPr txBox="1"/>
          <p:nvPr/>
        </p:nvSpPr>
        <p:spPr>
          <a:xfrm>
            <a:off x="3974777" y="456955"/>
            <a:ext cx="2282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goals, preferences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646DC6-24A2-EF30-FDDD-28CE3BF4657E}"/>
              </a:ext>
            </a:extLst>
          </p:cNvPr>
          <p:cNvSpPr txBox="1"/>
          <p:nvPr/>
        </p:nvSpPr>
        <p:spPr>
          <a:xfrm>
            <a:off x="2432304" y="4135855"/>
            <a:ext cx="41984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alarms, periodic reports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6C393AB-E469-5595-6D35-F1915A1B616A}"/>
              </a:ext>
            </a:extLst>
          </p:cNvPr>
          <p:cNvGrpSpPr/>
          <p:nvPr/>
        </p:nvGrpSpPr>
        <p:grpSpPr>
          <a:xfrm>
            <a:off x="9419896" y="2236302"/>
            <a:ext cx="2502253" cy="1052126"/>
            <a:chOff x="6214493" y="1588554"/>
            <a:chExt cx="2502253" cy="1052126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AF76F8C-FBAA-11F7-C290-89BFDDCB91CE}"/>
                </a:ext>
              </a:extLst>
            </p:cNvPr>
            <p:cNvGrpSpPr/>
            <p:nvPr/>
          </p:nvGrpSpPr>
          <p:grpSpPr>
            <a:xfrm>
              <a:off x="6214493" y="1588554"/>
              <a:ext cx="2502253" cy="1038741"/>
              <a:chOff x="5877609" y="5100898"/>
              <a:chExt cx="4432894" cy="1038741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05B1014-0B83-CAFC-ED78-25DA68C431A4}"/>
                  </a:ext>
                </a:extLst>
              </p:cNvPr>
              <p:cNvSpPr/>
              <p:nvPr/>
            </p:nvSpPr>
            <p:spPr>
              <a:xfrm>
                <a:off x="6054774" y="5490228"/>
                <a:ext cx="413504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🛎️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Concierge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D5A4EB2-8867-64B9-E482-3C47D989C66F}"/>
                  </a:ext>
                </a:extLst>
              </p:cNvPr>
              <p:cNvSpPr/>
              <p:nvPr/>
            </p:nvSpPr>
            <p:spPr>
              <a:xfrm>
                <a:off x="5877609" y="5100898"/>
                <a:ext cx="4432894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8B019D4-F6D1-4A3F-8B5A-2B4847303752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cxnSp>
        <p:nvCxnSpPr>
          <p:cNvPr id="89" name="Straight Arrow Connector 16">
            <a:extLst>
              <a:ext uri="{FF2B5EF4-FFF2-40B4-BE49-F238E27FC236}">
                <a16:creationId xmlns:a16="http://schemas.microsoft.com/office/drawing/2014/main" id="{476BDD12-768B-A1EE-A120-4E57C2ED873F}"/>
              </a:ext>
            </a:extLst>
          </p:cNvPr>
          <p:cNvCxnSpPr>
            <a:cxnSpLocks/>
            <a:stCxn id="9" idx="3"/>
            <a:endCxn id="85" idx="1"/>
          </p:cNvCxnSpPr>
          <p:nvPr/>
        </p:nvCxnSpPr>
        <p:spPr>
          <a:xfrm>
            <a:off x="7727384" y="2751843"/>
            <a:ext cx="1692512" cy="38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BF44589-050C-20AA-6E95-1C4BE4AE1283}"/>
              </a:ext>
            </a:extLst>
          </p:cNvPr>
          <p:cNvSpPr txBox="1"/>
          <p:nvPr/>
        </p:nvSpPr>
        <p:spPr>
          <a:xfrm>
            <a:off x="7743309" y="2344121"/>
            <a:ext cx="1639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tasks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6C57BB1-4666-8894-268A-7A6C2FECEEB4}"/>
              </a:ext>
            </a:extLst>
          </p:cNvPr>
          <p:cNvGrpSpPr/>
          <p:nvPr/>
        </p:nvGrpSpPr>
        <p:grpSpPr>
          <a:xfrm>
            <a:off x="9344438" y="3535874"/>
            <a:ext cx="2759356" cy="1247134"/>
            <a:chOff x="9060974" y="3380426"/>
            <a:chExt cx="2759356" cy="1247134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8EEAC90-88B2-0317-FEBC-09376B898A81}"/>
                </a:ext>
              </a:extLst>
            </p:cNvPr>
            <p:cNvSpPr txBox="1"/>
            <p:nvPr/>
          </p:nvSpPr>
          <p:spPr>
            <a:xfrm>
              <a:off x="9060974" y="3796562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🧑‍💼</a:t>
              </a:r>
              <a:endParaRPr lang="en-US" sz="48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F7797B7-F8DA-35FA-44FD-D0E01760BCBD}"/>
                </a:ext>
              </a:extLst>
            </p:cNvPr>
            <p:cNvSpPr/>
            <p:nvPr/>
          </p:nvSpPr>
          <p:spPr>
            <a:xfrm>
              <a:off x="9134441" y="3380426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user’s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entourage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64032FF-CCC1-F533-41B7-EAE78F3BB5C2}"/>
                </a:ext>
              </a:extLst>
            </p:cNvPr>
            <p:cNvSpPr txBox="1"/>
            <p:nvPr/>
          </p:nvSpPr>
          <p:spPr>
            <a:xfrm>
              <a:off x="9676366" y="3796561"/>
              <a:ext cx="662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🧕</a:t>
              </a:r>
              <a:endParaRPr lang="en-US" sz="48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9C50324-642B-5F86-7816-BA9AF23EBE6F}"/>
                </a:ext>
              </a:extLst>
            </p:cNvPr>
            <p:cNvSpPr txBox="1"/>
            <p:nvPr/>
          </p:nvSpPr>
          <p:spPr>
            <a:xfrm>
              <a:off x="10298030" y="3796563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👨‍💼</a:t>
              </a:r>
              <a:endParaRPr lang="en-US" sz="48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AA58022-80EA-DD21-649F-B686696B1C51}"/>
                </a:ext>
              </a:extLst>
            </p:cNvPr>
            <p:cNvSpPr txBox="1"/>
            <p:nvPr/>
          </p:nvSpPr>
          <p:spPr>
            <a:xfrm>
              <a:off x="10885379" y="3796562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</p:grpSp>
      <p:cxnSp>
        <p:nvCxnSpPr>
          <p:cNvPr id="105" name="Straight Arrow Connector 16">
            <a:extLst>
              <a:ext uri="{FF2B5EF4-FFF2-40B4-BE49-F238E27FC236}">
                <a16:creationId xmlns:a16="http://schemas.microsoft.com/office/drawing/2014/main" id="{8B323D35-27EE-31D2-2F2D-FF5A9B1799E0}"/>
              </a:ext>
            </a:extLst>
          </p:cNvPr>
          <p:cNvCxnSpPr>
            <a:cxnSpLocks/>
            <a:stCxn id="28" idx="2"/>
          </p:cNvCxnSpPr>
          <p:nvPr/>
        </p:nvCxnSpPr>
        <p:spPr>
          <a:xfrm rot="16200000" flipH="1">
            <a:off x="7853178" y="2692137"/>
            <a:ext cx="982824" cy="213806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69F47515-4EC7-6E1D-C5C0-DB418F928472}"/>
              </a:ext>
            </a:extLst>
          </p:cNvPr>
          <p:cNvSpPr txBox="1"/>
          <p:nvPr/>
        </p:nvSpPr>
        <p:spPr>
          <a:xfrm>
            <a:off x="7177765" y="4278185"/>
            <a:ext cx="2249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notifications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79123A-364B-749A-CDC4-9437329B1F65}"/>
              </a:ext>
            </a:extLst>
          </p:cNvPr>
          <p:cNvSpPr txBox="1"/>
          <p:nvPr/>
        </p:nvSpPr>
        <p:spPr>
          <a:xfrm>
            <a:off x="178670" y="6248084"/>
            <a:ext cx="149399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ADVISOR</a:t>
            </a:r>
          </a:p>
        </p:txBody>
      </p:sp>
    </p:spTree>
    <p:extLst>
      <p:ext uri="{BB962C8B-B14F-4D97-AF65-F5344CB8AC3E}">
        <p14:creationId xmlns:p14="http://schemas.microsoft.com/office/powerpoint/2010/main" val="236021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47385</TotalTime>
  <Words>174</Words>
  <Application>Microsoft Macintosh PowerPoint</Application>
  <PresentationFormat>Widescreen</PresentationFormat>
  <Paragraphs>106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Amazon Ember</vt:lpstr>
      <vt:lpstr>Amazon Ember Display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153</cp:revision>
  <dcterms:created xsi:type="dcterms:W3CDTF">2022-10-07T16:14:37Z</dcterms:created>
  <dcterms:modified xsi:type="dcterms:W3CDTF">2025-04-22T20:20:03Z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2025-04-22T20:20:03Z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d3358abf-0db2-4b36-bc74-9ee7b0da5239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