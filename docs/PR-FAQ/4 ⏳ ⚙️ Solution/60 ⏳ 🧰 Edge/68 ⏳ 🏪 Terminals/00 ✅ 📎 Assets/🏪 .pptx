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838" r:id="rId2"/>
    <p:sldId id="1759" r:id="rId3"/>
  </p:sldIdLst>
  <p:sldSz cx="12192000" cy="6858000"/>
  <p:notesSz cx="6858000" cy="9144000"/>
  <p:embeddedFontLst>
    <p:embeddedFont>
      <p:font typeface="Amazon Ember" panose="020B0603020204020204" pitchFamily="34" charset="0"/>
      <p:regular r:id="rId6"/>
      <p:bold r:id="rId7"/>
      <p:italic r:id="rId8"/>
      <p:boldItalic r:id="rId9"/>
    </p:embeddedFont>
    <p:embeddedFont>
      <p:font typeface="Amazon Ember Display" panose="020B0603020204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🏪 Edge Terminals" id="{2AA81281-DCF9-3443-BAAE-EFE2A967C7F8}">
          <p14:sldIdLst>
            <p14:sldId id="1838"/>
            <p14:sldId id="17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a Sylcott" initials="AS" lastIdx="1" clrIdx="0">
    <p:extLst>
      <p:ext uri="{19B8F6BF-5375-455C-9EA6-DF929625EA0E}">
        <p15:presenceInfo xmlns:p15="http://schemas.microsoft.com/office/powerpoint/2012/main" userId="a657808d9f8d3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5200"/>
    <a:srgbClr val="AB7942"/>
    <a:srgbClr val="411256"/>
    <a:srgbClr val="C0884B"/>
    <a:srgbClr val="152784"/>
    <a:srgbClr val="ED7100"/>
    <a:srgbClr val="8C4FFF"/>
    <a:srgbClr val="CA24D2"/>
    <a:srgbClr val="BF22C6"/>
    <a:srgbClr val="B82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2DE63D5-997A-4646-A377-4702673A728D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62" autoAdjust="0"/>
    <p:restoredTop sz="96966" autoAdjust="0"/>
  </p:normalViewPr>
  <p:slideViewPr>
    <p:cSldViewPr snapToGrid="0">
      <p:cViewPr varScale="1">
        <p:scale>
          <a:sx n="123" d="100"/>
          <a:sy n="123" d="100"/>
        </p:scale>
        <p:origin x="58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0" d="100"/>
        <a:sy n="140" d="100"/>
      </p:scale>
      <p:origin x="0" y="0"/>
    </p:cViewPr>
  </p:sorterViewPr>
  <p:notesViewPr>
    <p:cSldViewPr snapToGrid="0" showGuides="1">
      <p:cViewPr varScale="1">
        <p:scale>
          <a:sx n="118" d="100"/>
          <a:sy n="118" d="100"/>
        </p:scale>
        <p:origin x="516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0" Type="http://schemas.openxmlformats.org/officeDocument/2006/relationships/font" Target="fonts/font5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4.fntdata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30B3F9-42E9-426B-B3D2-D6012D7491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ctr"/>
            <a:fld id="{C71F7584-9745-40DA-BD49-9A41A97B2D2E}" type="slidenum">
              <a:rPr lang="en-US" sz="1000" smtClean="0"/>
              <a:pPr algn="ctr"/>
              <a:t>‹#›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12925300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457200"/>
            <a:ext cx="5981700" cy="336470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19100" y="4197679"/>
            <a:ext cx="6000750" cy="432880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9431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/>
            </a:lvl1pPr>
          </a:lstStyle>
          <a:p>
            <a:fld id="{A3D89E5F-BEEF-42A1-A57B-E5A736D5119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719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3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5425" indent="-1063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463550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747713" indent="-1190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973138" indent="-11747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2160" userDrawn="1">
          <p15:clr>
            <a:srgbClr val="F26B43"/>
          </p15:clr>
        </p15:guide>
        <p15:guide id="2" orient="horz" pos="2880" userDrawn="1">
          <p15:clr>
            <a:srgbClr val="F26B43"/>
          </p15:clr>
        </p15:guide>
        <p15:guide id="3" pos="264" userDrawn="1">
          <p15:clr>
            <a:srgbClr val="F26B43"/>
          </p15:clr>
        </p15:guide>
        <p15:guide id="4" pos="4056" userDrawn="1">
          <p15:clr>
            <a:srgbClr val="F26B43"/>
          </p15:clr>
        </p15:guide>
        <p15:guide id="5" orient="horz" pos="288" userDrawn="1">
          <p15:clr>
            <a:srgbClr val="F26B43"/>
          </p15:clr>
        </p15:guide>
        <p15:guide id="6" orient="horz" pos="264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1DE984-16AE-31CB-F6EB-9E948FF26CFC}"/>
              </a:ext>
            </a:extLst>
          </p:cNvPr>
          <p:cNvSpPr/>
          <p:nvPr userDrawn="1"/>
        </p:nvSpPr>
        <p:spPr>
          <a:xfrm>
            <a:off x="-8546" y="-8547"/>
            <a:ext cx="12238646" cy="6895121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45720" tIns="45720" rIns="45720"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7254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1148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1pPr>
      <a:lvl2pPr marL="5143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2pPr>
      <a:lvl3pPr marL="8572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mazon Ember" panose="020B0603020204020204" pitchFamily="34" charset="0"/>
        <a:buChar char="–"/>
        <a:defRPr sz="18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3pPr>
      <a:lvl4pPr marL="10858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4pPr>
      <a:lvl5pPr marL="1314450" indent="-1714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mazon Ember Display" panose="020F0603020204020204" pitchFamily="34" charset="0"/>
          <a:ea typeface="Amazon Ember Display" panose="020F0603020204020204" pitchFamily="34" charset="0"/>
          <a:cs typeface="Amazon Ember Display" panose="020F0603020204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40" userDrawn="1">
          <p15:clr>
            <a:srgbClr val="F26B43"/>
          </p15:clr>
        </p15:guide>
        <p15:guide id="2" pos="7440" userDrawn="1">
          <p15:clr>
            <a:srgbClr val="F26B43"/>
          </p15:clr>
        </p15:guide>
        <p15:guide id="3" orient="horz" pos="192" userDrawn="1">
          <p15:clr>
            <a:srgbClr val="F26B43"/>
          </p15:clr>
        </p15:guide>
        <p15:guide id="4" orient="horz" pos="3936" userDrawn="1">
          <p15:clr>
            <a:srgbClr val="F26B43"/>
          </p15:clr>
        </p15:guide>
        <p15:guide id="5" orient="horz" pos="9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7411-1531-568E-5C2E-523475236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BE7244-C656-D4E5-3431-63C27FE2E233}"/>
              </a:ext>
            </a:extLst>
          </p:cNvPr>
          <p:cNvSpPr txBox="1"/>
          <p:nvPr/>
        </p:nvSpPr>
        <p:spPr>
          <a:xfrm>
            <a:off x="1521508" y="1613118"/>
            <a:ext cx="9148983" cy="3631763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GB" sz="11500" dirty="0">
                <a:solidFill>
                  <a:srgbClr val="FFFF00"/>
                </a:solidFill>
              </a:rPr>
              <a:t>🏪 Edge Terminals</a:t>
            </a:r>
          </a:p>
        </p:txBody>
      </p:sp>
    </p:spTree>
    <p:extLst>
      <p:ext uri="{BB962C8B-B14F-4D97-AF65-F5344CB8AC3E}">
        <p14:creationId xmlns:p14="http://schemas.microsoft.com/office/powerpoint/2010/main" val="23350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1D5B1-3533-087F-3B53-22BF4B81C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CE7DFF5E-7867-FDE7-CB40-276DB2732049}"/>
              </a:ext>
            </a:extLst>
          </p:cNvPr>
          <p:cNvSpPr/>
          <p:nvPr/>
        </p:nvSpPr>
        <p:spPr>
          <a:xfrm>
            <a:off x="7448681" y="1341364"/>
            <a:ext cx="1997631" cy="3560856"/>
          </a:xfrm>
          <a:prstGeom prst="rect">
            <a:avLst/>
          </a:prstGeom>
          <a:solidFill>
            <a:srgbClr val="252525"/>
          </a:solidFill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🏪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kiosk 1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E56E236-ABFB-CD74-494D-03CC3FD6FEA1}"/>
              </a:ext>
            </a:extLst>
          </p:cNvPr>
          <p:cNvGrpSpPr/>
          <p:nvPr/>
        </p:nvGrpSpPr>
        <p:grpSpPr>
          <a:xfrm>
            <a:off x="10376055" y="1400370"/>
            <a:ext cx="1280432" cy="1594762"/>
            <a:chOff x="10042321" y="1042598"/>
            <a:chExt cx="1280432" cy="159476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47061367-0E51-1CE0-5A56-CC12A1636562}"/>
                </a:ext>
              </a:extLst>
            </p:cNvPr>
            <p:cNvSpPr/>
            <p:nvPr/>
          </p:nvSpPr>
          <p:spPr>
            <a:xfrm>
              <a:off x="10144485" y="1305400"/>
              <a:ext cx="1086416" cy="1331960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GB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A0BC860-DEF6-94F4-D07D-C616E8D3CDFB}"/>
                </a:ext>
              </a:extLst>
            </p:cNvPr>
            <p:cNvGrpSpPr/>
            <p:nvPr/>
          </p:nvGrpSpPr>
          <p:grpSpPr>
            <a:xfrm>
              <a:off x="10042321" y="1042598"/>
              <a:ext cx="1280432" cy="1544444"/>
              <a:chOff x="3065997" y="136451"/>
              <a:chExt cx="1280432" cy="1544444"/>
            </a:xfrm>
          </p:grpSpPr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B35637-CED1-3284-9FE5-74761C75E5A4}"/>
                  </a:ext>
                </a:extLst>
              </p:cNvPr>
              <p:cNvSpPr txBox="1"/>
              <p:nvPr/>
            </p:nvSpPr>
            <p:spPr>
              <a:xfrm>
                <a:off x="3208786" y="136451"/>
                <a:ext cx="1005166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88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🧑‍🦱</a:t>
                </a:r>
                <a:endParaRPr lang="en-GB" sz="8800" dirty="0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C155B2-7C90-E633-E2EA-D126FCC9F09D}"/>
                  </a:ext>
                </a:extLst>
              </p:cNvPr>
              <p:cNvSpPr txBox="1"/>
              <p:nvPr/>
            </p:nvSpPr>
            <p:spPr>
              <a:xfrm flipH="1">
                <a:off x="3566678" y="1311563"/>
                <a:ext cx="271970" cy="3693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algn="l"/>
                <a:r>
                  <a:rPr lang="en-GB" dirty="0"/>
                  <a:t>     </a:t>
                </a:r>
              </a:p>
            </p:txBody>
          </p:sp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B0F5DCDA-9E86-C45B-5DA7-6ABD87A195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65997" y="1275131"/>
                <a:ext cx="128043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Wingdings" panose="05000000000000000000" pitchFamily="2" charset="2"/>
                  <a:buChar char="§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SzPct val="90000"/>
                  <a:buFont typeface="Amazon Ember" panose="020B0603020204020204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1200"/>
                  </a:spcAft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mazon Ember" panose="020B0603020204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sz="2000" i="1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user</a:t>
                </a:r>
              </a:p>
            </p:txBody>
          </p:sp>
        </p:grpSp>
      </p:grpSp>
      <p:cxnSp>
        <p:nvCxnSpPr>
          <p:cNvPr id="25" name="Straight Arrow Connector 12">
            <a:extLst>
              <a:ext uri="{FF2B5EF4-FFF2-40B4-BE49-F238E27FC236}">
                <a16:creationId xmlns:a16="http://schemas.microsoft.com/office/drawing/2014/main" id="{A83FDEB3-6A8B-0D3D-B0CA-C79F28CBF4B5}"/>
              </a:ext>
            </a:extLst>
          </p:cNvPr>
          <p:cNvCxnSpPr>
            <a:cxnSpLocks/>
            <a:stCxn id="97" idx="3"/>
          </p:cNvCxnSpPr>
          <p:nvPr/>
        </p:nvCxnSpPr>
        <p:spPr>
          <a:xfrm>
            <a:off x="9333205" y="2009183"/>
            <a:ext cx="1145014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5B9A94AE-A225-2A11-1F98-9F61BE1535EE}"/>
              </a:ext>
            </a:extLst>
          </p:cNvPr>
          <p:cNvSpPr/>
          <p:nvPr/>
        </p:nvSpPr>
        <p:spPr>
          <a:xfrm>
            <a:off x="7547523" y="2387553"/>
            <a:ext cx="1790132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🖥️ 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Touch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AA81DF-076F-70DE-6758-2F779D56495F}"/>
              </a:ext>
            </a:extLst>
          </p:cNvPr>
          <p:cNvSpPr/>
          <p:nvPr/>
        </p:nvSpPr>
        <p:spPr>
          <a:xfrm>
            <a:off x="7448681" y="5123618"/>
            <a:ext cx="2008326" cy="349242"/>
          </a:xfrm>
          <a:prstGeom prst="rect">
            <a:avLst/>
          </a:prstGeom>
          <a:solidFill>
            <a:srgbClr val="252525"/>
          </a:solidFill>
          <a:ln w="12700">
            <a:solidFill>
              <a:srgbClr val="5A6B8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baseline="-11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🏪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kiosk N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2800" baseline="-11000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61B5733-92A0-EB58-16EA-44B7791A85CF}"/>
              </a:ext>
            </a:extLst>
          </p:cNvPr>
          <p:cNvGrpSpPr/>
          <p:nvPr/>
        </p:nvGrpSpPr>
        <p:grpSpPr>
          <a:xfrm>
            <a:off x="7505409" y="2873100"/>
            <a:ext cx="1839932" cy="1446253"/>
            <a:chOff x="7409159" y="2873100"/>
            <a:chExt cx="1839932" cy="1446253"/>
          </a:xfrm>
        </p:grpSpPr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9C6D190-495D-9518-C3E0-9F6103EED92C}"/>
                </a:ext>
              </a:extLst>
            </p:cNvPr>
            <p:cNvSpPr/>
            <p:nvPr/>
          </p:nvSpPr>
          <p:spPr>
            <a:xfrm>
              <a:off x="7450395" y="3044965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 Wallet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B327699-8C23-2756-E8C6-E6CABD045033}"/>
                </a:ext>
              </a:extLst>
            </p:cNvPr>
            <p:cNvSpPr/>
            <p:nvPr/>
          </p:nvSpPr>
          <p:spPr>
            <a:xfrm>
              <a:off x="8086778" y="3690271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4D699118-B827-9C77-BA28-4122CFE668C0}"/>
                </a:ext>
              </a:extLst>
            </p:cNvPr>
            <p:cNvSpPr/>
            <p:nvPr/>
          </p:nvSpPr>
          <p:spPr>
            <a:xfrm>
              <a:off x="8719051" y="3690270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58B87D59-189D-53CE-9F51-4F3311A60576}"/>
                </a:ext>
              </a:extLst>
            </p:cNvPr>
            <p:cNvSpPr/>
            <p:nvPr/>
          </p:nvSpPr>
          <p:spPr>
            <a:xfrm>
              <a:off x="7446823" y="3690271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5240B49-5C1B-160D-5444-3E9AB85FD9AF}"/>
                </a:ext>
              </a:extLst>
            </p:cNvPr>
            <p:cNvSpPr txBox="1"/>
            <p:nvPr/>
          </p:nvSpPr>
          <p:spPr>
            <a:xfrm>
              <a:off x="7409159" y="2873100"/>
              <a:ext cx="65749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5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🧕</a:t>
              </a:r>
              <a:endParaRPr lang="en-US" sz="54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BCC0111-706B-F805-CD41-8EDD7C3254C7}"/>
                </a:ext>
              </a:extLst>
            </p:cNvPr>
            <p:cNvSpPr txBox="1"/>
            <p:nvPr/>
          </p:nvSpPr>
          <p:spPr>
            <a:xfrm>
              <a:off x="7430010" y="3549912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1C788A1-F0A0-C4FA-BCBE-3A836CEFB0E7}"/>
              </a:ext>
            </a:extLst>
          </p:cNvPr>
          <p:cNvGrpSpPr/>
          <p:nvPr/>
        </p:nvGrpSpPr>
        <p:grpSpPr>
          <a:xfrm>
            <a:off x="5006544" y="2829555"/>
            <a:ext cx="1601270" cy="1006648"/>
            <a:chOff x="7507403" y="1006814"/>
            <a:chExt cx="691415" cy="1006648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06CA7732-572E-A165-5BE6-5149B8DE260C}"/>
                </a:ext>
              </a:extLst>
            </p:cNvPr>
            <p:cNvSpPr/>
            <p:nvPr/>
          </p:nvSpPr>
          <p:spPr>
            <a:xfrm>
              <a:off x="7538137" y="1386857"/>
              <a:ext cx="628958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🤗</a:t>
              </a:r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Host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B6E77E0D-9DD8-5BBC-7767-2402D96F44D5}"/>
                </a:ext>
              </a:extLst>
            </p:cNvPr>
            <p:cNvSpPr/>
            <p:nvPr/>
          </p:nvSpPr>
          <p:spPr>
            <a:xfrm>
              <a:off x="7507403" y="1006814"/>
              <a:ext cx="691415" cy="1006648"/>
            </a:xfrm>
            <a:prstGeom prst="rect">
              <a:avLst/>
            </a:prstGeom>
            <a:noFill/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👥</a:t>
              </a:r>
              <a:r>
                <a:rPr lang="en-GB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Domain</a:t>
              </a:r>
            </a:p>
          </p:txBody>
        </p:sp>
      </p:grpSp>
      <p:cxnSp>
        <p:nvCxnSpPr>
          <p:cNvPr id="50" name="Straight Arrow Connector 12">
            <a:extLst>
              <a:ext uri="{FF2B5EF4-FFF2-40B4-BE49-F238E27FC236}">
                <a16:creationId xmlns:a16="http://schemas.microsoft.com/office/drawing/2014/main" id="{100E79E2-718C-8022-9728-205BFE5C849E}"/>
              </a:ext>
            </a:extLst>
          </p:cNvPr>
          <p:cNvCxnSpPr>
            <a:cxnSpLocks/>
            <a:stCxn id="45" idx="3"/>
          </p:cNvCxnSpPr>
          <p:nvPr/>
        </p:nvCxnSpPr>
        <p:spPr>
          <a:xfrm>
            <a:off x="6607814" y="3332879"/>
            <a:ext cx="803288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5" name="Straight Arrow Connector 12">
            <a:extLst>
              <a:ext uri="{FF2B5EF4-FFF2-40B4-BE49-F238E27FC236}">
                <a16:creationId xmlns:a16="http://schemas.microsoft.com/office/drawing/2014/main" id="{C2DFEA36-7B69-B0DF-6BC6-ACFCB79694EB}"/>
              </a:ext>
            </a:extLst>
          </p:cNvPr>
          <p:cNvCxnSpPr>
            <a:cxnSpLocks/>
            <a:stCxn id="45" idx="2"/>
            <a:endCxn id="12" idx="1"/>
          </p:cNvCxnSpPr>
          <p:nvPr/>
        </p:nvCxnSpPr>
        <p:spPr>
          <a:xfrm rot="16200000" flipH="1">
            <a:off x="5896912" y="3746470"/>
            <a:ext cx="1462036" cy="1641502"/>
          </a:xfrm>
          <a:prstGeom prst="bentConnector2">
            <a:avLst/>
          </a:prstGeom>
          <a:ln>
            <a:solidFill>
              <a:schemeClr val="tx1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FA78C38B-1D6D-778C-4698-B7E2F4BE1084}"/>
              </a:ext>
            </a:extLst>
          </p:cNvPr>
          <p:cNvSpPr/>
          <p:nvPr/>
        </p:nvSpPr>
        <p:spPr>
          <a:xfrm>
            <a:off x="7543073" y="1728091"/>
            <a:ext cx="1790132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 📷 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Camera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A5488E0D-14B5-747B-EA07-0771A365CFFF}"/>
              </a:ext>
            </a:extLst>
          </p:cNvPr>
          <p:cNvSpPr/>
          <p:nvPr/>
        </p:nvSpPr>
        <p:spPr>
          <a:xfrm>
            <a:off x="7543073" y="4263954"/>
            <a:ext cx="1801600" cy="562183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>
                <a:lumMod val="5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44000" rIns="0" bIns="144000" anchor="ctr"/>
          <a:lstStyle/>
          <a:p>
            <a:pPr>
              <a:defRPr/>
            </a:pPr>
            <a:r>
              <a:rPr lang="en-GB" sz="3200" baseline="-9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✨ </a:t>
            </a:r>
            <a:r>
              <a:rPr lang="en-GB" sz="240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Scanner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3C3B4606-71A6-5DE6-4562-D37315F0CBA7}"/>
              </a:ext>
            </a:extLst>
          </p:cNvPr>
          <p:cNvSpPr txBox="1"/>
          <p:nvPr/>
        </p:nvSpPr>
        <p:spPr>
          <a:xfrm>
            <a:off x="10245386" y="4601882"/>
            <a:ext cx="1356748" cy="379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🔆</a:t>
            </a:r>
            <a:r>
              <a:rPr lang="en-GB" dirty="0"/>
              <a:t> NFC/QR</a:t>
            </a:r>
          </a:p>
        </p:txBody>
      </p:sp>
      <p:cxnSp>
        <p:nvCxnSpPr>
          <p:cNvPr id="101" name="Straight Arrow Connector 12">
            <a:extLst>
              <a:ext uri="{FF2B5EF4-FFF2-40B4-BE49-F238E27FC236}">
                <a16:creationId xmlns:a16="http://schemas.microsoft.com/office/drawing/2014/main" id="{34424087-6AA8-3328-F82D-32F8953B1014}"/>
              </a:ext>
            </a:extLst>
          </p:cNvPr>
          <p:cNvCxnSpPr>
            <a:cxnSpLocks/>
            <a:stCxn id="2" idx="2"/>
            <a:endCxn id="99" idx="3"/>
          </p:cNvCxnSpPr>
          <p:nvPr/>
        </p:nvCxnSpPr>
        <p:spPr>
          <a:xfrm rot="5400000">
            <a:off x="9408093" y="2931712"/>
            <a:ext cx="1549914" cy="1676754"/>
          </a:xfrm>
          <a:prstGeom prst="bentConnector2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5" name="Straight Arrow Connector 12">
            <a:extLst>
              <a:ext uri="{FF2B5EF4-FFF2-40B4-BE49-F238E27FC236}">
                <a16:creationId xmlns:a16="http://schemas.microsoft.com/office/drawing/2014/main" id="{EE438DE6-80F3-37B4-62B4-9CF0D1FB2CA4}"/>
              </a:ext>
            </a:extLst>
          </p:cNvPr>
          <p:cNvCxnSpPr>
            <a:cxnSpLocks/>
            <a:endCxn id="52" idx="3"/>
          </p:cNvCxnSpPr>
          <p:nvPr/>
        </p:nvCxnSpPr>
        <p:spPr>
          <a:xfrm flipH="1">
            <a:off x="9337655" y="2668645"/>
            <a:ext cx="1140564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1615B75-B20B-0A18-9526-98378C87EBFC}"/>
              </a:ext>
            </a:extLst>
          </p:cNvPr>
          <p:cNvSpPr/>
          <p:nvPr/>
        </p:nvSpPr>
        <p:spPr>
          <a:xfrm>
            <a:off x="4455182" y="259882"/>
            <a:ext cx="5524791" cy="5669972"/>
          </a:xfrm>
          <a:prstGeom prst="rect">
            <a:avLst/>
          </a:prstGeom>
          <a:noFill/>
          <a:ln w="12700">
            <a:solidFill>
              <a:srgbClr val="5A6B8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cxnSp>
        <p:nvCxnSpPr>
          <p:cNvPr id="147" name="Straight Arrow Connector 12">
            <a:extLst>
              <a:ext uri="{FF2B5EF4-FFF2-40B4-BE49-F238E27FC236}">
                <a16:creationId xmlns:a16="http://schemas.microsoft.com/office/drawing/2014/main" id="{3A082EDE-2BB8-C590-0171-D3CC49AFB561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3413805" y="3332879"/>
            <a:ext cx="1592739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1" name="Straight Arrow Connector 12">
            <a:extLst>
              <a:ext uri="{FF2B5EF4-FFF2-40B4-BE49-F238E27FC236}">
                <a16:creationId xmlns:a16="http://schemas.microsoft.com/office/drawing/2014/main" id="{6846AF02-6D60-8E7A-8810-2CEAC1948FE5}"/>
              </a:ext>
            </a:extLst>
          </p:cNvPr>
          <p:cNvCxnSpPr>
            <a:cxnSpLocks/>
            <a:endCxn id="45" idx="0"/>
          </p:cNvCxnSpPr>
          <p:nvPr/>
        </p:nvCxnSpPr>
        <p:spPr>
          <a:xfrm>
            <a:off x="5807179" y="2160583"/>
            <a:ext cx="0" cy="66897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73" name="TextBox 172">
            <a:extLst>
              <a:ext uri="{FF2B5EF4-FFF2-40B4-BE49-F238E27FC236}">
                <a16:creationId xmlns:a16="http://schemas.microsoft.com/office/drawing/2014/main" id="{3EACA585-2D00-65DF-9F78-B9936BDBEEC6}"/>
              </a:ext>
            </a:extLst>
          </p:cNvPr>
          <p:cNvSpPr txBox="1"/>
          <p:nvPr/>
        </p:nvSpPr>
        <p:spPr>
          <a:xfrm>
            <a:off x="5865108" y="2290274"/>
            <a:ext cx="122437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manage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413DE2-53F1-DB11-5EC5-0AAFB09C07FA}"/>
              </a:ext>
            </a:extLst>
          </p:cNvPr>
          <p:cNvSpPr txBox="1"/>
          <p:nvPr/>
        </p:nvSpPr>
        <p:spPr>
          <a:xfrm>
            <a:off x="4718237" y="315877"/>
            <a:ext cx="50106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400" i="1" dirty="0">
                <a:solidFill>
                  <a:schemeClr val="tx1">
                    <a:lumMod val="75000"/>
                  </a:schemeClr>
                </a:solidFill>
                <a:latin typeface="+mj-lt"/>
                <a:cs typeface="Arial" panose="020B0604020202020204" pitchFamily="34" charset="0"/>
              </a:rPr>
              <a:t>organization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4DEBE8-45B2-EBD6-A556-CFDC2F693FF2}"/>
              </a:ext>
            </a:extLst>
          </p:cNvPr>
          <p:cNvSpPr txBox="1"/>
          <p:nvPr/>
        </p:nvSpPr>
        <p:spPr>
          <a:xfrm>
            <a:off x="5820828" y="4869525"/>
            <a:ext cx="1484744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prompts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9CCB84C-F500-7EEB-7F2E-2BC23AA3C8AE}"/>
              </a:ext>
            </a:extLst>
          </p:cNvPr>
          <p:cNvSpPr txBox="1"/>
          <p:nvPr/>
        </p:nvSpPr>
        <p:spPr>
          <a:xfrm>
            <a:off x="6628665" y="2778208"/>
            <a:ext cx="557568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b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</a:br>
            <a:endParaRPr lang="en-GB" sz="2000" i="1" dirty="0">
              <a:solidFill>
                <a:schemeClr val="bg2">
                  <a:lumMod val="40000"/>
                  <a:lumOff val="60000"/>
                </a:schemeClr>
              </a:solidFill>
              <a:effectLst>
                <a:glow>
                  <a:schemeClr val="bg1"/>
                </a:glow>
              </a:effectLst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90BC67-430E-9B12-4C69-A4CE76F4C95F}"/>
              </a:ext>
            </a:extLst>
          </p:cNvPr>
          <p:cNvSpPr txBox="1"/>
          <p:nvPr/>
        </p:nvSpPr>
        <p:spPr>
          <a:xfrm>
            <a:off x="3443421" y="2873100"/>
            <a:ext cx="148474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600"/>
              </a:spcBef>
            </a:pPr>
            <a:r>
              <a:rPr lang="en-GB" sz="2800" baseline="-17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💬</a:t>
            </a:r>
            <a:r>
              <a:rPr lang="en-GB" sz="2000" dirty="0"/>
              <a:t> </a:t>
            </a:r>
            <a:r>
              <a:rPr lang="en-GB" sz="2000" i="1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rPr>
              <a:t>prompts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AACB913-7E41-B5F2-3804-50FE70057C9E}"/>
              </a:ext>
            </a:extLst>
          </p:cNvPr>
          <p:cNvSpPr txBox="1"/>
          <p:nvPr/>
        </p:nvSpPr>
        <p:spPr>
          <a:xfrm>
            <a:off x="9491646" y="2241190"/>
            <a:ext cx="122437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chat</a:t>
            </a:r>
            <a:endParaRPr lang="en-GB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7E08F8-7ECC-822B-2310-759521AB9E99}"/>
              </a:ext>
            </a:extLst>
          </p:cNvPr>
          <p:cNvSpPr txBox="1"/>
          <p:nvPr/>
        </p:nvSpPr>
        <p:spPr>
          <a:xfrm>
            <a:off x="9500494" y="4085103"/>
            <a:ext cx="122437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tap/scan</a:t>
            </a:r>
            <a:endParaRPr lang="en-GB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79B16B-A915-F693-60FA-1E4881F20DBA}"/>
              </a:ext>
            </a:extLst>
          </p:cNvPr>
          <p:cNvSpPr txBox="1"/>
          <p:nvPr/>
        </p:nvSpPr>
        <p:spPr>
          <a:xfrm>
            <a:off x="9500494" y="1595143"/>
            <a:ext cx="1224372" cy="40011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90000"/>
              <a:buFont typeface="Amazon Ember" panose="020B0603020204020204" pitchFamily="34" charset="0"/>
              <a:buNone/>
              <a:defRPr sz="2000" i="1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defRPr>
            </a:lvl1pPr>
            <a:lvl2pPr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Wingdings" panose="05000000000000000000" pitchFamily="2" charset="2"/>
              <a:buChar char="§"/>
              <a:defRPr sz="2400"/>
            </a:lvl2pPr>
            <a:lvl3pPr marL="6858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mazon Ember" panose="020B0603020204020204" pitchFamily="34" charset="0"/>
              <a:buChar char="–"/>
              <a:defRPr sz="2000"/>
            </a:lvl3pPr>
            <a:lvl4pPr marL="9144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4pPr>
            <a:lvl5pPr marL="1143000" indent="-2286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mazon Ember" panose="020B0603020204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mazon Ember" panose="020B0603020204020204" pitchFamily="34" charset="0"/>
              <a:buChar char="•"/>
            </a:lvl9pPr>
          </a:lstStyle>
          <a:p>
            <a:r>
              <a:rPr lang="en-US" dirty="0"/>
              <a:t>selfie</a:t>
            </a:r>
            <a:endParaRPr lang="en-GB" dirty="0"/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219567B-922C-B39D-A3D2-1F440B5BD1B1}"/>
              </a:ext>
            </a:extLst>
          </p:cNvPr>
          <p:cNvGrpSpPr/>
          <p:nvPr/>
        </p:nvGrpSpPr>
        <p:grpSpPr>
          <a:xfrm>
            <a:off x="3610825" y="752334"/>
            <a:ext cx="2996989" cy="1706665"/>
            <a:chOff x="394953" y="2368968"/>
            <a:chExt cx="2996989" cy="1706665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53AA8F98-6500-22AB-9B30-C45A89A23323}"/>
                </a:ext>
              </a:extLst>
            </p:cNvPr>
            <p:cNvGrpSpPr/>
            <p:nvPr/>
          </p:nvGrpSpPr>
          <p:grpSpPr>
            <a:xfrm>
              <a:off x="394953" y="2462625"/>
              <a:ext cx="2996989" cy="1613008"/>
              <a:chOff x="2811628" y="1815992"/>
              <a:chExt cx="2996989" cy="1613008"/>
            </a:xfrm>
          </p:grpSpPr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D67D6179-ABAF-927F-32C3-FC66F295B435}"/>
                  </a:ext>
                </a:extLst>
              </p:cNvPr>
              <p:cNvSpPr/>
              <p:nvPr/>
            </p:nvSpPr>
            <p:spPr>
              <a:xfrm>
                <a:off x="2882537" y="1815992"/>
                <a:ext cx="2926080" cy="1293643"/>
              </a:xfrm>
              <a:prstGeom prst="rect">
                <a:avLst/>
              </a:prstGeom>
              <a:solidFill>
                <a:schemeClr val="bg1">
                  <a:lumMod val="85000"/>
                  <a:lumOff val="15000"/>
                </a:schemeClr>
              </a:solidFill>
              <a:ln w="12700">
                <a:solidFill>
                  <a:srgbClr val="5A6B86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36000"/>
              <a:lstStyle/>
              <a:p>
                <a:endParaRPr lang="en-GB" sz="2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endParaRPr>
              </a:p>
            </p:txBody>
          </p:sp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9211DD3F-8977-316D-2965-10DB72AE3B48}"/>
                  </a:ext>
                </a:extLst>
              </p:cNvPr>
              <p:cNvGrpSpPr/>
              <p:nvPr/>
            </p:nvGrpSpPr>
            <p:grpSpPr>
              <a:xfrm>
                <a:off x="2923381" y="1822277"/>
                <a:ext cx="2885236" cy="1288374"/>
                <a:chOff x="363445" y="426077"/>
                <a:chExt cx="3475203" cy="1288374"/>
              </a:xfrm>
            </p:grpSpPr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658C7DA1-732A-C377-3EC8-7D5FA4AE517C}"/>
                    </a:ext>
                  </a:extLst>
                </p:cNvPr>
                <p:cNvSpPr txBox="1"/>
                <p:nvPr/>
              </p:nvSpPr>
              <p:spPr>
                <a:xfrm flipH="1">
                  <a:off x="3566678" y="1345119"/>
                  <a:ext cx="271970" cy="369332"/>
                </a:xfrm>
                <a:prstGeom prst="rect">
                  <a:avLst/>
                </a:prstGeom>
                <a:noFill/>
              </p:spPr>
              <p:txBody>
                <a:bodyPr wrap="square" lIns="0" rIns="0" rtlCol="0">
                  <a:spAutoFit/>
                </a:bodyPr>
                <a:lstStyle/>
                <a:p>
                  <a:pPr algn="l"/>
                  <a:r>
                    <a:rPr lang="en-GB" dirty="0"/>
                    <a:t>     </a:t>
                  </a:r>
                </a:p>
              </p:txBody>
            </p:sp>
            <p:sp>
              <p:nvSpPr>
                <p:cNvPr id="96" name="Content Placeholder 2">
                  <a:extLst>
                    <a:ext uri="{FF2B5EF4-FFF2-40B4-BE49-F238E27FC236}">
                      <a16:creationId xmlns:a16="http://schemas.microsoft.com/office/drawing/2014/main" id="{D11B1DFB-AC5C-A166-3703-5F7EC35ABA9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63445" y="426077"/>
                  <a:ext cx="1164028" cy="70788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Wingdings" panose="05000000000000000000" pitchFamily="2" charset="2"/>
                    <a:buChar char="§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SzPct val="90000"/>
                    <a:buFont typeface="Amazon Ember" panose="020B0603020204020204" pitchFamily="34" charset="0"/>
                    <a:buChar char="–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9144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1200"/>
                    </a:spcAft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mazon Ember" panose="020B0603020204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lnSpc>
                      <a:spcPct val="100000"/>
                    </a:lnSpc>
                    <a:spcAft>
                      <a:spcPts val="600"/>
                    </a:spcAft>
                    <a:buNone/>
                  </a:pPr>
                  <a:r>
                    <a:rPr lang="en-US" sz="2000" i="1" dirty="0">
                      <a:solidFill>
                        <a:schemeClr val="bg2">
                          <a:lumMod val="40000"/>
                          <a:lumOff val="60000"/>
                        </a:schemeClr>
                      </a:solidFill>
                      <a:effectLst>
                        <a:glow>
                          <a:schemeClr val="bg1"/>
                        </a:glow>
                      </a:effectLst>
                    </a:rPr>
                    <a:t>admin</a:t>
                  </a:r>
                </a:p>
              </p:txBody>
            </p:sp>
          </p:grp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2EDDAF6D-187B-CDB0-486D-8B391E7D1691}"/>
                  </a:ext>
                </a:extLst>
              </p:cNvPr>
              <p:cNvSpPr txBox="1"/>
              <p:nvPr/>
            </p:nvSpPr>
            <p:spPr>
              <a:xfrm>
                <a:off x="2811628" y="2228671"/>
                <a:ext cx="113428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sz="7200" dirty="0"/>
                  <a:t>🧕 </a:t>
                </a:r>
              </a:p>
            </p:txBody>
          </p:sp>
        </p:grpSp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7DBB1C28-07F6-B4EE-33F6-9090720B2592}"/>
                </a:ext>
              </a:extLst>
            </p:cNvPr>
            <p:cNvGrpSpPr/>
            <p:nvPr/>
          </p:nvGrpSpPr>
          <p:grpSpPr>
            <a:xfrm>
              <a:off x="1460169" y="2368968"/>
              <a:ext cx="1839932" cy="1455878"/>
              <a:chOff x="7409159" y="2873100"/>
              <a:chExt cx="1839932" cy="1455878"/>
            </a:xfrm>
          </p:grpSpPr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2E7428E3-7F47-0157-D90D-A01043062DE0}"/>
                  </a:ext>
                </a:extLst>
              </p:cNvPr>
              <p:cNvSpPr/>
              <p:nvPr/>
            </p:nvSpPr>
            <p:spPr>
              <a:xfrm>
                <a:off x="7450395" y="3044965"/>
                <a:ext cx="1791009" cy="56218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r>
                  <a:rPr lang="en-GB" sz="2400" dirty="0">
                    <a:solidFill>
                      <a:sysClr val="windowText" lastClr="000000"/>
                    </a:solidFill>
                    <a:latin typeface="+mj-lt"/>
                    <a:cs typeface="Arial" panose="020B0604020202020204" pitchFamily="34" charset="0"/>
                  </a:rPr>
                  <a:t>     Wallet</a:t>
                </a: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6B102688-5A39-B0FC-4EAB-5282F4FE4A1A}"/>
                  </a:ext>
                </a:extLst>
              </p:cNvPr>
              <p:cNvSpPr/>
              <p:nvPr/>
            </p:nvSpPr>
            <p:spPr>
              <a:xfrm>
                <a:off x="8086778" y="369027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📣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113F1097-BB07-C42C-0E42-EAD03D3DD958}"/>
                  </a:ext>
                </a:extLst>
              </p:cNvPr>
              <p:cNvSpPr/>
              <p:nvPr/>
            </p:nvSpPr>
            <p:spPr>
              <a:xfrm>
                <a:off x="8719051" y="3690270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r>
                  <a:rPr lang="en-GB" sz="3200" baseline="-10000" dirty="0"/>
                  <a:t>📱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A99731BD-E796-69C1-CC0B-C44450CB9FE5}"/>
                  </a:ext>
                </a:extLst>
              </p:cNvPr>
              <p:cNvSpPr/>
              <p:nvPr/>
            </p:nvSpPr>
            <p:spPr>
              <a:xfrm>
                <a:off x="7446823" y="3690271"/>
                <a:ext cx="530040" cy="482053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 w="28575">
                <a:solidFill>
                  <a:schemeClr val="tx1">
                    <a:lumMod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44000" tIns="144000" rIns="144000" bIns="144000" anchor="ctr"/>
              <a:lstStyle/>
              <a:p>
                <a:pPr>
                  <a:lnSpc>
                    <a:spcPts val="1500"/>
                  </a:lnSpc>
                  <a:defRPr/>
                </a:pPr>
                <a:r>
                  <a:rPr lang="en-GB" sz="32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 </a:t>
                </a:r>
                <a:endPara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0FCD5E5-6252-A0E8-687C-DDE3C3ABB281}"/>
                  </a:ext>
                </a:extLst>
              </p:cNvPr>
              <p:cNvSpPr txBox="1"/>
              <p:nvPr/>
            </p:nvSpPr>
            <p:spPr>
              <a:xfrm>
                <a:off x="7409159" y="2873100"/>
                <a:ext cx="65749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5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🧕</a:t>
                </a:r>
                <a:endParaRPr lang="en-US" sz="5400" dirty="0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E99F8D47-871A-AD72-6A69-CF9B4772C1F4}"/>
                  </a:ext>
                </a:extLst>
              </p:cNvPr>
              <p:cNvSpPr txBox="1"/>
              <p:nvPr/>
            </p:nvSpPr>
            <p:spPr>
              <a:xfrm>
                <a:off x="7430010" y="3559537"/>
                <a:ext cx="502683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4400" baseline="-9000" dirty="0">
                    <a:solidFill>
                      <a:schemeClr val="bg2">
                        <a:lumMod val="40000"/>
                        <a:lumOff val="60000"/>
                      </a:schemeClr>
                    </a:solidFill>
                    <a:effectLst>
                      <a:glow>
                        <a:schemeClr val="bg1"/>
                      </a:glow>
                    </a:effectLst>
                  </a:rPr>
                  <a:t>🤵</a:t>
                </a:r>
                <a:endParaRPr lang="en-US" sz="4400" dirty="0"/>
              </a:p>
            </p:txBody>
          </p:sp>
        </p:grp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180A4F1B-52D2-712A-4F6B-4E47C258EF87}"/>
              </a:ext>
            </a:extLst>
          </p:cNvPr>
          <p:cNvGrpSpPr/>
          <p:nvPr/>
        </p:nvGrpSpPr>
        <p:grpSpPr>
          <a:xfrm>
            <a:off x="516107" y="2645481"/>
            <a:ext cx="2906142" cy="1458130"/>
            <a:chOff x="5578804" y="148534"/>
            <a:chExt cx="2906142" cy="1458130"/>
          </a:xfrm>
        </p:grpSpPr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28566CFA-C580-F08D-1CC1-EE8025124ECB}"/>
                </a:ext>
              </a:extLst>
            </p:cNvPr>
            <p:cNvSpPr/>
            <p:nvPr/>
          </p:nvSpPr>
          <p:spPr>
            <a:xfrm>
              <a:off x="5578804" y="162390"/>
              <a:ext cx="2906142" cy="1316816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 w="12700">
              <a:solidFill>
                <a:srgbClr val="5A6B8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36000"/>
            <a:lstStyle/>
            <a:p>
              <a:endPara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effectLst>
                  <a:glow>
                    <a:schemeClr val="bg1"/>
                  </a:glow>
                </a:effectLst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C25B9F93-9018-D938-6FA7-C8E62D63067C}"/>
                </a:ext>
              </a:extLst>
            </p:cNvPr>
            <p:cNvSpPr/>
            <p:nvPr/>
          </p:nvSpPr>
          <p:spPr>
            <a:xfrm>
              <a:off x="6593268" y="253686"/>
              <a:ext cx="1791009" cy="56218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r>
                <a:rPr lang="en-GB" sz="2400" dirty="0">
                  <a:solidFill>
                    <a:sysClr val="windowText" lastClr="000000"/>
                  </a:solidFill>
                  <a:latin typeface="+mj-lt"/>
                  <a:cs typeface="Arial" panose="020B0604020202020204" pitchFamily="34" charset="0"/>
                </a:rPr>
                <a:t>    Wallet</a:t>
              </a: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5CD52533-63A4-2DB3-2071-5FB143EF7CFB}"/>
                </a:ext>
              </a:extLst>
            </p:cNvPr>
            <p:cNvSpPr/>
            <p:nvPr/>
          </p:nvSpPr>
          <p:spPr>
            <a:xfrm>
              <a:off x="7229651" y="898992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📣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E48A9CA-A7B3-DA4D-DCE9-CA3FDA3267CA}"/>
                </a:ext>
              </a:extLst>
            </p:cNvPr>
            <p:cNvSpPr/>
            <p:nvPr/>
          </p:nvSpPr>
          <p:spPr>
            <a:xfrm>
              <a:off x="7861924" y="898991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</a:t>
              </a:r>
              <a:r>
                <a:rPr lang="en-GB" sz="3200" baseline="-10000" dirty="0"/>
                <a:t>📱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81E057F9-70A7-9679-9489-9F9AA8D72B54}"/>
                </a:ext>
              </a:extLst>
            </p:cNvPr>
            <p:cNvSpPr/>
            <p:nvPr/>
          </p:nvSpPr>
          <p:spPr>
            <a:xfrm>
              <a:off x="6589696" y="898992"/>
              <a:ext cx="530040" cy="482053"/>
            </a:xfrm>
            <a:prstGeom prst="rect">
              <a:avLst/>
            </a:prstGeom>
            <a:solidFill>
              <a:schemeClr val="tx1">
                <a:lumMod val="95000"/>
              </a:schemeClr>
            </a:solidFill>
            <a:ln w="28575">
              <a:solidFill>
                <a:schemeClr val="tx1">
                  <a:lumMod val="5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44000" tIns="144000" rIns="144000" bIns="144000" anchor="ctr"/>
            <a:lstStyle/>
            <a:p>
              <a:pPr>
                <a:lnSpc>
                  <a:spcPts val="1500"/>
                </a:lnSpc>
                <a:defRPr/>
              </a:pPr>
              <a:r>
                <a:rPr lang="en-GB" sz="32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  </a:t>
              </a:r>
              <a:endParaRPr lang="en-GB" sz="2400" dirty="0">
                <a:solidFill>
                  <a:sysClr val="windowText" lastClr="000000"/>
                </a:solidFill>
                <a:latin typeface="+mj-lt"/>
                <a:cs typeface="Arial" panose="020B0604020202020204" pitchFamily="34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EE7B4D99-355D-0C13-00C8-1187DEB39C81}"/>
                </a:ext>
              </a:extLst>
            </p:cNvPr>
            <p:cNvSpPr txBox="1"/>
            <p:nvPr/>
          </p:nvSpPr>
          <p:spPr>
            <a:xfrm>
              <a:off x="6576210" y="769821"/>
              <a:ext cx="502683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44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🤵</a:t>
              </a:r>
              <a:endParaRPr lang="en-US" sz="44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F7E1EA4D-E893-EA83-4E90-8A33042CCCB8}"/>
                </a:ext>
              </a:extLst>
            </p:cNvPr>
            <p:cNvSpPr txBox="1"/>
            <p:nvPr/>
          </p:nvSpPr>
          <p:spPr>
            <a:xfrm>
              <a:off x="5578804" y="160114"/>
              <a:ext cx="1005166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GB" sz="88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GB" sz="8800" dirty="0"/>
            </a:p>
          </p:txBody>
        </p:sp>
        <p:sp>
          <p:nvSpPr>
            <p:cNvPr id="110" name="Content Placeholder 2">
              <a:extLst>
                <a:ext uri="{FF2B5EF4-FFF2-40B4-BE49-F238E27FC236}">
                  <a16:creationId xmlns:a16="http://schemas.microsoft.com/office/drawing/2014/main" id="{335D3652-3FC5-2520-1853-0CE7B03BA18E}"/>
                </a:ext>
              </a:extLst>
            </p:cNvPr>
            <p:cNvSpPr txBox="1">
              <a:spLocks/>
            </p:cNvSpPr>
            <p:nvPr/>
          </p:nvSpPr>
          <p:spPr>
            <a:xfrm>
              <a:off x="5599325" y="148534"/>
              <a:ext cx="96200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Wingdings" panose="05000000000000000000" pitchFamily="2" charset="2"/>
                <a:buChar char="§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SzPct val="90000"/>
                <a:buFont typeface="Amazon Ember" panose="020B0603020204020204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914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1200"/>
                </a:spcAft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mazon Ember" panose="020B0603020204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spcAft>
                  <a:spcPts val="600"/>
                </a:spcAft>
                <a:buNone/>
              </a:pPr>
              <a:r>
                <a:rPr lang="en-US" sz="2000" i="1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user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32E1F59E-C6E6-41CE-E34B-0D935A6FCE4A}"/>
                </a:ext>
              </a:extLst>
            </p:cNvPr>
            <p:cNvSpPr txBox="1"/>
            <p:nvPr/>
          </p:nvSpPr>
          <p:spPr>
            <a:xfrm>
              <a:off x="6606493" y="192605"/>
              <a:ext cx="57438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3600" baseline="-9000" dirty="0">
                  <a:solidFill>
                    <a:schemeClr val="bg2">
                      <a:lumMod val="40000"/>
                      <a:lumOff val="60000"/>
                    </a:schemeClr>
                  </a:solidFill>
                  <a:effectLst>
                    <a:glow>
                      <a:schemeClr val="bg1"/>
                    </a:glow>
                  </a:effectLst>
                </a:rPr>
                <a:t>🧑‍🦰</a:t>
              </a:r>
              <a:endParaRPr lang="en-US" sz="3600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72B70FEE-C63D-39AB-D5AC-19E99378A254}"/>
              </a:ext>
            </a:extLst>
          </p:cNvPr>
          <p:cNvSpPr txBox="1"/>
          <p:nvPr/>
        </p:nvSpPr>
        <p:spPr>
          <a:xfrm>
            <a:off x="206409" y="6409189"/>
            <a:ext cx="660437" cy="369332"/>
          </a:xfrm>
          <a:prstGeom prst="rect">
            <a:avLst/>
          </a:prstGeom>
          <a:noFill/>
        </p:spPr>
        <p:txBody>
          <a:bodyPr wrap="none" lIns="0" rIns="0" rtlCol="0">
            <a:spAutoFit/>
          </a:bodyPr>
          <a:lstStyle/>
          <a:p>
            <a:pPr algn="l"/>
            <a:r>
              <a:rPr lang="en-US" dirty="0">
                <a:solidFill>
                  <a:srgbClr val="FFFF00"/>
                </a:solidFill>
              </a:rPr>
              <a:t>KIOSK</a:t>
            </a:r>
          </a:p>
        </p:txBody>
      </p:sp>
    </p:spTree>
    <p:extLst>
      <p:ext uri="{BB962C8B-B14F-4D97-AF65-F5344CB8AC3E}">
        <p14:creationId xmlns:p14="http://schemas.microsoft.com/office/powerpoint/2010/main" val="2579553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WS">
  <a:themeElements>
    <a:clrScheme name="Custom 1">
      <a:dk1>
        <a:srgbClr val="000000"/>
      </a:dk1>
      <a:lt1>
        <a:srgbClr val="FFFFFF"/>
      </a:lt1>
      <a:dk2>
        <a:srgbClr val="424242"/>
      </a:dk2>
      <a:lt2>
        <a:srgbClr val="E7E6E6"/>
      </a:lt2>
      <a:accent1>
        <a:srgbClr val="EE7674"/>
      </a:accent1>
      <a:accent2>
        <a:srgbClr val="EB975C"/>
      </a:accent2>
      <a:accent3>
        <a:srgbClr val="D8B83E"/>
      </a:accent3>
      <a:accent4>
        <a:srgbClr val="77AD41"/>
      </a:accent4>
      <a:accent5>
        <a:srgbClr val="4E68E3"/>
      </a:accent5>
      <a:accent6>
        <a:srgbClr val="AA87F0"/>
      </a:accent6>
      <a:hlink>
        <a:srgbClr val="5DADFD"/>
      </a:hlink>
      <a:folHlink>
        <a:srgbClr val="89BDEE"/>
      </a:folHlink>
    </a:clrScheme>
    <a:fontScheme name="Custom 1">
      <a:majorFont>
        <a:latin typeface="Amazon Ember Display"/>
        <a:ea typeface=""/>
        <a:cs typeface=""/>
      </a:majorFont>
      <a:minorFont>
        <a:latin typeface="Amazon Ember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45720" tIns="45720" rIns="45720" rtlCol="0" anchor="ctr"/>
      <a:lstStyle>
        <a:defPPr algn="ctr">
          <a:defRPr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tx1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r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Invent2022_Template_20220602_jk" id="{4D40DF26-0619-F045-92CA-85A149055DE4}" vid="{7DC3BE44-FE2F-D447-8D75-5EE52C00B4F1}"/>
    </a:ext>
  </a:extLst>
</a:theme>
</file>

<file path=ppt/theme/theme2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re:Inforce 2022b">
      <a:dk1>
        <a:srgbClr val="000000"/>
      </a:dk1>
      <a:lt1>
        <a:sysClr val="window" lastClr="FFFFFF"/>
      </a:lt1>
      <a:dk2>
        <a:srgbClr val="0000A3"/>
      </a:dk2>
      <a:lt2>
        <a:srgbClr val="F2F4F4"/>
      </a:lt2>
      <a:accent1>
        <a:srgbClr val="1ED35D"/>
      </a:accent1>
      <a:accent2>
        <a:srgbClr val="41B1E8"/>
      </a:accent2>
      <a:accent3>
        <a:srgbClr val="34FF82"/>
      </a:accent3>
      <a:accent4>
        <a:srgbClr val="A548D8"/>
      </a:accent4>
      <a:accent5>
        <a:srgbClr val="E50086"/>
      </a:accent5>
      <a:accent6>
        <a:srgbClr val="4B28E3"/>
      </a:accent6>
      <a:hlink>
        <a:srgbClr val="34FF82"/>
      </a:hlink>
      <a:folHlink>
        <a:srgbClr val="34FF82"/>
      </a:folHlink>
    </a:clrScheme>
    <a:fontScheme name="Ember Heavy and Normal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AWS</Template>
  <TotalTime>47350</TotalTime>
  <Words>75</Words>
  <Application>Microsoft Macintosh PowerPoint</Application>
  <PresentationFormat>Widescreen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Amazon Ember</vt:lpstr>
      <vt:lpstr>Amazon Ember Display</vt:lpstr>
      <vt:lpstr>Wingdings</vt:lpstr>
      <vt:lpstr>AWS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SriHari Thotapalli</dc:creator>
  <cp:lastModifiedBy>Fonseca, Jorge</cp:lastModifiedBy>
  <cp:revision>152</cp:revision>
  <dcterms:created xsi:type="dcterms:W3CDTF">2022-10-07T16:14:37Z</dcterms:created>
  <dcterms:modified xsi:type="dcterms:W3CDTF">2025-04-22T20:17:05Z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29eed6f-34eb-4453-9f97-09510b9b219f_Enabled">
    <vt:lpwstr>true</vt:lpwstr>
  </property>
  <property fmtid="{D5CDD505-2E9C-101B-9397-08002B2CF9AE}" pid="3" name="MSIP_Label_929eed6f-34eb-4453-9f97-09510b9b219f_SetDate">
    <vt:lpwstr>2025-04-22T20:17:05Z</vt:lpwstr>
  </property>
  <property fmtid="{D5CDD505-2E9C-101B-9397-08002B2CF9AE}" pid="4" name="MSIP_Label_929eed6f-34eb-4453-9f97-09510b9b219f_Method">
    <vt:lpwstr>Standard</vt:lpwstr>
  </property>
  <property fmtid="{D5CDD505-2E9C-101B-9397-08002B2CF9AE}" pid="5" name="MSIP_Label_929eed6f-34eb-4453-9f97-09510b9b219f_Name">
    <vt:lpwstr>Amazon Pending_Classification</vt:lpwstr>
  </property>
  <property fmtid="{D5CDD505-2E9C-101B-9397-08002B2CF9AE}" pid="6" name="MSIP_Label_929eed6f-34eb-4453-9f97-09510b9b219f_SiteId">
    <vt:lpwstr>5280104a-472d-4538-9ccf-1e1d0efe8b1b</vt:lpwstr>
  </property>
  <property fmtid="{D5CDD505-2E9C-101B-9397-08002B2CF9AE}" pid="7" name="MSIP_Label_929eed6f-34eb-4453-9f97-09510b9b219f_ActionId">
    <vt:lpwstr>5c3221db-9d7c-439f-9f9a-85961b894195</vt:lpwstr>
  </property>
  <property fmtid="{D5CDD505-2E9C-101B-9397-08002B2CF9AE}" pid="8" name="MSIP_Label_929eed6f-34eb-4453-9f97-09510b9b219f_ContentBits">
    <vt:lpwstr>0</vt:lpwstr>
  </property>
  <property fmtid="{D5CDD505-2E9C-101B-9397-08002B2CF9AE}" pid="9" name="MSIP_Label_929eed6f-34eb-4453-9f97-09510b9b219f_Tag">
    <vt:lpwstr>50, 3, 0, 1</vt:lpwstr>
  </property>
</Properties>
</file>