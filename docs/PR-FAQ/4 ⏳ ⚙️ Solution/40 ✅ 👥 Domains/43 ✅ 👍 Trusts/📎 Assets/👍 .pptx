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834" r:id="rId2"/>
    <p:sldId id="1692" r:id="rId3"/>
    <p:sldId id="1674" r:id="rId4"/>
    <p:sldId id="1741" r:id="rId5"/>
  </p:sldIdLst>
  <p:sldSz cx="12192000" cy="6858000"/>
  <p:notesSz cx="6858000" cy="9144000"/>
  <p:embeddedFontLst>
    <p:embeddedFont>
      <p:font typeface="Amazon Ember" panose="020B0603020204020204" pitchFamily="34" charset="0"/>
      <p:regular r:id="rId8"/>
      <p:bold r:id="rId9"/>
      <p:italic r:id="rId10"/>
      <p:boldItalic r:id="rId11"/>
    </p:embeddedFont>
    <p:embeddedFont>
      <p:font typeface="Amazon Ember Display" panose="020B0603020204020204" pitchFamily="34" charset="0"/>
      <p:regular r:id="rId12"/>
      <p:bold r:id="rId13"/>
      <p:italic r:id="rId14"/>
      <p:boldItalic r:id="rId15"/>
    </p:embeddedFont>
    <p:embeddedFont>
      <p:font typeface="Segoe UI" panose="020B0502040204020203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👍 Domain Trust" id="{5DE0A2FA-C4EE-4542-84EB-7FBA761738C1}">
          <p14:sldIdLst>
            <p14:sldId id="1834"/>
            <p14:sldId id="1692"/>
            <p14:sldId id="1674"/>
            <p14:sldId id="174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58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heme" Target="theme/theme1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BA2A4-C663-CA91-E4DC-A2B5642FB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592208-E1EE-A274-5B74-517FA3644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876B73-E02C-EF4B-F93D-CED7D4EE8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EBA5A35-9EB1-4505-CB5D-12FA78533A33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ECF46-5C4B-22EA-5F2D-BFE989144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0FE2E45-C3DD-F7C6-566F-0BD905715D16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28DCD-502B-202B-BFC9-A1C4589839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884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26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9D11C-D5E4-AA9F-1AAE-8BA5A3BC4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329E1-B96B-4D97-617F-907264D72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F9D5C9-5252-2AC7-7544-93F5E59B2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EB65411-06FB-8C0C-474A-5FA3D0D67EB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1A670-2F09-DF88-7033-C2F6C8C1C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7F98012-BC5D-1395-2154-43F816DABA6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7448D-1FC6-5B2D-15F3-18B0BC0F155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05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739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B117-E0D0-83D5-5E81-6E9DA3C83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D2625C-8379-559E-729A-455DD76039DD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👍 Domain Trust</a:t>
            </a:r>
          </a:p>
        </p:txBody>
      </p:sp>
    </p:spTree>
    <p:extLst>
      <p:ext uri="{BB962C8B-B14F-4D97-AF65-F5344CB8AC3E}">
        <p14:creationId xmlns:p14="http://schemas.microsoft.com/office/powerpoint/2010/main" val="1633580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08945-D8DC-D83F-358A-F5C2C8F8D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roup 141">
            <a:extLst>
              <a:ext uri="{FF2B5EF4-FFF2-40B4-BE49-F238E27FC236}">
                <a16:creationId xmlns:a16="http://schemas.microsoft.com/office/drawing/2014/main" id="{BF95F0C2-4AB6-79AF-F7AB-745D2CA6CA65}"/>
              </a:ext>
            </a:extLst>
          </p:cNvPr>
          <p:cNvGrpSpPr/>
          <p:nvPr/>
        </p:nvGrpSpPr>
        <p:grpSpPr>
          <a:xfrm>
            <a:off x="9234766" y="2155362"/>
            <a:ext cx="2202055" cy="970465"/>
            <a:chOff x="6139540" y="1012716"/>
            <a:chExt cx="3592946" cy="970465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48A533CC-4448-613F-355D-9E22EB59B593}"/>
                </a:ext>
              </a:extLst>
            </p:cNvPr>
            <p:cNvSpPr/>
            <p:nvPr/>
          </p:nvSpPr>
          <p:spPr>
            <a:xfrm>
              <a:off x="6236556" y="1375596"/>
              <a:ext cx="341879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💼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Consumer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6A990041-A53D-99E6-874F-E3616AD84E2A}"/>
                </a:ext>
              </a:extLst>
            </p:cNvPr>
            <p:cNvSpPr/>
            <p:nvPr/>
          </p:nvSpPr>
          <p:spPr>
            <a:xfrm>
              <a:off x="6139540" y="1012716"/>
              <a:ext cx="3592946" cy="970465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17" name="Straight Arrow Connector 12">
            <a:extLst>
              <a:ext uri="{FF2B5EF4-FFF2-40B4-BE49-F238E27FC236}">
                <a16:creationId xmlns:a16="http://schemas.microsoft.com/office/drawing/2014/main" id="{B433C54C-005E-FFA7-0C4C-BB67168EE5FC}"/>
              </a:ext>
            </a:extLst>
          </p:cNvPr>
          <p:cNvCxnSpPr>
            <a:cxnSpLocks/>
            <a:stCxn id="135" idx="0"/>
            <a:endCxn id="76" idx="1"/>
          </p:cNvCxnSpPr>
          <p:nvPr/>
        </p:nvCxnSpPr>
        <p:spPr>
          <a:xfrm rot="5400000" flipH="1" flipV="1">
            <a:off x="2248648" y="1064487"/>
            <a:ext cx="663251" cy="1518500"/>
          </a:xfrm>
          <a:prstGeom prst="curvedConnector2">
            <a:avLst/>
          </a:prstGeom>
          <a:ln w="19050" cap="rnd">
            <a:solidFill>
              <a:schemeClr val="accent4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2">
            <a:extLst>
              <a:ext uri="{FF2B5EF4-FFF2-40B4-BE49-F238E27FC236}">
                <a16:creationId xmlns:a16="http://schemas.microsoft.com/office/drawing/2014/main" id="{32E0FFF5-5486-7165-437E-57EAE0B3E822}"/>
              </a:ext>
            </a:extLst>
          </p:cNvPr>
          <p:cNvCxnSpPr>
            <a:cxnSpLocks/>
            <a:stCxn id="80" idx="3"/>
            <a:endCxn id="144" idx="0"/>
          </p:cNvCxnSpPr>
          <p:nvPr/>
        </p:nvCxnSpPr>
        <p:spPr>
          <a:xfrm>
            <a:off x="8754263" y="1492111"/>
            <a:ext cx="1581531" cy="663251"/>
          </a:xfrm>
          <a:prstGeom prst="curvedConnector2">
            <a:avLst/>
          </a:prstGeom>
          <a:ln w="19050" cap="rnd">
            <a:solidFill>
              <a:schemeClr val="accent4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12">
            <a:extLst>
              <a:ext uri="{FF2B5EF4-FFF2-40B4-BE49-F238E27FC236}">
                <a16:creationId xmlns:a16="http://schemas.microsoft.com/office/drawing/2014/main" id="{0AA730A4-0E19-A9FC-AA78-0A01E816C630}"/>
              </a:ext>
            </a:extLst>
          </p:cNvPr>
          <p:cNvCxnSpPr>
            <a:cxnSpLocks/>
            <a:stCxn id="76" idx="0"/>
            <a:endCxn id="80" idx="0"/>
          </p:cNvCxnSpPr>
          <p:nvPr/>
        </p:nvCxnSpPr>
        <p:spPr>
          <a:xfrm rot="5400000" flipH="1" flipV="1">
            <a:off x="6046893" y="-506118"/>
            <a:ext cx="12700" cy="3023880"/>
          </a:xfrm>
          <a:prstGeom prst="curvedConnector3">
            <a:avLst>
              <a:gd name="adj1" fmla="val 3066669"/>
            </a:avLst>
          </a:prstGeom>
          <a:ln w="19050" cap="rnd">
            <a:solidFill>
              <a:schemeClr val="accent4"/>
            </a:solidFill>
            <a:prstDash val="sysDash"/>
            <a:round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22E25F7F-20EF-3F86-08C8-0C72C21FCD1B}"/>
              </a:ext>
            </a:extLst>
          </p:cNvPr>
          <p:cNvSpPr txBox="1">
            <a:spLocks/>
          </p:cNvSpPr>
          <p:nvPr/>
        </p:nvSpPr>
        <p:spPr>
          <a:xfrm>
            <a:off x="5335178" y="193082"/>
            <a:ext cx="146105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👍 </a:t>
            </a:r>
            <a:r>
              <a:rPr lang="en-US" sz="1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trusts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008D18C3-E456-240E-3E00-7193490EDC7F}"/>
              </a:ext>
            </a:extLst>
          </p:cNvPr>
          <p:cNvSpPr txBox="1">
            <a:spLocks/>
          </p:cNvSpPr>
          <p:nvPr/>
        </p:nvSpPr>
        <p:spPr>
          <a:xfrm>
            <a:off x="521177" y="1681822"/>
            <a:ext cx="146105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👍 </a:t>
            </a: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trusts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8FB9BECF-AB04-8C9E-82AC-28754FBDECA9}"/>
              </a:ext>
            </a:extLst>
          </p:cNvPr>
          <p:cNvSpPr txBox="1">
            <a:spLocks/>
          </p:cNvSpPr>
          <p:nvPr/>
        </p:nvSpPr>
        <p:spPr>
          <a:xfrm>
            <a:off x="10140985" y="1681822"/>
            <a:ext cx="146105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👍 </a:t>
            </a: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trusts</a:t>
            </a:r>
          </a:p>
        </p:txBody>
      </p:sp>
      <p:cxnSp>
        <p:nvCxnSpPr>
          <p:cNvPr id="54" name="Straight Arrow Connector 12">
            <a:extLst>
              <a:ext uri="{FF2B5EF4-FFF2-40B4-BE49-F238E27FC236}">
                <a16:creationId xmlns:a16="http://schemas.microsoft.com/office/drawing/2014/main" id="{18BB3533-7103-0DF8-EDE8-F5EA5340EB53}"/>
              </a:ext>
            </a:extLst>
          </p:cNvPr>
          <p:cNvCxnSpPr>
            <a:cxnSpLocks/>
            <a:stCxn id="135" idx="2"/>
            <a:endCxn id="92" idx="1"/>
          </p:cNvCxnSpPr>
          <p:nvPr/>
        </p:nvCxnSpPr>
        <p:spPr>
          <a:xfrm rot="16200000" flipH="1">
            <a:off x="2746235" y="2202727"/>
            <a:ext cx="1658901" cy="3509325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ontent Placeholder 2">
            <a:extLst>
              <a:ext uri="{FF2B5EF4-FFF2-40B4-BE49-F238E27FC236}">
                <a16:creationId xmlns:a16="http://schemas.microsoft.com/office/drawing/2014/main" id="{E81287DF-6A6A-D583-DF82-67725AE00C6F}"/>
              </a:ext>
            </a:extLst>
          </p:cNvPr>
          <p:cNvSpPr txBox="1">
            <a:spLocks/>
          </p:cNvSpPr>
          <p:nvPr/>
        </p:nvSpPr>
        <p:spPr>
          <a:xfrm>
            <a:off x="1982227" y="3375121"/>
            <a:ext cx="1747586" cy="132343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trust </a:t>
            </a:r>
            <a:br>
              <a:rPr lang="en-US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receiver </a:t>
            </a:r>
            <a:br>
              <a:rPr lang="en-US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with this type of info? </a:t>
            </a:r>
            <a:r>
              <a:rPr lang="en-GB" sz="2000" dirty="0"/>
              <a:t>🤔</a:t>
            </a:r>
            <a:endParaRPr lang="en-GB" sz="1400" dirty="0"/>
          </a:p>
        </p:txBody>
      </p:sp>
      <p:sp>
        <p:nvSpPr>
          <p:cNvPr id="89" name="Content Placeholder 2">
            <a:extLst>
              <a:ext uri="{FF2B5EF4-FFF2-40B4-BE49-F238E27FC236}">
                <a16:creationId xmlns:a16="http://schemas.microsoft.com/office/drawing/2014/main" id="{C6117843-5C5C-AEA1-446E-44EFB07ECF45}"/>
              </a:ext>
            </a:extLst>
          </p:cNvPr>
          <p:cNvSpPr txBox="1">
            <a:spLocks/>
          </p:cNvSpPr>
          <p:nvPr/>
        </p:nvSpPr>
        <p:spPr>
          <a:xfrm>
            <a:off x="8149533" y="3375121"/>
            <a:ext cx="2031750" cy="132343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trust </a:t>
            </a:r>
            <a:br>
              <a:rPr lang="en-US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this type </a:t>
            </a:r>
            <a:br>
              <a:rPr lang="en-US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of info from </a:t>
            </a:r>
            <a:br>
              <a:rPr lang="en-US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this sender?</a:t>
            </a:r>
            <a:r>
              <a:rPr lang="en-GB" sz="2000" dirty="0"/>
              <a:t> 🤔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179BE13-69A4-92FB-47F8-32D485CD7855}"/>
              </a:ext>
            </a:extLst>
          </p:cNvPr>
          <p:cNvSpPr txBox="1"/>
          <p:nvPr/>
        </p:nvSpPr>
        <p:spPr>
          <a:xfrm>
            <a:off x="5330348" y="4586786"/>
            <a:ext cx="161481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ℹ️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user info</a:t>
            </a:r>
          </a:p>
        </p:txBody>
      </p:sp>
      <p:cxnSp>
        <p:nvCxnSpPr>
          <p:cNvPr id="96" name="Straight Arrow Connector 12">
            <a:extLst>
              <a:ext uri="{FF2B5EF4-FFF2-40B4-BE49-F238E27FC236}">
                <a16:creationId xmlns:a16="http://schemas.microsoft.com/office/drawing/2014/main" id="{609BB2E7-DDCB-9B17-2C7D-D37D7DA446FD}"/>
              </a:ext>
            </a:extLst>
          </p:cNvPr>
          <p:cNvCxnSpPr>
            <a:cxnSpLocks/>
            <a:stCxn id="92" idx="3"/>
            <a:endCxn id="144" idx="2"/>
          </p:cNvCxnSpPr>
          <p:nvPr/>
        </p:nvCxnSpPr>
        <p:spPr>
          <a:xfrm flipV="1">
            <a:off x="6945158" y="3125827"/>
            <a:ext cx="3390636" cy="1661014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0EE13F30-BE8D-14BD-58DD-97086791EEAB}"/>
              </a:ext>
            </a:extLst>
          </p:cNvPr>
          <p:cNvGrpSpPr/>
          <p:nvPr/>
        </p:nvGrpSpPr>
        <p:grpSpPr>
          <a:xfrm>
            <a:off x="773362" y="2155362"/>
            <a:ext cx="2095322" cy="972578"/>
            <a:chOff x="6139542" y="1010603"/>
            <a:chExt cx="3418797" cy="972578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4C62D323-7A94-77F9-676A-8972466B2C21}"/>
                </a:ext>
              </a:extLst>
            </p:cNvPr>
            <p:cNvSpPr/>
            <p:nvPr/>
          </p:nvSpPr>
          <p:spPr>
            <a:xfrm>
              <a:off x="6236556" y="1375596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Vault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5E579926-F7FF-AE27-51B4-82E1ED990552}"/>
                </a:ext>
              </a:extLst>
            </p:cNvPr>
            <p:cNvSpPr/>
            <p:nvPr/>
          </p:nvSpPr>
          <p:spPr>
            <a:xfrm>
              <a:off x="6139542" y="1010603"/>
              <a:ext cx="3418797" cy="97257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7DCD80F-44AF-A2D9-8178-55519BC97F15}"/>
              </a:ext>
            </a:extLst>
          </p:cNvPr>
          <p:cNvGrpSpPr/>
          <p:nvPr/>
        </p:nvGrpSpPr>
        <p:grpSpPr>
          <a:xfrm>
            <a:off x="3339523" y="1005822"/>
            <a:ext cx="2390860" cy="972578"/>
            <a:chOff x="6139542" y="1010603"/>
            <a:chExt cx="3901006" cy="972578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78B66E6-3088-61E3-0E29-61A1F94FDED8}"/>
                </a:ext>
              </a:extLst>
            </p:cNvPr>
            <p:cNvSpPr/>
            <p:nvPr/>
          </p:nvSpPr>
          <p:spPr>
            <a:xfrm>
              <a:off x="6236554" y="1375596"/>
              <a:ext cx="373657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🏛️ Authority A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4403CC1-B7CB-8192-9672-1C08FAB09B8C}"/>
                </a:ext>
              </a:extLst>
            </p:cNvPr>
            <p:cNvSpPr/>
            <p:nvPr/>
          </p:nvSpPr>
          <p:spPr>
            <a:xfrm>
              <a:off x="6139542" y="1010603"/>
              <a:ext cx="3901006" cy="97257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95611CD-6AAD-C26F-B85A-EC67E3EF6003}"/>
              </a:ext>
            </a:extLst>
          </p:cNvPr>
          <p:cNvGrpSpPr/>
          <p:nvPr/>
        </p:nvGrpSpPr>
        <p:grpSpPr>
          <a:xfrm>
            <a:off x="6363403" y="1005822"/>
            <a:ext cx="2390860" cy="972578"/>
            <a:chOff x="6139542" y="1010603"/>
            <a:chExt cx="3901006" cy="972578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0991A2F-B8F6-CA63-9A9A-AA4C1D83C2FD}"/>
                </a:ext>
              </a:extLst>
            </p:cNvPr>
            <p:cNvSpPr/>
            <p:nvPr/>
          </p:nvSpPr>
          <p:spPr>
            <a:xfrm>
              <a:off x="6236554" y="1375596"/>
              <a:ext cx="373657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🏛️ Authority A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8ED8163-553D-37CC-7D7F-104FF46C5A5B}"/>
                </a:ext>
              </a:extLst>
            </p:cNvPr>
            <p:cNvSpPr/>
            <p:nvPr/>
          </p:nvSpPr>
          <p:spPr>
            <a:xfrm>
              <a:off x="6139542" y="1010603"/>
              <a:ext cx="3901006" cy="97257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BE2A861-15E2-EE08-B731-A7A96C5EC287}"/>
              </a:ext>
            </a:extLst>
          </p:cNvPr>
          <p:cNvSpPr txBox="1"/>
          <p:nvPr/>
        </p:nvSpPr>
        <p:spPr>
          <a:xfrm>
            <a:off x="206409" y="6409189"/>
            <a:ext cx="70211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TRUST</a:t>
            </a:r>
          </a:p>
        </p:txBody>
      </p:sp>
    </p:spTree>
    <p:extLst>
      <p:ext uri="{BB962C8B-B14F-4D97-AF65-F5344CB8AC3E}">
        <p14:creationId xmlns:p14="http://schemas.microsoft.com/office/powerpoint/2010/main" val="27378824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D2D5140-209A-74BB-0911-79B72753FC70}"/>
              </a:ext>
            </a:extLst>
          </p:cNvPr>
          <p:cNvSpPr/>
          <p:nvPr/>
        </p:nvSpPr>
        <p:spPr>
          <a:xfrm>
            <a:off x="5597721" y="804055"/>
            <a:ext cx="1389519" cy="400110"/>
          </a:xfrm>
          <a:prstGeom prst="rect">
            <a:avLst/>
          </a:prstGeom>
          <a:solidFill>
            <a:schemeClr val="tx1">
              <a:lumMod val="95000"/>
            </a:schemeClr>
          </a:solidFill>
          <a:ln w="12700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💺🏛️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IATA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8810E9-546D-4D72-90FB-3BDD8CA48BB6}"/>
              </a:ext>
            </a:extLst>
          </p:cNvPr>
          <p:cNvSpPr/>
          <p:nvPr/>
        </p:nvSpPr>
        <p:spPr>
          <a:xfrm>
            <a:off x="9449076" y="804055"/>
            <a:ext cx="1528471" cy="400110"/>
          </a:xfrm>
          <a:prstGeom prst="rect">
            <a:avLst/>
          </a:prstGeom>
          <a:solidFill>
            <a:schemeClr val="tx1">
              <a:lumMod val="95000"/>
            </a:schemeClr>
          </a:solidFill>
          <a:ln w="12700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2800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🇪🇺 </a:t>
            </a:r>
            <a:r>
              <a:rPr lang="en-GB" sz="20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Europe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BE847B-BE0D-CAFA-EE69-8D31101AD6E2}"/>
              </a:ext>
            </a:extLst>
          </p:cNvPr>
          <p:cNvSpPr/>
          <p:nvPr/>
        </p:nvSpPr>
        <p:spPr>
          <a:xfrm>
            <a:off x="1675710" y="1574517"/>
            <a:ext cx="956052" cy="400110"/>
          </a:xfrm>
          <a:prstGeom prst="rect">
            <a:avLst/>
          </a:prstGeom>
          <a:solidFill>
            <a:schemeClr val="tx1">
              <a:lumMod val="95000"/>
            </a:schemeClr>
          </a:solidFill>
          <a:ln w="12700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2800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🇬🇧 </a:t>
            </a:r>
            <a:r>
              <a:rPr lang="en-GB" sz="20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UK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8D6304-C8BC-F9B0-1E6B-C428529DB4C9}"/>
              </a:ext>
            </a:extLst>
          </p:cNvPr>
          <p:cNvSpPr/>
          <p:nvPr/>
        </p:nvSpPr>
        <p:spPr>
          <a:xfrm>
            <a:off x="9630663" y="2136544"/>
            <a:ext cx="1148363" cy="400110"/>
          </a:xfrm>
          <a:prstGeom prst="rect">
            <a:avLst/>
          </a:prstGeom>
          <a:solidFill>
            <a:schemeClr val="tx1">
              <a:lumMod val="95000"/>
            </a:schemeClr>
          </a:solidFill>
          <a:ln w="12700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800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🇮🇹 </a:t>
            </a:r>
            <a:r>
              <a:rPr lang="en-GB" sz="20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Italy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57B85A-D448-6495-DE82-533C36F37EB2}"/>
              </a:ext>
            </a:extLst>
          </p:cNvPr>
          <p:cNvSpPr/>
          <p:nvPr/>
        </p:nvSpPr>
        <p:spPr>
          <a:xfrm>
            <a:off x="1448427" y="2554187"/>
            <a:ext cx="1389519" cy="400110"/>
          </a:xfrm>
          <a:prstGeom prst="rect">
            <a:avLst/>
          </a:prstGeom>
          <a:solidFill>
            <a:schemeClr val="tx1">
              <a:lumMod val="95000"/>
            </a:schemeClr>
          </a:solidFill>
          <a:ln w="12700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800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🇬🇧🏥 </a:t>
            </a:r>
            <a:r>
              <a:rPr lang="en-GB" sz="20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NHS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52B0D4-BFA3-E86D-C920-9E51FFEF3922}"/>
              </a:ext>
            </a:extLst>
          </p:cNvPr>
          <p:cNvSpPr/>
          <p:nvPr/>
        </p:nvSpPr>
        <p:spPr>
          <a:xfrm>
            <a:off x="5276887" y="2151709"/>
            <a:ext cx="2031185" cy="400110"/>
          </a:xfrm>
          <a:prstGeom prst="rect">
            <a:avLst/>
          </a:prstGeom>
          <a:solidFill>
            <a:schemeClr val="tx1">
              <a:lumMod val="95000"/>
            </a:schemeClr>
          </a:solidFill>
          <a:ln w="12700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800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🇫🇷💺 </a:t>
            </a:r>
            <a:r>
              <a:rPr lang="en-GB" sz="20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Air France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97B25E-11D8-C5A9-35AA-66C5F4BD7091}"/>
              </a:ext>
            </a:extLst>
          </p:cNvPr>
          <p:cNvSpPr/>
          <p:nvPr/>
        </p:nvSpPr>
        <p:spPr>
          <a:xfrm>
            <a:off x="3459256" y="804095"/>
            <a:ext cx="964020" cy="400110"/>
          </a:xfrm>
          <a:prstGeom prst="rect">
            <a:avLst/>
          </a:prstGeom>
          <a:solidFill>
            <a:schemeClr val="tx1">
              <a:lumMod val="95000"/>
            </a:schemeClr>
          </a:solidFill>
          <a:ln w="12700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2800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🇺🇳 </a:t>
            </a:r>
            <a:r>
              <a:rPr lang="en-GB" sz="20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UN</a:t>
            </a:r>
          </a:p>
        </p:txBody>
      </p: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E41A63C7-BD14-D549-7F56-B97B8BB058C4}"/>
              </a:ext>
            </a:extLst>
          </p:cNvPr>
          <p:cNvCxnSpPr>
            <a:cxnSpLocks/>
            <a:stCxn id="9" idx="1"/>
            <a:endCxn id="25" idx="3"/>
          </p:cNvCxnSpPr>
          <p:nvPr/>
        </p:nvCxnSpPr>
        <p:spPr>
          <a:xfrm flipH="1">
            <a:off x="4423276" y="1004110"/>
            <a:ext cx="1174445" cy="40"/>
          </a:xfrm>
          <a:prstGeom prst="straightConnector1">
            <a:avLst/>
          </a:prstGeom>
          <a:ln w="19050" cap="rnd">
            <a:solidFill>
              <a:schemeClr val="accent4"/>
            </a:solidFill>
            <a:prstDash val="solid"/>
            <a:round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12">
            <a:extLst>
              <a:ext uri="{FF2B5EF4-FFF2-40B4-BE49-F238E27FC236}">
                <a16:creationId xmlns:a16="http://schemas.microsoft.com/office/drawing/2014/main" id="{444FD689-9417-ADE8-4AFA-93B973F35E55}"/>
              </a:ext>
            </a:extLst>
          </p:cNvPr>
          <p:cNvCxnSpPr>
            <a:cxnSpLocks/>
          </p:cNvCxnSpPr>
          <p:nvPr/>
        </p:nvCxnSpPr>
        <p:spPr>
          <a:xfrm>
            <a:off x="6648081" y="1210819"/>
            <a:ext cx="0" cy="763808"/>
          </a:xfrm>
          <a:prstGeom prst="straightConnector1">
            <a:avLst/>
          </a:prstGeom>
          <a:ln w="19050" cap="rnd">
            <a:solidFill>
              <a:srgbClr val="00B0F0"/>
            </a:solidFill>
            <a:prstDash val="solid"/>
            <a:round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12">
            <a:extLst>
              <a:ext uri="{FF2B5EF4-FFF2-40B4-BE49-F238E27FC236}">
                <a16:creationId xmlns:a16="http://schemas.microsoft.com/office/drawing/2014/main" id="{978F3F02-37EC-4ECD-3BB1-7997A2871D8D}"/>
              </a:ext>
            </a:extLst>
          </p:cNvPr>
          <p:cNvCxnSpPr>
            <a:cxnSpLocks/>
            <a:stCxn id="14" idx="2"/>
            <a:endCxn id="17" idx="0"/>
          </p:cNvCxnSpPr>
          <p:nvPr/>
        </p:nvCxnSpPr>
        <p:spPr>
          <a:xfrm flipH="1">
            <a:off x="2143187" y="1974627"/>
            <a:ext cx="10549" cy="579560"/>
          </a:xfrm>
          <a:prstGeom prst="straightConnector1">
            <a:avLst/>
          </a:prstGeom>
          <a:ln w="19050" cap="rnd">
            <a:solidFill>
              <a:schemeClr val="accent4"/>
            </a:solidFill>
            <a:prstDash val="solid"/>
            <a:round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12">
            <a:extLst>
              <a:ext uri="{FF2B5EF4-FFF2-40B4-BE49-F238E27FC236}">
                <a16:creationId xmlns:a16="http://schemas.microsoft.com/office/drawing/2014/main" id="{E203F717-297F-9132-88D3-7B2551532B02}"/>
              </a:ext>
            </a:extLst>
          </p:cNvPr>
          <p:cNvCxnSpPr>
            <a:cxnSpLocks/>
            <a:stCxn id="25" idx="1"/>
            <a:endCxn id="14" idx="0"/>
          </p:cNvCxnSpPr>
          <p:nvPr/>
        </p:nvCxnSpPr>
        <p:spPr>
          <a:xfrm rot="10800000" flipV="1">
            <a:off x="2153736" y="1004149"/>
            <a:ext cx="1305520" cy="570367"/>
          </a:xfrm>
          <a:prstGeom prst="bentConnector2">
            <a:avLst/>
          </a:prstGeom>
          <a:ln w="19050" cap="rnd">
            <a:solidFill>
              <a:schemeClr val="accent4"/>
            </a:solidFill>
            <a:prstDash val="solid"/>
            <a:round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D61A550-BAAC-80AC-2AF0-3D590CBA10B0}"/>
              </a:ext>
            </a:extLst>
          </p:cNvPr>
          <p:cNvSpPr/>
          <p:nvPr/>
        </p:nvSpPr>
        <p:spPr>
          <a:xfrm>
            <a:off x="695423" y="403783"/>
            <a:ext cx="10831572" cy="2949016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C3DA3261-4C3B-059C-6257-115E483DC3CF}"/>
              </a:ext>
            </a:extLst>
          </p:cNvPr>
          <p:cNvSpPr txBox="1"/>
          <p:nvPr/>
        </p:nvSpPr>
        <p:spPr>
          <a:xfrm>
            <a:off x="801247" y="477701"/>
            <a:ext cx="210600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📜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manifests</a:t>
            </a:r>
          </a:p>
        </p:txBody>
      </p:sp>
      <p:cxnSp>
        <p:nvCxnSpPr>
          <p:cNvPr id="37" name="Straight Arrow Connector 12">
            <a:extLst>
              <a:ext uri="{FF2B5EF4-FFF2-40B4-BE49-F238E27FC236}">
                <a16:creationId xmlns:a16="http://schemas.microsoft.com/office/drawing/2014/main" id="{9C3E7FDE-EE69-BEC3-F5E7-B259097CE89A}"/>
              </a:ext>
            </a:extLst>
          </p:cNvPr>
          <p:cNvCxnSpPr>
            <a:cxnSpLocks/>
            <a:stCxn id="15" idx="0"/>
            <a:endCxn id="12" idx="2"/>
          </p:cNvCxnSpPr>
          <p:nvPr/>
        </p:nvCxnSpPr>
        <p:spPr>
          <a:xfrm flipV="1">
            <a:off x="10204845" y="1204165"/>
            <a:ext cx="8467" cy="932379"/>
          </a:xfrm>
          <a:prstGeom prst="straightConnector1">
            <a:avLst/>
          </a:prstGeom>
          <a:ln w="19050" cap="rnd">
            <a:solidFill>
              <a:srgbClr val="00B0F0"/>
            </a:solidFill>
            <a:prstDash val="solid"/>
            <a:round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12">
            <a:extLst>
              <a:ext uri="{FF2B5EF4-FFF2-40B4-BE49-F238E27FC236}">
                <a16:creationId xmlns:a16="http://schemas.microsoft.com/office/drawing/2014/main" id="{02788777-75B6-B637-973A-6B5D67F01DAB}"/>
              </a:ext>
            </a:extLst>
          </p:cNvPr>
          <p:cNvCxnSpPr>
            <a:cxnSpLocks/>
            <a:stCxn id="12" idx="1"/>
            <a:endCxn id="9" idx="3"/>
          </p:cNvCxnSpPr>
          <p:nvPr/>
        </p:nvCxnSpPr>
        <p:spPr>
          <a:xfrm flipH="1">
            <a:off x="6987240" y="1004110"/>
            <a:ext cx="2461836" cy="0"/>
          </a:xfrm>
          <a:prstGeom prst="straightConnector1">
            <a:avLst/>
          </a:prstGeom>
          <a:ln w="19050" cap="rnd">
            <a:solidFill>
              <a:srgbClr val="00B0F0"/>
            </a:solidFill>
            <a:prstDash val="solid"/>
            <a:round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2">
            <a:extLst>
              <a:ext uri="{FF2B5EF4-FFF2-40B4-BE49-F238E27FC236}">
                <a16:creationId xmlns:a16="http://schemas.microsoft.com/office/drawing/2014/main" id="{494E3929-4351-D62E-AAAA-BF0EEBF8D76D}"/>
              </a:ext>
            </a:extLst>
          </p:cNvPr>
          <p:cNvCxnSpPr>
            <a:cxnSpLocks/>
            <a:stCxn id="17" idx="2"/>
            <a:endCxn id="115" idx="0"/>
          </p:cNvCxnSpPr>
          <p:nvPr/>
        </p:nvCxnSpPr>
        <p:spPr>
          <a:xfrm flipH="1">
            <a:off x="2142149" y="2954297"/>
            <a:ext cx="1038" cy="1236160"/>
          </a:xfrm>
          <a:prstGeom prst="straightConnector1">
            <a:avLst/>
          </a:prstGeom>
          <a:ln w="19050" cap="rnd">
            <a:solidFill>
              <a:schemeClr val="accent2"/>
            </a:solidFill>
            <a:prstDash val="solid"/>
            <a:round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C248C87B-65F7-A54B-D08F-745A02064E81}"/>
              </a:ext>
            </a:extLst>
          </p:cNvPr>
          <p:cNvGrpSpPr/>
          <p:nvPr/>
        </p:nvGrpSpPr>
        <p:grpSpPr>
          <a:xfrm>
            <a:off x="1460239" y="4190457"/>
            <a:ext cx="1567018" cy="803744"/>
            <a:chOff x="3123511" y="4707467"/>
            <a:chExt cx="1567018" cy="8037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BB64A7FB-C9F8-E403-0E4B-3A4FE1741843}"/>
                </a:ext>
              </a:extLst>
            </p:cNvPr>
            <p:cNvSpPr txBox="1"/>
            <p:nvPr/>
          </p:nvSpPr>
          <p:spPr>
            <a:xfrm>
              <a:off x="3131979" y="4781330"/>
              <a:ext cx="1558550" cy="6668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7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💉</a:t>
              </a:r>
              <a:br>
                <a:rPr lang="en-GB" sz="2800" baseline="-17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800" baseline="-17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🔐</a:t>
              </a:r>
              <a:endParaRPr lang="en-GB" sz="2800" baseline="-900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AA6974F-4D5A-1BCA-372E-D220F3E920DA}"/>
                </a:ext>
              </a:extLst>
            </p:cNvPr>
            <p:cNvSpPr txBox="1"/>
            <p:nvPr/>
          </p:nvSpPr>
          <p:spPr>
            <a:xfrm>
              <a:off x="3438937" y="4757806"/>
              <a:ext cx="1056861" cy="6668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7000">
                  <a:effectLst>
                    <a:glow>
                      <a:schemeClr val="bg1"/>
                    </a:glow>
                  </a:effectLst>
                </a:rPr>
                <a:t>medical </a:t>
              </a:r>
            </a:p>
            <a:p>
              <a:r>
                <a:rPr lang="en-GB" sz="2800" baseline="-9000">
                  <a:effectLst>
                    <a:glow>
                      <a:schemeClr val="bg1"/>
                    </a:glow>
                  </a:effectLst>
                </a:rPr>
                <a:t>token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21C53125-89B1-B089-BE02-401A91DEC355}"/>
                </a:ext>
              </a:extLst>
            </p:cNvPr>
            <p:cNvSpPr/>
            <p:nvPr/>
          </p:nvSpPr>
          <p:spPr>
            <a:xfrm>
              <a:off x="3123511" y="4707467"/>
              <a:ext cx="1363819" cy="803744"/>
            </a:xfrm>
            <a:prstGeom prst="rect">
              <a:avLst/>
            </a:prstGeom>
            <a:noFill/>
            <a:ln w="28575">
              <a:solidFill>
                <a:schemeClr val="tx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endPara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98718C88-13D8-B78B-7DD5-374888C379AB}"/>
              </a:ext>
            </a:extLst>
          </p:cNvPr>
          <p:cNvSpPr txBox="1"/>
          <p:nvPr/>
        </p:nvSpPr>
        <p:spPr>
          <a:xfrm>
            <a:off x="2164253" y="3422106"/>
            <a:ext cx="14705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issue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C87990F-B5B9-18C9-3C5E-5AD1774C753F}"/>
              </a:ext>
            </a:extLst>
          </p:cNvPr>
          <p:cNvGrpSpPr/>
          <p:nvPr/>
        </p:nvGrpSpPr>
        <p:grpSpPr>
          <a:xfrm>
            <a:off x="5680791" y="4172348"/>
            <a:ext cx="1558550" cy="803744"/>
            <a:chOff x="3131979" y="4707467"/>
            <a:chExt cx="1558550" cy="803744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51F41DC8-F1F8-878F-085F-DC43FB5E2D5C}"/>
                </a:ext>
              </a:extLst>
            </p:cNvPr>
            <p:cNvSpPr txBox="1"/>
            <p:nvPr/>
          </p:nvSpPr>
          <p:spPr>
            <a:xfrm>
              <a:off x="3131979" y="4781330"/>
              <a:ext cx="1558550" cy="6668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7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🛩️</a:t>
              </a:r>
              <a:br>
                <a:rPr lang="en-GB" sz="2800" baseline="-17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800" baseline="-17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🔐</a:t>
              </a:r>
              <a:endParaRPr lang="en-GB" sz="2800" baseline="-900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7E147370-6A54-BA51-0D5E-46A4DC3BCF43}"/>
                </a:ext>
              </a:extLst>
            </p:cNvPr>
            <p:cNvSpPr txBox="1"/>
            <p:nvPr/>
          </p:nvSpPr>
          <p:spPr>
            <a:xfrm>
              <a:off x="3438937" y="4757806"/>
              <a:ext cx="1056861" cy="6668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7000">
                  <a:effectLst>
                    <a:glow>
                      <a:schemeClr val="bg1"/>
                    </a:glow>
                  </a:effectLst>
                </a:rPr>
                <a:t>flight</a:t>
              </a:r>
            </a:p>
            <a:p>
              <a:r>
                <a:rPr lang="en-GB" sz="2800" baseline="-9000">
                  <a:effectLst>
                    <a:glow>
                      <a:schemeClr val="bg1"/>
                    </a:glow>
                  </a:effectLst>
                </a:rPr>
                <a:t>token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A694E84B-B1EE-F050-171E-7DDADEAEC80A}"/>
                </a:ext>
              </a:extLst>
            </p:cNvPr>
            <p:cNvSpPr/>
            <p:nvPr/>
          </p:nvSpPr>
          <p:spPr>
            <a:xfrm>
              <a:off x="3131979" y="4707467"/>
              <a:ext cx="1245288" cy="803744"/>
            </a:xfrm>
            <a:prstGeom prst="rect">
              <a:avLst/>
            </a:prstGeom>
            <a:noFill/>
            <a:ln w="28575">
              <a:solidFill>
                <a:schemeClr val="tx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endPara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cxnSp>
        <p:nvCxnSpPr>
          <p:cNvPr id="123" name="Straight Arrow Connector 12">
            <a:extLst>
              <a:ext uri="{FF2B5EF4-FFF2-40B4-BE49-F238E27FC236}">
                <a16:creationId xmlns:a16="http://schemas.microsoft.com/office/drawing/2014/main" id="{6F807498-8239-5DD0-F941-DEF54F97F886}"/>
              </a:ext>
            </a:extLst>
          </p:cNvPr>
          <p:cNvCxnSpPr>
            <a:cxnSpLocks/>
            <a:stCxn id="18" idx="2"/>
            <a:endCxn id="122" idx="0"/>
          </p:cNvCxnSpPr>
          <p:nvPr/>
        </p:nvCxnSpPr>
        <p:spPr>
          <a:xfrm>
            <a:off x="6292480" y="2551819"/>
            <a:ext cx="10955" cy="1620529"/>
          </a:xfrm>
          <a:prstGeom prst="straightConnector1">
            <a:avLst/>
          </a:prstGeom>
          <a:ln w="19050" cap="rnd">
            <a:solidFill>
              <a:schemeClr val="accent6"/>
            </a:solidFill>
            <a:prstDash val="solid"/>
            <a:round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E2042EEE-389C-C8C1-037B-A626E4ABC811}"/>
              </a:ext>
            </a:extLst>
          </p:cNvPr>
          <p:cNvSpPr txBox="1"/>
          <p:nvPr/>
        </p:nvSpPr>
        <p:spPr>
          <a:xfrm>
            <a:off x="6339129" y="3428457"/>
            <a:ext cx="14705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accent6"/>
                </a:solidFill>
                <a:effectLst>
                  <a:glow>
                    <a:schemeClr val="bg1"/>
                  </a:glow>
                </a:effectLst>
              </a:rPr>
              <a:t>issue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CEB7CD7-7C21-B5CE-7CCF-CC6B46FA3F2A}"/>
              </a:ext>
            </a:extLst>
          </p:cNvPr>
          <p:cNvSpPr txBox="1"/>
          <p:nvPr/>
        </p:nvSpPr>
        <p:spPr>
          <a:xfrm>
            <a:off x="2567991" y="986397"/>
            <a:ext cx="14705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trusts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855EEE2-3AD4-5B91-D743-2784A39BDDF5}"/>
              </a:ext>
            </a:extLst>
          </p:cNvPr>
          <p:cNvSpPr txBox="1"/>
          <p:nvPr/>
        </p:nvSpPr>
        <p:spPr>
          <a:xfrm>
            <a:off x="8507042" y="993418"/>
            <a:ext cx="1004429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rgbClr val="31C8FF"/>
                </a:solidFill>
                <a:effectLst>
                  <a:glow>
                    <a:schemeClr val="bg1"/>
                  </a:glow>
                </a:effectLst>
              </a:rPr>
              <a:t>trusts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B421112-50E1-010E-60EF-81C0C36884E3}"/>
              </a:ext>
            </a:extLst>
          </p:cNvPr>
          <p:cNvSpPr txBox="1"/>
          <p:nvPr/>
        </p:nvSpPr>
        <p:spPr>
          <a:xfrm>
            <a:off x="4517165" y="991856"/>
            <a:ext cx="14705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trusts</a:t>
            </a:r>
          </a:p>
        </p:txBody>
      </p:sp>
      <p:cxnSp>
        <p:nvCxnSpPr>
          <p:cNvPr id="132" name="Straight Arrow Connector 12">
            <a:extLst>
              <a:ext uri="{FF2B5EF4-FFF2-40B4-BE49-F238E27FC236}">
                <a16:creationId xmlns:a16="http://schemas.microsoft.com/office/drawing/2014/main" id="{9FDF5378-B9CD-EC5A-2796-ECA99B3251D8}"/>
              </a:ext>
            </a:extLst>
          </p:cNvPr>
          <p:cNvCxnSpPr>
            <a:cxnSpLocks/>
            <a:stCxn id="115" idx="3"/>
            <a:endCxn id="18" idx="1"/>
          </p:cNvCxnSpPr>
          <p:nvPr/>
        </p:nvCxnSpPr>
        <p:spPr>
          <a:xfrm flipV="1">
            <a:off x="2824058" y="2351764"/>
            <a:ext cx="2452829" cy="2240565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accent2"/>
            </a:solidFill>
            <a:prstDash val="solid"/>
            <a:round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3B41187B-5424-E4C1-6132-E24470406672}"/>
              </a:ext>
            </a:extLst>
          </p:cNvPr>
          <p:cNvSpPr txBox="1"/>
          <p:nvPr/>
        </p:nvSpPr>
        <p:spPr>
          <a:xfrm>
            <a:off x="2862586" y="4616418"/>
            <a:ext cx="14705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share</a:t>
            </a:r>
          </a:p>
        </p:txBody>
      </p:sp>
      <p:cxnSp>
        <p:nvCxnSpPr>
          <p:cNvPr id="140" name="Straight Arrow Connector 12">
            <a:extLst>
              <a:ext uri="{FF2B5EF4-FFF2-40B4-BE49-F238E27FC236}">
                <a16:creationId xmlns:a16="http://schemas.microsoft.com/office/drawing/2014/main" id="{CDE9149E-04FD-A9F4-35E1-BF6114C6BCD7}"/>
              </a:ext>
            </a:extLst>
          </p:cNvPr>
          <p:cNvCxnSpPr>
            <a:cxnSpLocks/>
            <a:stCxn id="122" idx="3"/>
            <a:endCxn id="15" idx="1"/>
          </p:cNvCxnSpPr>
          <p:nvPr/>
        </p:nvCxnSpPr>
        <p:spPr>
          <a:xfrm flipV="1">
            <a:off x="6926079" y="2336599"/>
            <a:ext cx="2704584" cy="2237621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accent6"/>
            </a:solidFill>
            <a:prstDash val="solid"/>
            <a:round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9E327C69-8822-7FAA-7D4E-4797CE72CAB1}"/>
              </a:ext>
            </a:extLst>
          </p:cNvPr>
          <p:cNvSpPr txBox="1"/>
          <p:nvPr/>
        </p:nvSpPr>
        <p:spPr>
          <a:xfrm>
            <a:off x="6947552" y="4565947"/>
            <a:ext cx="14705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accent6"/>
                </a:solidFill>
                <a:effectLst>
                  <a:glow>
                    <a:schemeClr val="bg1"/>
                  </a:glow>
                </a:effectLst>
              </a:rPr>
              <a:t>share</a:t>
            </a:r>
          </a:p>
        </p:txBody>
      </p:sp>
      <p:cxnSp>
        <p:nvCxnSpPr>
          <p:cNvPr id="145" name="Straight Arrow Connector 12">
            <a:extLst>
              <a:ext uri="{FF2B5EF4-FFF2-40B4-BE49-F238E27FC236}">
                <a16:creationId xmlns:a16="http://schemas.microsoft.com/office/drawing/2014/main" id="{B2C716B4-0A15-BE23-723A-6D9901535C42}"/>
              </a:ext>
            </a:extLst>
          </p:cNvPr>
          <p:cNvCxnSpPr>
            <a:cxnSpLocks/>
            <a:stCxn id="15" idx="2"/>
            <a:endCxn id="148" idx="0"/>
          </p:cNvCxnSpPr>
          <p:nvPr/>
        </p:nvCxnSpPr>
        <p:spPr>
          <a:xfrm flipH="1">
            <a:off x="10176226" y="2536654"/>
            <a:ext cx="28619" cy="1534093"/>
          </a:xfrm>
          <a:prstGeom prst="straightConnector1">
            <a:avLst/>
          </a:prstGeom>
          <a:ln w="19050" cap="rnd">
            <a:solidFill>
              <a:schemeClr val="accent3"/>
            </a:solidFill>
            <a:prstDash val="solid"/>
            <a:round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7C95E7-A1F9-839B-79FC-543C0BA6E5AC}"/>
              </a:ext>
            </a:extLst>
          </p:cNvPr>
          <p:cNvSpPr txBox="1"/>
          <p:nvPr/>
        </p:nvSpPr>
        <p:spPr>
          <a:xfrm>
            <a:off x="9507778" y="4070747"/>
            <a:ext cx="1336895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i="1">
                <a:solidFill>
                  <a:schemeClr val="accent3"/>
                </a:solidFill>
                <a:effectLst>
                  <a:glow>
                    <a:schemeClr val="bg1"/>
                  </a:glow>
                </a:effectLst>
              </a:rPr>
              <a:t>welcome to Italy!</a:t>
            </a:r>
            <a:r>
              <a:rPr lang="en-GB" sz="2000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🇮🇹 </a:t>
            </a:r>
          </a:p>
        </p:txBody>
      </p:sp>
      <p:cxnSp>
        <p:nvCxnSpPr>
          <p:cNvPr id="172" name="Straight Arrow Connector 12">
            <a:extLst>
              <a:ext uri="{FF2B5EF4-FFF2-40B4-BE49-F238E27FC236}">
                <a16:creationId xmlns:a16="http://schemas.microsoft.com/office/drawing/2014/main" id="{8E62E51A-4615-7A4B-220F-DF2CBCB7D539}"/>
              </a:ext>
            </a:extLst>
          </p:cNvPr>
          <p:cNvCxnSpPr>
            <a:cxnSpLocks/>
          </p:cNvCxnSpPr>
          <p:nvPr/>
        </p:nvCxnSpPr>
        <p:spPr>
          <a:xfrm flipV="1">
            <a:off x="5877683" y="1289333"/>
            <a:ext cx="0" cy="862376"/>
          </a:xfrm>
          <a:prstGeom prst="straightConnector1">
            <a:avLst/>
          </a:prstGeom>
          <a:ln w="19050" cap="rnd">
            <a:solidFill>
              <a:schemeClr val="accent4"/>
            </a:solidFill>
            <a:prstDash val="solid"/>
            <a:round/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3CA58A30-CB70-11E9-5070-F88CE546FED5}"/>
              </a:ext>
            </a:extLst>
          </p:cNvPr>
          <p:cNvSpPr txBox="1"/>
          <p:nvPr/>
        </p:nvSpPr>
        <p:spPr>
          <a:xfrm>
            <a:off x="10215152" y="1520466"/>
            <a:ext cx="1004429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rgbClr val="31C8FF"/>
                </a:solidFill>
                <a:effectLst>
                  <a:glow>
                    <a:schemeClr val="bg1"/>
                  </a:glow>
                </a:effectLst>
              </a:rPr>
              <a:t>trusts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1EFEDDC5-410F-26AB-D4E1-BE5071E791B5}"/>
              </a:ext>
            </a:extLst>
          </p:cNvPr>
          <p:cNvSpPr txBox="1"/>
          <p:nvPr/>
        </p:nvSpPr>
        <p:spPr>
          <a:xfrm>
            <a:off x="6678415" y="1423550"/>
            <a:ext cx="1004429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rgbClr val="31C8FF"/>
                </a:solidFill>
                <a:effectLst>
                  <a:glow>
                    <a:schemeClr val="bg1"/>
                  </a:glow>
                </a:effectLst>
              </a:rPr>
              <a:t>trusts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C6A5435F-65C8-5E31-0813-3AA95A698CFA}"/>
              </a:ext>
            </a:extLst>
          </p:cNvPr>
          <p:cNvSpPr txBox="1"/>
          <p:nvPr/>
        </p:nvSpPr>
        <p:spPr>
          <a:xfrm>
            <a:off x="4983927" y="1623605"/>
            <a:ext cx="1004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trusts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7870A424-04DF-A1F3-72C5-02F3AED68510}"/>
              </a:ext>
            </a:extLst>
          </p:cNvPr>
          <p:cNvSpPr txBox="1"/>
          <p:nvPr/>
        </p:nvSpPr>
        <p:spPr>
          <a:xfrm>
            <a:off x="2156472" y="2023715"/>
            <a:ext cx="1004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trusts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5FDEF0-09A2-8F64-30BE-6603AC63404D}"/>
              </a:ext>
            </a:extLst>
          </p:cNvPr>
          <p:cNvSpPr txBox="1"/>
          <p:nvPr/>
        </p:nvSpPr>
        <p:spPr>
          <a:xfrm>
            <a:off x="147264" y="6233934"/>
            <a:ext cx="196528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AUTHORITY</a:t>
            </a:r>
          </a:p>
        </p:txBody>
      </p:sp>
    </p:spTree>
    <p:extLst>
      <p:ext uri="{BB962C8B-B14F-4D97-AF65-F5344CB8AC3E}">
        <p14:creationId xmlns:p14="http://schemas.microsoft.com/office/powerpoint/2010/main" val="56900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A06F2-12B0-2768-29D3-67DF5549B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4C934BC-7A81-2C09-EDD1-D8B4BBFBD12B}"/>
              </a:ext>
            </a:extLst>
          </p:cNvPr>
          <p:cNvSpPr/>
          <p:nvPr/>
        </p:nvSpPr>
        <p:spPr>
          <a:xfrm>
            <a:off x="4405918" y="1271671"/>
            <a:ext cx="176251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🔥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Firewall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A498D9A-9D38-1360-74D7-DD433F2D4F3E}"/>
              </a:ext>
            </a:extLst>
          </p:cNvPr>
          <p:cNvSpPr/>
          <p:nvPr/>
        </p:nvSpPr>
        <p:spPr>
          <a:xfrm>
            <a:off x="347321" y="326761"/>
            <a:ext cx="1938767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⭐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Reviewer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AC02C79-CDB7-B864-7649-B39604B651B5}"/>
              </a:ext>
            </a:extLst>
          </p:cNvPr>
          <p:cNvSpPr/>
          <p:nvPr/>
        </p:nvSpPr>
        <p:spPr>
          <a:xfrm>
            <a:off x="347321" y="1273738"/>
            <a:ext cx="1801334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👂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Listener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4361FD4-5AC3-A354-E633-7816ACC4C911}"/>
              </a:ext>
            </a:extLst>
          </p:cNvPr>
          <p:cNvSpPr/>
          <p:nvPr/>
        </p:nvSpPr>
        <p:spPr>
          <a:xfrm>
            <a:off x="356153" y="2338007"/>
            <a:ext cx="1587288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🕸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Graph</a:t>
            </a:r>
          </a:p>
        </p:txBody>
      </p:sp>
      <p:cxnSp>
        <p:nvCxnSpPr>
          <p:cNvPr id="51" name="Straight Arrow Connector 12">
            <a:extLst>
              <a:ext uri="{FF2B5EF4-FFF2-40B4-BE49-F238E27FC236}">
                <a16:creationId xmlns:a16="http://schemas.microsoft.com/office/drawing/2014/main" id="{240A2931-3D35-9C5E-B1AC-FECD56581CFF}"/>
              </a:ext>
            </a:extLst>
          </p:cNvPr>
          <p:cNvCxnSpPr>
            <a:cxnSpLocks/>
            <a:stCxn id="118" idx="3"/>
            <a:endCxn id="16" idx="0"/>
          </p:cNvCxnSpPr>
          <p:nvPr/>
        </p:nvCxnSpPr>
        <p:spPr>
          <a:xfrm>
            <a:off x="2650788" y="607853"/>
            <a:ext cx="2636388" cy="663818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6" name="Straight Arrow Connector 12">
            <a:extLst>
              <a:ext uri="{FF2B5EF4-FFF2-40B4-BE49-F238E27FC236}">
                <a16:creationId xmlns:a16="http://schemas.microsoft.com/office/drawing/2014/main" id="{57F1E435-D7A4-369F-1875-E9932B1577CF}"/>
              </a:ext>
            </a:extLst>
          </p:cNvPr>
          <p:cNvCxnSpPr>
            <a:cxnSpLocks/>
            <a:stCxn id="116" idx="3"/>
            <a:endCxn id="16" idx="2"/>
          </p:cNvCxnSpPr>
          <p:nvPr/>
        </p:nvCxnSpPr>
        <p:spPr>
          <a:xfrm flipV="1">
            <a:off x="2320017" y="1833854"/>
            <a:ext cx="2967159" cy="78524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12">
            <a:extLst>
              <a:ext uri="{FF2B5EF4-FFF2-40B4-BE49-F238E27FC236}">
                <a16:creationId xmlns:a16="http://schemas.microsoft.com/office/drawing/2014/main" id="{8463C0C3-26F6-1542-D264-15B6B14F559D}"/>
              </a:ext>
            </a:extLst>
          </p:cNvPr>
          <p:cNvCxnSpPr>
            <a:cxnSpLocks/>
            <a:stCxn id="117" idx="3"/>
            <a:endCxn id="16" idx="1"/>
          </p:cNvCxnSpPr>
          <p:nvPr/>
        </p:nvCxnSpPr>
        <p:spPr>
          <a:xfrm flipV="1">
            <a:off x="2513253" y="1552763"/>
            <a:ext cx="1892665" cy="206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6B03CB75-1A11-E004-0AB3-2994A1F0215F}"/>
              </a:ext>
            </a:extLst>
          </p:cNvPr>
          <p:cNvSpPr txBox="1"/>
          <p:nvPr/>
        </p:nvSpPr>
        <p:spPr>
          <a:xfrm>
            <a:off x="6459226" y="1227835"/>
            <a:ext cx="789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BC09DCA-79C7-5B20-4E87-902A6080BA19}"/>
              </a:ext>
            </a:extLst>
          </p:cNvPr>
          <p:cNvSpPr/>
          <p:nvPr/>
        </p:nvSpPr>
        <p:spPr>
          <a:xfrm>
            <a:off x="9096416" y="326761"/>
            <a:ext cx="271039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9CB6FDC-64B8-DE55-42D3-020258F820D3}"/>
              </a:ext>
            </a:extLst>
          </p:cNvPr>
          <p:cNvGrpSpPr/>
          <p:nvPr/>
        </p:nvGrpSpPr>
        <p:grpSpPr>
          <a:xfrm>
            <a:off x="2572927" y="244588"/>
            <a:ext cx="1530279" cy="441150"/>
            <a:chOff x="3465168" y="1850452"/>
            <a:chExt cx="1530279" cy="441150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B6A1004-C057-E5C0-6801-B178C034E6C3}"/>
                </a:ext>
              </a:extLst>
            </p:cNvPr>
            <p:cNvSpPr txBox="1"/>
            <p:nvPr/>
          </p:nvSpPr>
          <p:spPr>
            <a:xfrm>
              <a:off x="3465168" y="1891492"/>
              <a:ext cx="78917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🌬️ 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80DE99B-5842-853A-822A-27A699308469}"/>
                </a:ext>
              </a:extLst>
            </p:cNvPr>
            <p:cNvSpPr txBox="1"/>
            <p:nvPr/>
          </p:nvSpPr>
          <p:spPr>
            <a:xfrm>
              <a:off x="3811685" y="1850452"/>
              <a:ext cx="11837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stream</a:t>
              </a:r>
              <a:endParaRPr lang="en-GB" dirty="0"/>
            </a:p>
          </p:txBody>
        </p:sp>
      </p:grpSp>
      <p:cxnSp>
        <p:nvCxnSpPr>
          <p:cNvPr id="77" name="Straight Arrow Connector 12">
            <a:extLst>
              <a:ext uri="{FF2B5EF4-FFF2-40B4-BE49-F238E27FC236}">
                <a16:creationId xmlns:a16="http://schemas.microsoft.com/office/drawing/2014/main" id="{F03A98C4-7905-258F-8748-11B82EDF61B5}"/>
              </a:ext>
            </a:extLst>
          </p:cNvPr>
          <p:cNvCxnSpPr>
            <a:cxnSpLocks/>
            <a:stCxn id="141" idx="3"/>
            <a:endCxn id="85" idx="1"/>
          </p:cNvCxnSpPr>
          <p:nvPr/>
        </p:nvCxnSpPr>
        <p:spPr>
          <a:xfrm flipV="1">
            <a:off x="6534534" y="607853"/>
            <a:ext cx="883736" cy="94050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47240538-CC6E-EC71-E425-05A36B1AC78F}"/>
              </a:ext>
            </a:extLst>
          </p:cNvPr>
          <p:cNvSpPr/>
          <p:nvPr/>
        </p:nvSpPr>
        <p:spPr>
          <a:xfrm>
            <a:off x="7420509" y="2353983"/>
            <a:ext cx="1602286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🔎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Finder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5D7B4A-1190-8B55-02C9-84A5B0A2DA61}"/>
              </a:ext>
            </a:extLst>
          </p:cNvPr>
          <p:cNvSpPr/>
          <p:nvPr/>
        </p:nvSpPr>
        <p:spPr>
          <a:xfrm>
            <a:off x="7418270" y="326761"/>
            <a:ext cx="1587288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🕸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Graph</a:t>
            </a:r>
          </a:p>
        </p:txBody>
      </p:sp>
      <p:cxnSp>
        <p:nvCxnSpPr>
          <p:cNvPr id="88" name="Straight Arrow Connector 12">
            <a:extLst>
              <a:ext uri="{FF2B5EF4-FFF2-40B4-BE49-F238E27FC236}">
                <a16:creationId xmlns:a16="http://schemas.microsoft.com/office/drawing/2014/main" id="{E2E65AFC-1A2D-6F02-D4A1-757452C88C01}"/>
              </a:ext>
            </a:extLst>
          </p:cNvPr>
          <p:cNvCxnSpPr>
            <a:cxnSpLocks/>
            <a:stCxn id="141" idx="3"/>
            <a:endCxn id="84" idx="1"/>
          </p:cNvCxnSpPr>
          <p:nvPr/>
        </p:nvCxnSpPr>
        <p:spPr>
          <a:xfrm>
            <a:off x="6534534" y="1548362"/>
            <a:ext cx="885975" cy="108671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3" name="Content Placeholder 2">
            <a:extLst>
              <a:ext uri="{FF2B5EF4-FFF2-40B4-BE49-F238E27FC236}">
                <a16:creationId xmlns:a16="http://schemas.microsoft.com/office/drawing/2014/main" id="{F0F5625D-1C58-9926-D2F7-5344AF2C495E}"/>
              </a:ext>
            </a:extLst>
          </p:cNvPr>
          <p:cNvSpPr txBox="1">
            <a:spLocks/>
          </p:cNvSpPr>
          <p:nvPr/>
        </p:nvSpPr>
        <p:spPr>
          <a:xfrm>
            <a:off x="3160149" y="739707"/>
            <a:ext cx="161743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pt-PT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ratings</a:t>
            </a: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18BD4C70-0991-6B89-C518-0E829B139C57}"/>
              </a:ext>
            </a:extLst>
          </p:cNvPr>
          <p:cNvSpPr/>
          <p:nvPr/>
        </p:nvSpPr>
        <p:spPr>
          <a:xfrm>
            <a:off x="2790480" y="743433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EF49F263-0125-D66E-2FED-B52AC0F6EC5E}"/>
              </a:ext>
            </a:extLst>
          </p:cNvPr>
          <p:cNvSpPr txBox="1">
            <a:spLocks/>
          </p:cNvSpPr>
          <p:nvPr/>
        </p:nvSpPr>
        <p:spPr>
          <a:xfrm>
            <a:off x="2837805" y="2742762"/>
            <a:ext cx="161743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behavior</a:t>
            </a: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0848952D-32A2-6A64-F286-98CA28E74894}"/>
              </a:ext>
            </a:extLst>
          </p:cNvPr>
          <p:cNvSpPr/>
          <p:nvPr/>
        </p:nvSpPr>
        <p:spPr>
          <a:xfrm>
            <a:off x="2468136" y="2746488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7" name="Content Placeholder 2">
            <a:extLst>
              <a:ext uri="{FF2B5EF4-FFF2-40B4-BE49-F238E27FC236}">
                <a16:creationId xmlns:a16="http://schemas.microsoft.com/office/drawing/2014/main" id="{1C507759-AEE8-A990-4B7A-D756B62F0331}"/>
              </a:ext>
            </a:extLst>
          </p:cNvPr>
          <p:cNvSpPr txBox="1">
            <a:spLocks/>
          </p:cNvSpPr>
          <p:nvPr/>
        </p:nvSpPr>
        <p:spPr>
          <a:xfrm>
            <a:off x="3048887" y="1696445"/>
            <a:ext cx="161743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behavior</a:t>
            </a: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368200B3-CFAD-098E-2D8A-7496AC717961}"/>
              </a:ext>
            </a:extLst>
          </p:cNvPr>
          <p:cNvSpPr/>
          <p:nvPr/>
        </p:nvSpPr>
        <p:spPr>
          <a:xfrm>
            <a:off x="2679218" y="1700171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9" name="Content Placeholder 2">
            <a:extLst>
              <a:ext uri="{FF2B5EF4-FFF2-40B4-BE49-F238E27FC236}">
                <a16:creationId xmlns:a16="http://schemas.microsoft.com/office/drawing/2014/main" id="{ED5CCB3D-D7CD-D075-6E39-E984AD62E681}"/>
              </a:ext>
            </a:extLst>
          </p:cNvPr>
          <p:cNvSpPr txBox="1">
            <a:spLocks/>
          </p:cNvSpPr>
          <p:nvPr/>
        </p:nvSpPr>
        <p:spPr>
          <a:xfrm>
            <a:off x="7503247" y="1334247"/>
            <a:ext cx="1361997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trust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updates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B5D66A75-FACF-9249-71A3-51D6A2CB9383}"/>
              </a:ext>
            </a:extLst>
          </p:cNvPr>
          <p:cNvSpPr/>
          <p:nvPr/>
        </p:nvSpPr>
        <p:spPr>
          <a:xfrm>
            <a:off x="7133578" y="1363140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23F9D756-C65F-73B8-ECFC-0891EB78029F}"/>
              </a:ext>
            </a:extLst>
          </p:cNvPr>
          <p:cNvSpPr/>
          <p:nvPr/>
        </p:nvSpPr>
        <p:spPr>
          <a:xfrm>
            <a:off x="2048978" y="2338007"/>
            <a:ext cx="271039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D7E9208-D1B3-F0A8-1538-7DCEE0B1F148}"/>
              </a:ext>
            </a:extLst>
          </p:cNvPr>
          <p:cNvSpPr/>
          <p:nvPr/>
        </p:nvSpPr>
        <p:spPr>
          <a:xfrm>
            <a:off x="2242214" y="1273738"/>
            <a:ext cx="271039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1218115B-3452-246F-3803-F2869A41A866}"/>
              </a:ext>
            </a:extLst>
          </p:cNvPr>
          <p:cNvSpPr/>
          <p:nvPr/>
        </p:nvSpPr>
        <p:spPr>
          <a:xfrm>
            <a:off x="2379749" y="326761"/>
            <a:ext cx="271039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5D70B4E-732A-BC4B-8E39-BFACD4321369}"/>
              </a:ext>
            </a:extLst>
          </p:cNvPr>
          <p:cNvSpPr/>
          <p:nvPr/>
        </p:nvSpPr>
        <p:spPr>
          <a:xfrm>
            <a:off x="9120685" y="2353983"/>
            <a:ext cx="271039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9E481EB6-097B-65A3-01A2-6A751FD187D4}"/>
              </a:ext>
            </a:extLst>
          </p:cNvPr>
          <p:cNvSpPr/>
          <p:nvPr/>
        </p:nvSpPr>
        <p:spPr>
          <a:xfrm>
            <a:off x="6263495" y="1267270"/>
            <a:ext cx="271039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55F98D-A995-7154-387B-ED88AA8FF45E}"/>
              </a:ext>
            </a:extLst>
          </p:cNvPr>
          <p:cNvSpPr txBox="1"/>
          <p:nvPr/>
        </p:nvSpPr>
        <p:spPr>
          <a:xfrm>
            <a:off x="2443604" y="1223222"/>
            <a:ext cx="789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4F256D-1A00-A958-A3E0-48A78A89D3D4}"/>
              </a:ext>
            </a:extLst>
          </p:cNvPr>
          <p:cNvSpPr txBox="1"/>
          <p:nvPr/>
        </p:nvSpPr>
        <p:spPr>
          <a:xfrm>
            <a:off x="2247789" y="2291655"/>
            <a:ext cx="789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DA06A1-5A8D-C4C0-D5FC-2F75AD06F779}"/>
              </a:ext>
            </a:extLst>
          </p:cNvPr>
          <p:cNvSpPr/>
          <p:nvPr/>
        </p:nvSpPr>
        <p:spPr>
          <a:xfrm>
            <a:off x="9692433" y="1261919"/>
            <a:ext cx="1765010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0F74B7-29E2-1A0E-A05C-72C22C6D18A1}"/>
              </a:ext>
            </a:extLst>
          </p:cNvPr>
          <p:cNvSpPr/>
          <p:nvPr/>
        </p:nvSpPr>
        <p:spPr>
          <a:xfrm>
            <a:off x="11564178" y="1261918"/>
            <a:ext cx="271039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25" name="Straight Arrow Connector 12">
            <a:extLst>
              <a:ext uri="{FF2B5EF4-FFF2-40B4-BE49-F238E27FC236}">
                <a16:creationId xmlns:a16="http://schemas.microsoft.com/office/drawing/2014/main" id="{EAC0841F-18A7-7DF7-EA7A-F93B48568FFC}"/>
              </a:ext>
            </a:extLst>
          </p:cNvPr>
          <p:cNvCxnSpPr>
            <a:cxnSpLocks/>
            <a:stCxn id="23" idx="0"/>
            <a:endCxn id="69" idx="3"/>
          </p:cNvCxnSpPr>
          <p:nvPr/>
        </p:nvCxnSpPr>
        <p:spPr>
          <a:xfrm rot="16200000" flipV="1">
            <a:off x="9644164" y="331144"/>
            <a:ext cx="654066" cy="1207483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12">
            <a:extLst>
              <a:ext uri="{FF2B5EF4-FFF2-40B4-BE49-F238E27FC236}">
                <a16:creationId xmlns:a16="http://schemas.microsoft.com/office/drawing/2014/main" id="{95E74B27-30B6-DE1D-894F-5546BA777E28}"/>
              </a:ext>
            </a:extLst>
          </p:cNvPr>
          <p:cNvCxnSpPr>
            <a:cxnSpLocks/>
            <a:stCxn id="23" idx="2"/>
            <a:endCxn id="119" idx="3"/>
          </p:cNvCxnSpPr>
          <p:nvPr/>
        </p:nvCxnSpPr>
        <p:spPr>
          <a:xfrm rot="5400000">
            <a:off x="9577845" y="1637981"/>
            <a:ext cx="810973" cy="1183214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8E0D7604-8F92-79A8-09EC-466D7AF33E40}"/>
              </a:ext>
            </a:extLst>
          </p:cNvPr>
          <p:cNvSpPr txBox="1">
            <a:spLocks/>
          </p:cNvSpPr>
          <p:nvPr/>
        </p:nvSpPr>
        <p:spPr>
          <a:xfrm>
            <a:off x="11101420" y="1937712"/>
            <a:ext cx="103832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queries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80FBF97-4F9C-0B00-5924-1A5D3C549C76}"/>
              </a:ext>
            </a:extLst>
          </p:cNvPr>
          <p:cNvSpPr/>
          <p:nvPr/>
        </p:nvSpPr>
        <p:spPr>
          <a:xfrm>
            <a:off x="10731750" y="1966605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90A7F0-5031-64C7-96D4-022329E1532C}"/>
              </a:ext>
            </a:extLst>
          </p:cNvPr>
          <p:cNvSpPr txBox="1"/>
          <p:nvPr/>
        </p:nvSpPr>
        <p:spPr>
          <a:xfrm>
            <a:off x="147264" y="6233934"/>
            <a:ext cx="3680495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FIREWALL: Daily usage</a:t>
            </a:r>
          </a:p>
        </p:txBody>
      </p:sp>
    </p:spTree>
    <p:extLst>
      <p:ext uri="{BB962C8B-B14F-4D97-AF65-F5344CB8AC3E}">
        <p14:creationId xmlns:p14="http://schemas.microsoft.com/office/powerpoint/2010/main" val="393241733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47350</TotalTime>
  <Words>140</Words>
  <Application>Microsoft Macintosh PowerPoint</Application>
  <PresentationFormat>Widescreen</PresentationFormat>
  <Paragraphs>72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Amazon Ember</vt:lpstr>
      <vt:lpstr>Amazon Ember Display</vt:lpstr>
      <vt:lpstr>Segoe UI</vt:lpstr>
      <vt:lpstr>Wingdings</vt:lpstr>
      <vt:lpstr>AWS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152</cp:revision>
  <dcterms:created xsi:type="dcterms:W3CDTF">2022-10-07T16:14:37Z</dcterms:created>
  <dcterms:modified xsi:type="dcterms:W3CDTF">2025-04-22T20:20:21Z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2025-04-22T20:20:21Z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3b77fc7d-37e7-4074-a4ec-636ff3675645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