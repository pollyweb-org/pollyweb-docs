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23" r:id="rId2"/>
    <p:sldId id="1699" r:id="rId3"/>
    <p:sldId id="1697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B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🧑‍🦰 Wallet" id="{DE76B10F-4749-0E43-97D1-FD79F82960B4}">
          <p14:sldIdLst>
            <p14:sldId id="1823"/>
            <p14:sldId id="1699"/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104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61CA-5FE2-351C-8ECF-497E9A19B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C6DA4-DBC4-A3B8-6764-F83591998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DE450-9774-DF76-D709-26A3DF90F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CF90C14-FA3F-A9BD-59C8-4FC13F1C578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96D34-AFCD-6B83-DE96-CCAD828B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31F996-166D-1B83-68F6-A0C341034CE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51E8A-0078-4670-0460-524541DEEC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61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7888-1948-723A-3BF7-001D8650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0D191-7B23-2C02-E23E-2D40D8B6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45E66-6DFC-5D18-C84A-168226CF8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366D7F9-C619-5B3F-7342-6641C3337AA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1C312-E968-CAE0-8A65-68D2150E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B949E5F-5318-7966-E503-706EAE0F09B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C270D-ADA2-7322-0B73-FBD43C38A3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02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89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FBD67-D3C0-24A5-3673-1BEBE9A9345F}"/>
              </a:ext>
            </a:extLst>
          </p:cNvPr>
          <p:cNvSpPr txBox="1"/>
          <p:nvPr/>
        </p:nvSpPr>
        <p:spPr>
          <a:xfrm>
            <a:off x="3467876" y="1613118"/>
            <a:ext cx="5256247" cy="363176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🧑‍🦰 User </a:t>
            </a:r>
            <a:br>
              <a:rPr lang="en-GB" sz="11500" dirty="0">
                <a:solidFill>
                  <a:srgbClr val="FFFF00"/>
                </a:solidFill>
              </a:rPr>
            </a:br>
            <a:r>
              <a:rPr lang="en-GB" sz="11500" dirty="0">
                <a:solidFill>
                  <a:srgbClr val="FFFF00"/>
                </a:solidFill>
              </a:rPr>
              <a:t>Wallet</a:t>
            </a:r>
          </a:p>
        </p:txBody>
      </p:sp>
    </p:spTree>
    <p:extLst>
      <p:ext uri="{BB962C8B-B14F-4D97-AF65-F5344CB8AC3E}">
        <p14:creationId xmlns:p14="http://schemas.microsoft.com/office/powerpoint/2010/main" val="386581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7F4C2-44E2-CFB2-BE09-AFA2C9968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>
            <a:extLst>
              <a:ext uri="{FF2B5EF4-FFF2-40B4-BE49-F238E27FC236}">
                <a16:creationId xmlns:a16="http://schemas.microsoft.com/office/drawing/2014/main" id="{D1FE530D-A4C1-B391-1EFD-DD53B04523F8}"/>
              </a:ext>
            </a:extLst>
          </p:cNvPr>
          <p:cNvSpPr/>
          <p:nvPr/>
        </p:nvSpPr>
        <p:spPr>
          <a:xfrm>
            <a:off x="2263873" y="268449"/>
            <a:ext cx="8168991" cy="628237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91ED45-D6DE-26E4-9457-B148064690DC}"/>
              </a:ext>
            </a:extLst>
          </p:cNvPr>
          <p:cNvSpPr/>
          <p:nvPr/>
        </p:nvSpPr>
        <p:spPr>
          <a:xfrm>
            <a:off x="2414219" y="801535"/>
            <a:ext cx="7886061" cy="4909617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73" name="Straight Arrow Connector 12">
            <a:extLst>
              <a:ext uri="{FF2B5EF4-FFF2-40B4-BE49-F238E27FC236}">
                <a16:creationId xmlns:a16="http://schemas.microsoft.com/office/drawing/2014/main" id="{7058F5CC-84B4-1E75-D295-2D54428F1705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475149" y="592706"/>
            <a:ext cx="11974" cy="1614772"/>
          </a:xfrm>
          <a:prstGeom prst="bentConnector4">
            <a:avLst>
              <a:gd name="adj1" fmla="val -1909136"/>
              <a:gd name="adj2" fmla="val 99363"/>
            </a:avLst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" name="Straight Arrow Connector 12">
            <a:extLst>
              <a:ext uri="{FF2B5EF4-FFF2-40B4-BE49-F238E27FC236}">
                <a16:creationId xmlns:a16="http://schemas.microsoft.com/office/drawing/2014/main" id="{E5AA5D48-E2B2-2507-8538-BCA364B079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8425" y="535531"/>
            <a:ext cx="11554" cy="1745480"/>
          </a:xfrm>
          <a:prstGeom prst="bentConnector4">
            <a:avLst>
              <a:gd name="adj1" fmla="val -1978536"/>
              <a:gd name="adj2" fmla="val 100852"/>
            </a:avLst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E7930D81-090B-9D42-834D-E16A845038A3}"/>
              </a:ext>
            </a:extLst>
          </p:cNvPr>
          <p:cNvCxnSpPr>
            <a:cxnSpLocks/>
          </p:cNvCxnSpPr>
          <p:nvPr/>
        </p:nvCxnSpPr>
        <p:spPr>
          <a:xfrm>
            <a:off x="8775953" y="4489380"/>
            <a:ext cx="0" cy="653071"/>
          </a:xfrm>
          <a:prstGeom prst="line">
            <a:avLst/>
          </a:prstGeom>
          <a:ln w="19050" cap="rnd">
            <a:solidFill>
              <a:schemeClr val="bg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6BDA08-5B18-2385-4893-E32686FBFDE4}"/>
              </a:ext>
            </a:extLst>
          </p:cNvPr>
          <p:cNvSpPr/>
          <p:nvPr/>
        </p:nvSpPr>
        <p:spPr>
          <a:xfrm>
            <a:off x="2540943" y="1410884"/>
            <a:ext cx="1346477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✨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Scan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FBDAD6-4E1E-991C-BDFE-DF82A8453FBA}"/>
              </a:ext>
            </a:extLst>
          </p:cNvPr>
          <p:cNvSpPr/>
          <p:nvPr/>
        </p:nvSpPr>
        <p:spPr>
          <a:xfrm>
            <a:off x="6232281" y="1410884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Chats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6640F0-6BEC-EBA7-1489-9208CBAE841B}"/>
              </a:ext>
            </a:extLst>
          </p:cNvPr>
          <p:cNvSpPr/>
          <p:nvPr/>
        </p:nvSpPr>
        <p:spPr>
          <a:xfrm>
            <a:off x="8415783" y="1410883"/>
            <a:ext cx="1745478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🔗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Binds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7DBB44-CE1D-9941-B416-2538DCC93F59}"/>
              </a:ext>
            </a:extLst>
          </p:cNvPr>
          <p:cNvSpPr/>
          <p:nvPr/>
        </p:nvSpPr>
        <p:spPr>
          <a:xfrm>
            <a:off x="4058014" y="1410883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🔐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Tokens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B9E208-AE31-90CB-16D4-8DAAB1146476}"/>
              </a:ext>
            </a:extLst>
          </p:cNvPr>
          <p:cNvSpPr txBox="1"/>
          <p:nvPr/>
        </p:nvSpPr>
        <p:spPr>
          <a:xfrm>
            <a:off x="2453909" y="866912"/>
            <a:ext cx="2175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Wallet app</a:t>
            </a:r>
          </a:p>
        </p:txBody>
      </p: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69E5FF0D-49FB-09A8-17D3-1AB45A26B9CF}"/>
              </a:ext>
            </a:extLst>
          </p:cNvPr>
          <p:cNvCxnSpPr>
            <a:cxnSpLocks/>
            <a:stCxn id="41" idx="0"/>
            <a:endCxn id="8" idx="1"/>
          </p:cNvCxnSpPr>
          <p:nvPr/>
        </p:nvCxnSpPr>
        <p:spPr>
          <a:xfrm rot="5400000" flipH="1" flipV="1">
            <a:off x="1736244" y="1586100"/>
            <a:ext cx="698822" cy="910575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B5D4C2F-12A2-F48B-FA1D-0695AD6FDE3E}"/>
              </a:ext>
            </a:extLst>
          </p:cNvPr>
          <p:cNvSpPr txBox="1"/>
          <p:nvPr/>
        </p:nvSpPr>
        <p:spPr>
          <a:xfrm>
            <a:off x="-144215" y="2410758"/>
            <a:ext cx="135674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dirty="0"/>
              <a:t> NFC</a:t>
            </a:r>
          </a:p>
        </p:txBody>
      </p: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BEE48BEB-9286-07FB-3723-1DFDEE2EB8A0}"/>
              </a:ext>
            </a:extLst>
          </p:cNvPr>
          <p:cNvCxnSpPr>
            <a:cxnSpLocks/>
            <a:stCxn id="26" idx="0"/>
            <a:endCxn id="13" idx="1"/>
          </p:cNvCxnSpPr>
          <p:nvPr/>
        </p:nvCxnSpPr>
        <p:spPr>
          <a:xfrm rot="5400000" flipH="1" flipV="1">
            <a:off x="747202" y="880525"/>
            <a:ext cx="1317191" cy="1743277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6A3DB16-4888-A6D5-0376-75DA4128724C}"/>
              </a:ext>
            </a:extLst>
          </p:cNvPr>
          <p:cNvSpPr txBox="1"/>
          <p:nvPr/>
        </p:nvSpPr>
        <p:spPr>
          <a:xfrm>
            <a:off x="1170944" y="735570"/>
            <a:ext cx="925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touch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1910A1-9087-37E1-03C2-F310A9A4B931}"/>
              </a:ext>
            </a:extLst>
          </p:cNvPr>
          <p:cNvSpPr txBox="1"/>
          <p:nvPr/>
        </p:nvSpPr>
        <p:spPr>
          <a:xfrm>
            <a:off x="1157929" y="2390798"/>
            <a:ext cx="94487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✨</a:t>
            </a:r>
            <a:r>
              <a:rPr lang="en-GB" dirty="0"/>
              <a:t> QR </a:t>
            </a:r>
          </a:p>
        </p:txBody>
      </p: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3A192137-A6F8-61EB-12D7-FE4EFA7A5A28}"/>
              </a:ext>
            </a:extLst>
          </p:cNvPr>
          <p:cNvCxnSpPr>
            <a:cxnSpLocks/>
            <a:endCxn id="41" idx="2"/>
          </p:cNvCxnSpPr>
          <p:nvPr/>
        </p:nvCxnSpPr>
        <p:spPr>
          <a:xfrm rot="10800000">
            <a:off x="1630369" y="2770390"/>
            <a:ext cx="4660587" cy="1219607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E9B6E47-7D47-0868-20DC-A5E4095D54FC}"/>
              </a:ext>
            </a:extLst>
          </p:cNvPr>
          <p:cNvSpPr txBox="1"/>
          <p:nvPr/>
        </p:nvSpPr>
        <p:spPr>
          <a:xfrm>
            <a:off x="6315202" y="2055372"/>
            <a:ext cx="2290186" cy="353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🔎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1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2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🤖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3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🎴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4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🛩️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5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📡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6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🗄️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7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🧢</a:t>
            </a:r>
            <a:r>
              <a:rPr lang="en-GB" sz="20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8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🐶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9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C04AD7-9F35-3EDB-9E7E-0DAC29808247}"/>
              </a:ext>
            </a:extLst>
          </p:cNvPr>
          <p:cNvSpPr txBox="1"/>
          <p:nvPr/>
        </p:nvSpPr>
        <p:spPr>
          <a:xfrm>
            <a:off x="4131480" y="2055371"/>
            <a:ext cx="1416953" cy="1806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🛩️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 1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💉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 2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🚗 </a:t>
            </a:r>
            <a:r>
              <a:rPr lang="en-GB" sz="20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 3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🎭 </a:t>
            </a:r>
            <a:r>
              <a:rPr lang="en-GB" sz="20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 4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🎓 </a:t>
            </a:r>
            <a:r>
              <a:rPr lang="en-GB" sz="20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 5</a:t>
            </a:r>
          </a:p>
        </p:txBody>
      </p:sp>
      <p:cxnSp>
        <p:nvCxnSpPr>
          <p:cNvPr id="65" name="Straight Arrow Connector 12">
            <a:extLst>
              <a:ext uri="{FF2B5EF4-FFF2-40B4-BE49-F238E27FC236}">
                <a16:creationId xmlns:a16="http://schemas.microsoft.com/office/drawing/2014/main" id="{402D34E3-E4D6-9908-7460-1BD7B42C665F}"/>
              </a:ext>
            </a:extLst>
          </p:cNvPr>
          <p:cNvCxnSpPr>
            <a:cxnSpLocks/>
            <a:endCxn id="26" idx="2"/>
          </p:cNvCxnSpPr>
          <p:nvPr/>
        </p:nvCxnSpPr>
        <p:spPr>
          <a:xfrm rot="10800000">
            <a:off x="534159" y="2790349"/>
            <a:ext cx="5780492" cy="2259824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3CC42E6-9810-3794-8AC0-C05731B0C574}"/>
              </a:ext>
            </a:extLst>
          </p:cNvPr>
          <p:cNvSpPr txBox="1"/>
          <p:nvPr/>
        </p:nvSpPr>
        <p:spPr>
          <a:xfrm>
            <a:off x="8555353" y="4169012"/>
            <a:ext cx="1745478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🗄️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Vault X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  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🧩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code 1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  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🧩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code 2</a:t>
            </a:r>
          </a:p>
        </p:txBody>
      </p:sp>
      <p:cxnSp>
        <p:nvCxnSpPr>
          <p:cNvPr id="69" name="Straight Arrow Connector 12">
            <a:extLst>
              <a:ext uri="{FF2B5EF4-FFF2-40B4-BE49-F238E27FC236}">
                <a16:creationId xmlns:a16="http://schemas.microsoft.com/office/drawing/2014/main" id="{8670F08B-5269-501D-62F3-E646B22BD30B}"/>
              </a:ext>
            </a:extLst>
          </p:cNvPr>
          <p:cNvCxnSpPr>
            <a:cxnSpLocks/>
          </p:cNvCxnSpPr>
          <p:nvPr/>
        </p:nvCxnSpPr>
        <p:spPr>
          <a:xfrm>
            <a:off x="7558152" y="4318232"/>
            <a:ext cx="995116" cy="0"/>
          </a:xfrm>
          <a:prstGeom prst="straightConnector1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12">
            <a:extLst>
              <a:ext uri="{FF2B5EF4-FFF2-40B4-BE49-F238E27FC236}">
                <a16:creationId xmlns:a16="http://schemas.microsoft.com/office/drawing/2014/main" id="{21738068-F088-9188-533F-7DE54F3B76E9}"/>
              </a:ext>
            </a:extLst>
          </p:cNvPr>
          <p:cNvCxnSpPr>
            <a:cxnSpLocks/>
          </p:cNvCxnSpPr>
          <p:nvPr/>
        </p:nvCxnSpPr>
        <p:spPr>
          <a:xfrm flipH="1">
            <a:off x="5548433" y="3293045"/>
            <a:ext cx="790565" cy="1"/>
          </a:xfrm>
          <a:prstGeom prst="straightConnector1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4AB128C-267B-3001-B5BB-72A432E34AB0}"/>
              </a:ext>
            </a:extLst>
          </p:cNvPr>
          <p:cNvSpPr txBox="1"/>
          <p:nvPr/>
        </p:nvSpPr>
        <p:spPr>
          <a:xfrm>
            <a:off x="8553268" y="2049776"/>
            <a:ext cx="1741657" cy="2229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🔎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Finder</a:t>
            </a:r>
          </a:p>
          <a:p>
            <a:pPr>
              <a:lnSpc>
                <a:spcPts val="2700"/>
              </a:lnSpc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r>
              <a:rPr lang="en-GB" sz="2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Broker</a:t>
            </a:r>
          </a:p>
          <a:p>
            <a:pPr>
              <a:lnSpc>
                <a:spcPts val="2700"/>
              </a:lnSpc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🧢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Persona</a:t>
            </a:r>
          </a:p>
          <a:p>
            <a:pPr>
              <a:lnSpc>
                <a:spcPts val="2700"/>
              </a:lnSpc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Payer</a:t>
            </a:r>
          </a:p>
          <a:p>
            <a:pPr>
              <a:lnSpc>
                <a:spcPts val="2700"/>
              </a:lnSpc>
            </a:pPr>
            <a:r>
              <a:rPr lang="en-US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🆔</a:t>
            </a:r>
            <a:r>
              <a:rPr lang="en-US" sz="2000" dirty="0"/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Identity</a:t>
            </a:r>
          </a:p>
          <a:p>
            <a:pPr>
              <a:lnSpc>
                <a:spcPts val="2700"/>
              </a:lnSpc>
            </a:pPr>
            <a:r>
              <a:rPr lang="en-US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📦</a:t>
            </a:r>
            <a:r>
              <a:rPr lang="en-US" sz="2000" dirty="0"/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Storage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30AA2125-C24D-7C5C-93E8-0B0DC03FD558}"/>
              </a:ext>
            </a:extLst>
          </p:cNvPr>
          <p:cNvCxnSpPr>
            <a:cxnSpLocks/>
          </p:cNvCxnSpPr>
          <p:nvPr/>
        </p:nvCxnSpPr>
        <p:spPr>
          <a:xfrm>
            <a:off x="7558152" y="2249831"/>
            <a:ext cx="988327" cy="0"/>
          </a:xfrm>
          <a:prstGeom prst="straightConnector1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27682E79-152D-E62A-BE24-BA58788C96EB}"/>
              </a:ext>
            </a:extLst>
          </p:cNvPr>
          <p:cNvSpPr txBox="1"/>
          <p:nvPr/>
        </p:nvSpPr>
        <p:spPr>
          <a:xfrm>
            <a:off x="1602615" y="1318597"/>
            <a:ext cx="925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scan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10" name="Straight Arrow Connector 12">
            <a:extLst>
              <a:ext uri="{FF2B5EF4-FFF2-40B4-BE49-F238E27FC236}">
                <a16:creationId xmlns:a16="http://schemas.microsoft.com/office/drawing/2014/main" id="{0E427F58-9F22-4779-5A7B-A5A517E8802C}"/>
              </a:ext>
            </a:extLst>
          </p:cNvPr>
          <p:cNvCxnSpPr>
            <a:cxnSpLocks/>
            <a:stCxn id="118" idx="1"/>
            <a:endCxn id="116" idx="1"/>
          </p:cNvCxnSpPr>
          <p:nvPr/>
        </p:nvCxnSpPr>
        <p:spPr>
          <a:xfrm rot="10800000">
            <a:off x="6254366" y="2269112"/>
            <a:ext cx="41944" cy="353519"/>
          </a:xfrm>
          <a:prstGeom prst="curvedConnector3">
            <a:avLst>
              <a:gd name="adj1" fmla="val 645012"/>
            </a:avLst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9703C25-BFA9-B232-3EC0-A1713500A34D}"/>
              </a:ext>
            </a:extLst>
          </p:cNvPr>
          <p:cNvSpPr txBox="1"/>
          <p:nvPr/>
        </p:nvSpPr>
        <p:spPr>
          <a:xfrm>
            <a:off x="6254366" y="2069056"/>
            <a:ext cx="1518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9B0169E-1108-5C1A-120B-3F48948B6CA8}"/>
              </a:ext>
            </a:extLst>
          </p:cNvPr>
          <p:cNvSpPr txBox="1"/>
          <p:nvPr/>
        </p:nvSpPr>
        <p:spPr>
          <a:xfrm>
            <a:off x="6296310" y="2422575"/>
            <a:ext cx="1627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 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1AAA187-36DB-C9A2-9787-B5B35FF3922C}"/>
              </a:ext>
            </a:extLst>
          </p:cNvPr>
          <p:cNvSpPr txBox="1"/>
          <p:nvPr/>
        </p:nvSpPr>
        <p:spPr>
          <a:xfrm>
            <a:off x="5377013" y="834449"/>
            <a:ext cx="1266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download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7D39426-7249-D298-7091-8DCB942A10B6}"/>
              </a:ext>
            </a:extLst>
          </p:cNvPr>
          <p:cNvSpPr txBox="1"/>
          <p:nvPr/>
        </p:nvSpPr>
        <p:spPr>
          <a:xfrm>
            <a:off x="8178936" y="834449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bind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DAC7053-B9B0-7E6A-2596-4C12034BF525}"/>
              </a:ext>
            </a:extLst>
          </p:cNvPr>
          <p:cNvSpPr txBox="1"/>
          <p:nvPr/>
        </p:nvSpPr>
        <p:spPr>
          <a:xfrm>
            <a:off x="7792897" y="2238542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5DCA5B6-D7A8-D655-699F-CD282334FB26}"/>
              </a:ext>
            </a:extLst>
          </p:cNvPr>
          <p:cNvSpPr txBox="1"/>
          <p:nvPr/>
        </p:nvSpPr>
        <p:spPr>
          <a:xfrm>
            <a:off x="5619176" y="3289951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E82DCE5-F9BC-31B1-C30F-11CCD43CD0B3}"/>
              </a:ext>
            </a:extLst>
          </p:cNvPr>
          <p:cNvSpPr txBox="1"/>
          <p:nvPr/>
        </p:nvSpPr>
        <p:spPr>
          <a:xfrm>
            <a:off x="7786674" y="4328008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FC6A773F-F65B-4880-0138-05FADF623F7A}"/>
              </a:ext>
            </a:extLst>
          </p:cNvPr>
          <p:cNvSpPr txBox="1"/>
          <p:nvPr/>
        </p:nvSpPr>
        <p:spPr>
          <a:xfrm>
            <a:off x="2289040" y="307181"/>
            <a:ext cx="3330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Device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F78F8868-D19E-BDE1-58CD-2B410A0B907C}"/>
              </a:ext>
            </a:extLst>
          </p:cNvPr>
          <p:cNvSpPr/>
          <p:nvPr/>
        </p:nvSpPr>
        <p:spPr>
          <a:xfrm>
            <a:off x="2418354" y="5849449"/>
            <a:ext cx="5255396" cy="56218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i="1" dirty="0">
                <a:solidFill>
                  <a:schemeClr val="tx1">
                    <a:lumMod val="65000"/>
                  </a:schemeClr>
                </a:solidFill>
                <a:latin typeface="+mj-lt"/>
                <a:cs typeface="Arial" panose="020B0604020202020204" pitchFamily="34" charset="0"/>
              </a:rPr>
              <a:t>Web 2.0 browser</a:t>
            </a:r>
          </a:p>
        </p:txBody>
      </p:sp>
      <p:cxnSp>
        <p:nvCxnSpPr>
          <p:cNvPr id="200" name="Straight Arrow Connector 12">
            <a:extLst>
              <a:ext uri="{FF2B5EF4-FFF2-40B4-BE49-F238E27FC236}">
                <a16:creationId xmlns:a16="http://schemas.microsoft.com/office/drawing/2014/main" id="{28C78572-92E1-DCF3-C6D4-82178E60F4AF}"/>
              </a:ext>
            </a:extLst>
          </p:cNvPr>
          <p:cNvCxnSpPr>
            <a:cxnSpLocks/>
            <a:stCxn id="210" idx="3"/>
            <a:endCxn id="208" idx="3"/>
          </p:cNvCxnSpPr>
          <p:nvPr/>
        </p:nvCxnSpPr>
        <p:spPr>
          <a:xfrm flipH="1">
            <a:off x="7499818" y="5369272"/>
            <a:ext cx="173932" cy="756584"/>
          </a:xfrm>
          <a:prstGeom prst="bentConnector3">
            <a:avLst>
              <a:gd name="adj1" fmla="val -131431"/>
            </a:avLst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2B670044-7D24-CD4A-CA7E-45DC1157B2B7}"/>
              </a:ext>
            </a:extLst>
          </p:cNvPr>
          <p:cNvSpPr txBox="1"/>
          <p:nvPr/>
        </p:nvSpPr>
        <p:spPr>
          <a:xfrm>
            <a:off x="467960" y="5080479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0A7E547-8489-5257-7057-213909601C8B}"/>
              </a:ext>
            </a:extLst>
          </p:cNvPr>
          <p:cNvSpPr txBox="1"/>
          <p:nvPr/>
        </p:nvSpPr>
        <p:spPr>
          <a:xfrm>
            <a:off x="1559603" y="4012368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396C9CC-AF6F-BBA2-B0F7-76C92452DDBF}"/>
              </a:ext>
            </a:extLst>
          </p:cNvPr>
          <p:cNvSpPr txBox="1"/>
          <p:nvPr/>
        </p:nvSpPr>
        <p:spPr>
          <a:xfrm>
            <a:off x="7923695" y="5340543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A7C6146D-FEB0-4AE9-30DB-1ECB592355B4}"/>
              </a:ext>
            </a:extLst>
          </p:cNvPr>
          <p:cNvSpPr txBox="1"/>
          <p:nvPr/>
        </p:nvSpPr>
        <p:spPr>
          <a:xfrm>
            <a:off x="6022966" y="5941190"/>
            <a:ext cx="1476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🔗</a:t>
            </a:r>
            <a:r>
              <a:rPr lang="en-GB" dirty="0"/>
              <a:t> hyper link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CAEFE856-95D2-9663-A48E-3A079DF1A80C}"/>
              </a:ext>
            </a:extLst>
          </p:cNvPr>
          <p:cNvSpPr txBox="1"/>
          <p:nvPr/>
        </p:nvSpPr>
        <p:spPr>
          <a:xfrm>
            <a:off x="7245322" y="5169217"/>
            <a:ext cx="428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 </a:t>
            </a:r>
          </a:p>
        </p:txBody>
      </p:sp>
      <p:cxnSp>
        <p:nvCxnSpPr>
          <p:cNvPr id="5" name="Straight Arrow Connector 12">
            <a:extLst>
              <a:ext uri="{FF2B5EF4-FFF2-40B4-BE49-F238E27FC236}">
                <a16:creationId xmlns:a16="http://schemas.microsoft.com/office/drawing/2014/main" id="{7F2F077A-3370-B6D7-D2E8-270418C1A090}"/>
              </a:ext>
            </a:extLst>
          </p:cNvPr>
          <p:cNvCxnSpPr>
            <a:cxnSpLocks/>
            <a:stCxn id="16" idx="0"/>
            <a:endCxn id="10" idx="3"/>
          </p:cNvCxnSpPr>
          <p:nvPr/>
        </p:nvCxnSpPr>
        <p:spPr>
          <a:xfrm rot="16200000" flipV="1">
            <a:off x="10721429" y="4830870"/>
            <a:ext cx="353945" cy="931335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1DCC25A-9CD0-8700-7744-431EF89A90A2}"/>
              </a:ext>
            </a:extLst>
          </p:cNvPr>
          <p:cNvSpPr txBox="1"/>
          <p:nvPr/>
        </p:nvSpPr>
        <p:spPr>
          <a:xfrm>
            <a:off x="10482405" y="4420980"/>
            <a:ext cx="9258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touch</a:t>
            </a:r>
            <a:b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scan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F9D17-C438-7896-06F5-C9ADE49B5E41}"/>
              </a:ext>
            </a:extLst>
          </p:cNvPr>
          <p:cNvSpPr txBox="1"/>
          <p:nvPr/>
        </p:nvSpPr>
        <p:spPr>
          <a:xfrm>
            <a:off x="10128162" y="4934899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6FA579-7782-B800-2545-C153730CDCA0}"/>
              </a:ext>
            </a:extLst>
          </p:cNvPr>
          <p:cNvSpPr txBox="1"/>
          <p:nvPr/>
        </p:nvSpPr>
        <p:spPr>
          <a:xfrm>
            <a:off x="2277436" y="908901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10AEA-E374-FB62-0193-84F46DC21342}"/>
              </a:ext>
            </a:extLst>
          </p:cNvPr>
          <p:cNvSpPr txBox="1"/>
          <p:nvPr/>
        </p:nvSpPr>
        <p:spPr>
          <a:xfrm>
            <a:off x="10685694" y="5473510"/>
            <a:ext cx="135674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dirty="0"/>
              <a:t> NFC/QR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F598DC-FFB7-6605-AB4F-56C22D024B64}"/>
              </a:ext>
            </a:extLst>
          </p:cNvPr>
          <p:cNvSpPr/>
          <p:nvPr/>
        </p:nvSpPr>
        <p:spPr>
          <a:xfrm>
            <a:off x="10684703" y="5888339"/>
            <a:ext cx="1356747" cy="479419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🛜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Wi-Fier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CA30E7-8F0F-7BF2-77D4-EEC72DCA87EC}"/>
              </a:ext>
            </a:extLst>
          </p:cNvPr>
          <p:cNvSpPr/>
          <p:nvPr/>
        </p:nvSpPr>
        <p:spPr>
          <a:xfrm>
            <a:off x="8976670" y="5844764"/>
            <a:ext cx="1318255" cy="56218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pPr algn="ctr"/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🛜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i="1" dirty="0">
                <a:solidFill>
                  <a:schemeClr val="tx1">
                    <a:lumMod val="65000"/>
                  </a:schemeClr>
                </a:solidFill>
                <a:latin typeface="+mj-lt"/>
                <a:cs typeface="Arial" panose="020B0604020202020204" pitchFamily="34" charset="0"/>
              </a:rPr>
              <a:t>Wi-Fi</a:t>
            </a:r>
          </a:p>
        </p:txBody>
      </p:sp>
      <p:cxnSp>
        <p:nvCxnSpPr>
          <p:cNvPr id="30" name="Straight Arrow Connector 12">
            <a:extLst>
              <a:ext uri="{FF2B5EF4-FFF2-40B4-BE49-F238E27FC236}">
                <a16:creationId xmlns:a16="http://schemas.microsoft.com/office/drawing/2014/main" id="{EB9CECB8-EF00-363A-64F3-24A150776C60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>
            <a:off x="10294925" y="6125856"/>
            <a:ext cx="389778" cy="2193"/>
          </a:xfrm>
          <a:prstGeom prst="straightConnector1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104C909-53AF-3423-CADA-CA90721844D6}"/>
              </a:ext>
            </a:extLst>
          </p:cNvPr>
          <p:cNvSpPr txBox="1"/>
          <p:nvPr/>
        </p:nvSpPr>
        <p:spPr>
          <a:xfrm>
            <a:off x="10679283" y="389601"/>
            <a:ext cx="135674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dirty="0"/>
              <a:t> NFC/QR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6F93E-85D0-0EF4-2D45-AE3C6CB28C6C}"/>
              </a:ext>
            </a:extLst>
          </p:cNvPr>
          <p:cNvSpPr/>
          <p:nvPr/>
        </p:nvSpPr>
        <p:spPr>
          <a:xfrm>
            <a:off x="10695070" y="804430"/>
            <a:ext cx="1356747" cy="479419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🔒</a:t>
            </a:r>
            <a:r>
              <a:rPr lang="en-GB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Padlock</a:t>
            </a:r>
          </a:p>
        </p:txBody>
      </p:sp>
      <p:cxnSp>
        <p:nvCxnSpPr>
          <p:cNvPr id="2" name="Straight Arrow Connector 12">
            <a:extLst>
              <a:ext uri="{FF2B5EF4-FFF2-40B4-BE49-F238E27FC236}">
                <a16:creationId xmlns:a16="http://schemas.microsoft.com/office/drawing/2014/main" id="{BEBD8C0B-B731-0D62-EC1C-EC924F99463A}"/>
              </a:ext>
            </a:extLst>
          </p:cNvPr>
          <p:cNvCxnSpPr>
            <a:cxnSpLocks/>
            <a:stCxn id="7" idx="2"/>
            <a:endCxn id="12" idx="3"/>
          </p:cNvCxnSpPr>
          <p:nvPr/>
        </p:nvCxnSpPr>
        <p:spPr>
          <a:xfrm rot="5400000">
            <a:off x="10563939" y="1153760"/>
            <a:ext cx="679417" cy="939595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D5EFD7-F713-AE53-1221-A330D2909EB2}"/>
              </a:ext>
            </a:extLst>
          </p:cNvPr>
          <p:cNvSpPr txBox="1"/>
          <p:nvPr/>
        </p:nvSpPr>
        <p:spPr>
          <a:xfrm>
            <a:off x="10129278" y="1778600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19EE6-7BC1-4B86-4D84-D1FED70D44B0}"/>
              </a:ext>
            </a:extLst>
          </p:cNvPr>
          <p:cNvSpPr txBox="1"/>
          <p:nvPr/>
        </p:nvSpPr>
        <p:spPr>
          <a:xfrm>
            <a:off x="10485312" y="2009855"/>
            <a:ext cx="9258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touch</a:t>
            </a:r>
            <a:b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scan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657994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C24AB-FBD4-FF3B-C880-BCAD5DAC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D751A66-1976-1EA5-B990-4A5BBB2DCF0F}"/>
              </a:ext>
            </a:extLst>
          </p:cNvPr>
          <p:cNvGrpSpPr/>
          <p:nvPr/>
        </p:nvGrpSpPr>
        <p:grpSpPr>
          <a:xfrm>
            <a:off x="4321005" y="3090522"/>
            <a:ext cx="3122402" cy="1014729"/>
            <a:chOff x="3502202" y="1747544"/>
            <a:chExt cx="1806068" cy="101472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AA4DA-9C69-ABB7-2979-A0A91801E4ED}"/>
                </a:ext>
              </a:extLst>
            </p:cNvPr>
            <p:cNvSpPr/>
            <p:nvPr/>
          </p:nvSpPr>
          <p:spPr>
            <a:xfrm>
              <a:off x="3562600" y="2110844"/>
              <a:ext cx="169816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 Broker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E4D216-9C65-1126-214A-AD7D02E012C6}"/>
                </a:ext>
              </a:extLst>
            </p:cNvPr>
            <p:cNvSpPr/>
            <p:nvPr/>
          </p:nvSpPr>
          <p:spPr>
            <a:xfrm>
              <a:off x="3502202" y="1747544"/>
              <a:ext cx="180606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4024B3-D515-52F6-9EC4-E51743A55456}"/>
              </a:ext>
            </a:extLst>
          </p:cNvPr>
          <p:cNvGrpSpPr/>
          <p:nvPr/>
        </p:nvGrpSpPr>
        <p:grpSpPr>
          <a:xfrm>
            <a:off x="4321005" y="5030012"/>
            <a:ext cx="3122397" cy="1014729"/>
            <a:chOff x="7494698" y="1006813"/>
            <a:chExt cx="1483048" cy="1014729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A169F6F-C046-3126-58A3-63FB800B2EA4}"/>
                </a:ext>
              </a:extLst>
            </p:cNvPr>
            <p:cNvSpPr/>
            <p:nvPr/>
          </p:nvSpPr>
          <p:spPr>
            <a:xfrm>
              <a:off x="7553549" y="1366273"/>
              <a:ext cx="13766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AAEB2D-6EDD-35E8-33BA-C1284E8E3B8A}"/>
                </a:ext>
              </a:extLst>
            </p:cNvPr>
            <p:cNvSpPr/>
            <p:nvPr/>
          </p:nvSpPr>
          <p:spPr>
            <a:xfrm>
              <a:off x="7494698" y="1006813"/>
              <a:ext cx="148304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C5B4E531-4CB6-7DA6-92F3-D7D63435D1C0}"/>
              </a:ext>
            </a:extLst>
          </p:cNvPr>
          <p:cNvCxnSpPr>
            <a:cxnSpLocks/>
            <a:stCxn id="36" idx="1"/>
            <a:endCxn id="30" idx="1"/>
          </p:cNvCxnSpPr>
          <p:nvPr/>
        </p:nvCxnSpPr>
        <p:spPr>
          <a:xfrm rot="10800000">
            <a:off x="4321005" y="3597888"/>
            <a:ext cx="123904" cy="2072677"/>
          </a:xfrm>
          <a:prstGeom prst="bentConnector3">
            <a:avLst>
              <a:gd name="adj1" fmla="val 1329186"/>
            </a:avLst>
          </a:prstGeom>
          <a:ln w="19050" cap="rnd">
            <a:solidFill>
              <a:schemeClr val="accent2"/>
            </a:solidFill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12">
            <a:extLst>
              <a:ext uri="{FF2B5EF4-FFF2-40B4-BE49-F238E27FC236}">
                <a16:creationId xmlns:a16="http://schemas.microsoft.com/office/drawing/2014/main" id="{753CF6DE-524E-3A62-EA93-9E79458A9773}"/>
              </a:ext>
            </a:extLst>
          </p:cNvPr>
          <p:cNvCxnSpPr>
            <a:cxnSpLocks/>
          </p:cNvCxnSpPr>
          <p:nvPr/>
        </p:nvCxnSpPr>
        <p:spPr>
          <a:xfrm flipV="1">
            <a:off x="4723964" y="1001100"/>
            <a:ext cx="0" cy="2089422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71EC072C-FEFF-582F-A1DF-D7583E17AE7E}"/>
              </a:ext>
            </a:extLst>
          </p:cNvPr>
          <p:cNvCxnSpPr>
            <a:cxnSpLocks/>
            <a:stCxn id="36" idx="3"/>
            <a:endCxn id="30" idx="3"/>
          </p:cNvCxnSpPr>
          <p:nvPr/>
        </p:nvCxnSpPr>
        <p:spPr>
          <a:xfrm flipV="1">
            <a:off x="7343393" y="3597887"/>
            <a:ext cx="100014" cy="2072677"/>
          </a:xfrm>
          <a:prstGeom prst="bentConnector3">
            <a:avLst>
              <a:gd name="adj1" fmla="val 1777155"/>
            </a:avLst>
          </a:prstGeom>
          <a:ln w="19050" cap="rnd">
            <a:solidFill>
              <a:schemeClr val="accent4"/>
            </a:solidFill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9D65DEFA-0AC9-CF4E-FA1E-5A29438180C2}"/>
              </a:ext>
            </a:extLst>
          </p:cNvPr>
          <p:cNvCxnSpPr>
            <a:cxnSpLocks/>
          </p:cNvCxnSpPr>
          <p:nvPr/>
        </p:nvCxnSpPr>
        <p:spPr>
          <a:xfrm flipV="1">
            <a:off x="4723964" y="4129009"/>
            <a:ext cx="0" cy="910067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12">
            <a:extLst>
              <a:ext uri="{FF2B5EF4-FFF2-40B4-BE49-F238E27FC236}">
                <a16:creationId xmlns:a16="http://schemas.microsoft.com/office/drawing/2014/main" id="{A132CB5D-CAC2-958F-35B4-128830869AFF}"/>
              </a:ext>
            </a:extLst>
          </p:cNvPr>
          <p:cNvCxnSpPr>
            <a:cxnSpLocks/>
          </p:cNvCxnSpPr>
          <p:nvPr/>
        </p:nvCxnSpPr>
        <p:spPr>
          <a:xfrm flipV="1">
            <a:off x="7049544" y="985692"/>
            <a:ext cx="0" cy="2104830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12">
            <a:extLst>
              <a:ext uri="{FF2B5EF4-FFF2-40B4-BE49-F238E27FC236}">
                <a16:creationId xmlns:a16="http://schemas.microsoft.com/office/drawing/2014/main" id="{67D77BCD-E3E4-F448-C978-5AA452C00725}"/>
              </a:ext>
            </a:extLst>
          </p:cNvPr>
          <p:cNvCxnSpPr>
            <a:cxnSpLocks/>
          </p:cNvCxnSpPr>
          <p:nvPr/>
        </p:nvCxnSpPr>
        <p:spPr>
          <a:xfrm flipV="1">
            <a:off x="7049544" y="4113601"/>
            <a:ext cx="0" cy="910067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9AB63EB-D62D-41EF-D0D9-A78DBC9F5108}"/>
              </a:ext>
            </a:extLst>
          </p:cNvPr>
          <p:cNvSpPr txBox="1">
            <a:spLocks/>
          </p:cNvSpPr>
          <p:nvPr/>
        </p:nvSpPr>
        <p:spPr>
          <a:xfrm>
            <a:off x="3592109" y="1011866"/>
            <a:ext cx="111998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sz="1400" dirty="0"/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ABE21099-6B0F-8141-A1F4-5F5DE06DEF14}"/>
              </a:ext>
            </a:extLst>
          </p:cNvPr>
          <p:cNvSpPr txBox="1">
            <a:spLocks/>
          </p:cNvSpPr>
          <p:nvPr/>
        </p:nvSpPr>
        <p:spPr>
          <a:xfrm>
            <a:off x="7074185" y="1011866"/>
            <a:ext cx="111998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hello again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D8ED17EC-48B7-3DC6-A686-426CCF7D1C76}"/>
              </a:ext>
            </a:extLst>
          </p:cNvPr>
          <p:cNvSpPr txBox="1">
            <a:spLocks/>
          </p:cNvSpPr>
          <p:nvPr/>
        </p:nvSpPr>
        <p:spPr>
          <a:xfrm>
            <a:off x="3654133" y="4199649"/>
            <a:ext cx="105795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b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 as ABC</a:t>
            </a:r>
            <a:endParaRPr lang="en-GB" sz="1400" dirty="0"/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D99C948E-1A0B-CFE7-F513-BC01019F94F2}"/>
              </a:ext>
            </a:extLst>
          </p:cNvPr>
          <p:cNvSpPr txBox="1">
            <a:spLocks/>
          </p:cNvSpPr>
          <p:nvPr/>
        </p:nvSpPr>
        <p:spPr>
          <a:xfrm>
            <a:off x="7061419" y="4198187"/>
            <a:ext cx="96671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hello as XYZ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B4FB0768-E6F0-2B0C-0763-A4839C12B48D}"/>
              </a:ext>
            </a:extLst>
          </p:cNvPr>
          <p:cNvSpPr txBox="1">
            <a:spLocks/>
          </p:cNvSpPr>
          <p:nvPr/>
        </p:nvSpPr>
        <p:spPr>
          <a:xfrm>
            <a:off x="9170863" y="5056841"/>
            <a:ext cx="1282232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goodbye </a:t>
            </a:r>
            <a:b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XYZ!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18B2782A-5CE2-B4BD-6D84-39D802E01EC4}"/>
              </a:ext>
            </a:extLst>
          </p:cNvPr>
          <p:cNvSpPr txBox="1">
            <a:spLocks/>
          </p:cNvSpPr>
          <p:nvPr/>
        </p:nvSpPr>
        <p:spPr>
          <a:xfrm>
            <a:off x="1463566" y="5056841"/>
            <a:ext cx="126934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goodbye</a:t>
            </a:r>
            <a:b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ABC!</a:t>
            </a:r>
            <a:endParaRPr lang="en-GB" sz="1400" dirty="0">
              <a:solidFill>
                <a:schemeClr val="accent2"/>
              </a:solidFill>
            </a:endParaRPr>
          </a:p>
        </p:txBody>
      </p:sp>
      <p:sp>
        <p:nvSpPr>
          <p:cNvPr id="90" name="Can 89">
            <a:extLst>
              <a:ext uri="{FF2B5EF4-FFF2-40B4-BE49-F238E27FC236}">
                <a16:creationId xmlns:a16="http://schemas.microsoft.com/office/drawing/2014/main" id="{36188457-37F2-32EF-5E78-15B069792476}"/>
              </a:ext>
            </a:extLst>
          </p:cNvPr>
          <p:cNvSpPr/>
          <p:nvPr/>
        </p:nvSpPr>
        <p:spPr>
          <a:xfrm>
            <a:off x="6049868" y="3303911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sp>
        <p:nvSpPr>
          <p:cNvPr id="92" name="Can 91">
            <a:extLst>
              <a:ext uri="{FF2B5EF4-FFF2-40B4-BE49-F238E27FC236}">
                <a16:creationId xmlns:a16="http://schemas.microsoft.com/office/drawing/2014/main" id="{F8CC8C8B-FA6F-E0AA-E67A-55720A7D5D0B}"/>
              </a:ext>
            </a:extLst>
          </p:cNvPr>
          <p:cNvSpPr/>
          <p:nvPr/>
        </p:nvSpPr>
        <p:spPr>
          <a:xfrm>
            <a:off x="6033002" y="5233629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B1FBB5F4-E81D-D611-3855-0327C78E2142}"/>
              </a:ext>
            </a:extLst>
          </p:cNvPr>
          <p:cNvSpPr/>
          <p:nvPr/>
        </p:nvSpPr>
        <p:spPr>
          <a:xfrm>
            <a:off x="3825453" y="65997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46A94C46-0A80-8184-C745-CBB57684B365}"/>
              </a:ext>
            </a:extLst>
          </p:cNvPr>
          <p:cNvSpPr/>
          <p:nvPr/>
        </p:nvSpPr>
        <p:spPr>
          <a:xfrm>
            <a:off x="4846737" y="4367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8B15906F-860A-0AF2-AC14-F90A479A7E97}"/>
              </a:ext>
            </a:extLst>
          </p:cNvPr>
          <p:cNvSpPr/>
          <p:nvPr/>
        </p:nvSpPr>
        <p:spPr>
          <a:xfrm>
            <a:off x="2302527" y="469106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E2F406E5-115D-70FE-2CF8-2E7268418EC9}"/>
              </a:ext>
            </a:extLst>
          </p:cNvPr>
          <p:cNvSpPr/>
          <p:nvPr/>
        </p:nvSpPr>
        <p:spPr>
          <a:xfrm>
            <a:off x="7584015" y="650030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77055675-7998-424E-F7B9-FC10BD66765D}"/>
              </a:ext>
            </a:extLst>
          </p:cNvPr>
          <p:cNvSpPr/>
          <p:nvPr/>
        </p:nvSpPr>
        <p:spPr>
          <a:xfrm>
            <a:off x="6566772" y="436740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CF1AF9E9-496E-8036-F0F3-BF89B008C861}"/>
              </a:ext>
            </a:extLst>
          </p:cNvPr>
          <p:cNvSpPr/>
          <p:nvPr/>
        </p:nvSpPr>
        <p:spPr>
          <a:xfrm>
            <a:off x="9270618" y="4714809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77049C-CD07-461E-BD14-C163F41BD2FB}"/>
              </a:ext>
            </a:extLst>
          </p:cNvPr>
          <p:cNvSpPr/>
          <p:nvPr/>
        </p:nvSpPr>
        <p:spPr>
          <a:xfrm>
            <a:off x="4321005" y="439621"/>
            <a:ext cx="312240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 app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90CAFA-952B-C2E5-AD6B-1F213178F6A2}"/>
              </a:ext>
            </a:extLst>
          </p:cNvPr>
          <p:cNvGrpSpPr/>
          <p:nvPr/>
        </p:nvGrpSpPr>
        <p:grpSpPr>
          <a:xfrm>
            <a:off x="5499708" y="1382304"/>
            <a:ext cx="764990" cy="944482"/>
            <a:chOff x="5492383" y="1295140"/>
            <a:chExt cx="764990" cy="944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5E15083-E21A-BD7C-FF3B-D7497E24A4E4}"/>
                </a:ext>
              </a:extLst>
            </p:cNvPr>
            <p:cNvSpPr/>
            <p:nvPr/>
          </p:nvSpPr>
          <p:spPr>
            <a:xfrm>
              <a:off x="5577147" y="1621531"/>
              <a:ext cx="61833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📣</a:t>
              </a:r>
            </a:p>
            <a:p>
              <a:pPr>
                <a:defRPr/>
              </a:pP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  <a:p>
              <a:pPr>
                <a:defRPr/>
              </a:pP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DAF325-728B-48E9-6766-E6BB131F5F4F}"/>
                </a:ext>
              </a:extLst>
            </p:cNvPr>
            <p:cNvSpPr/>
            <p:nvPr/>
          </p:nvSpPr>
          <p:spPr>
            <a:xfrm>
              <a:off x="5492383" y="1295140"/>
              <a:ext cx="764990" cy="94448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7" name="Straight Arrow Connector 12">
            <a:extLst>
              <a:ext uri="{FF2B5EF4-FFF2-40B4-BE49-F238E27FC236}">
                <a16:creationId xmlns:a16="http://schemas.microsoft.com/office/drawing/2014/main" id="{9D7C43FE-26E0-6B77-3B87-A4AF2A097164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>
            <a:off x="5882203" y="2326786"/>
            <a:ext cx="3" cy="763736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074E1105-326E-9625-A765-BD0AF033741E}"/>
              </a:ext>
            </a:extLst>
          </p:cNvPr>
          <p:cNvCxnSpPr>
            <a:cxnSpLocks/>
            <a:stCxn id="38" idx="2"/>
            <a:endCxn id="3" idx="0"/>
          </p:cNvCxnSpPr>
          <p:nvPr/>
        </p:nvCxnSpPr>
        <p:spPr>
          <a:xfrm flipH="1">
            <a:off x="5882203" y="1001804"/>
            <a:ext cx="5" cy="38050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395CFC-A797-286A-1F6F-CDB9286DCAD0}"/>
              </a:ext>
            </a:extLst>
          </p:cNvPr>
          <p:cNvSpPr/>
          <p:nvPr/>
        </p:nvSpPr>
        <p:spPr>
          <a:xfrm>
            <a:off x="5354526" y="244939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31F28DA-7A11-9582-D686-D39C717A5A85}"/>
              </a:ext>
            </a:extLst>
          </p:cNvPr>
          <p:cNvSpPr/>
          <p:nvPr/>
        </p:nvSpPr>
        <p:spPr>
          <a:xfrm>
            <a:off x="6033002" y="244382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55C51-8DBD-C535-9793-28337F78DAB9}"/>
              </a:ext>
            </a:extLst>
          </p:cNvPr>
          <p:cNvSpPr txBox="1"/>
          <p:nvPr/>
        </p:nvSpPr>
        <p:spPr>
          <a:xfrm>
            <a:off x="4390528" y="3276926"/>
            <a:ext cx="666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9A973-E42E-16E0-DB14-3FE6B888602D}"/>
              </a:ext>
            </a:extLst>
          </p:cNvPr>
          <p:cNvSpPr txBox="1"/>
          <p:nvPr/>
        </p:nvSpPr>
        <p:spPr>
          <a:xfrm>
            <a:off x="147264" y="6233934"/>
            <a:ext cx="135614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BROKER</a:t>
            </a:r>
          </a:p>
        </p:txBody>
      </p:sp>
    </p:spTree>
    <p:extLst>
      <p:ext uri="{BB962C8B-B14F-4D97-AF65-F5344CB8AC3E}">
        <p14:creationId xmlns:p14="http://schemas.microsoft.com/office/powerpoint/2010/main" val="207674319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52077</TotalTime>
  <Words>194</Words>
  <Application>Microsoft Macintosh PowerPoint</Application>
  <PresentationFormat>Widescreen</PresentationFormat>
  <Paragraphs>72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157</cp:revision>
  <dcterms:created xsi:type="dcterms:W3CDTF">2022-10-07T16:14:37Z</dcterms:created>
  <dcterms:modified xsi:type="dcterms:W3CDTF">2025-04-22T20:18:47Z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2025-04-22T20:18:47Z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ee8e70e3-3f9c-45bb-a83d-3d53f747d4db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