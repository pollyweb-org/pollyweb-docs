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6" r:id="rId1"/>
  </p:sldMasterIdLst>
  <p:notesMasterIdLst>
    <p:notesMasterId r:id="rId4"/>
  </p:notesMasterIdLst>
  <p:handoutMasterIdLst>
    <p:handoutMasterId r:id="rId5"/>
  </p:handoutMasterIdLst>
  <p:sldIdLst>
    <p:sldId id="1824" r:id="rId2"/>
    <p:sldId id="1698" r:id="rId3"/>
  </p:sldIdLst>
  <p:sldSz cx="12192000" cy="6858000"/>
  <p:notesSz cx="6858000" cy="9144000"/>
  <p:embeddedFontLst>
    <p:embeddedFont>
      <p:font typeface="Amazon Ember" panose="020B0603020204020204" pitchFamily="34" charset="0"/>
      <p:regular r:id="rId6"/>
      <p:bold r:id="rId7"/>
      <p:italic r:id="rId8"/>
      <p:boldItalic r:id="rId9"/>
    </p:embeddedFont>
    <p:embeddedFont>
      <p:font typeface="Amazon Ember Display" panose="020B0603020204020204" pitchFamily="34" charset="0"/>
      <p:regular r:id="rId10"/>
      <p:bold r:id="rId11"/>
      <p:italic r:id="rId12"/>
      <p:boldItalic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." id="{4C3050E7-71FD-354D-B394-185F1158456F}">
          <p14:sldIdLst>
            <p14:sldId id="1824"/>
            <p14:sldId id="169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96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92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4EB65-1448-9A3A-3229-09DA466B2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7520C-1B02-718E-5D79-2EA2A8997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56A4EB-47BD-213B-4025-0472FF262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DC6F017-4781-6165-1CBF-EF00671E109C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627CD-85F4-3DA6-A45E-43317BD77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D4E3728-5645-51AF-FB3E-76CAEB8A1605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DC3E1-745E-68E1-37C8-B1562E2E35F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252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627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4285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6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>
          <p15:clr>
            <a:srgbClr val="F26B43"/>
          </p15:clr>
        </p15:guide>
        <p15:guide id="2" pos="7440">
          <p15:clr>
            <a:srgbClr val="F26B43"/>
          </p15:clr>
        </p15:guide>
        <p15:guide id="3" orient="horz" pos="192">
          <p15:clr>
            <a:srgbClr val="F26B43"/>
          </p15:clr>
        </p15:guide>
        <p15:guide id="4" orient="horz" pos="3936">
          <p15:clr>
            <a:srgbClr val="F26B43"/>
          </p15:clr>
        </p15:guide>
        <p15:guide id="5" orient="horz" pos="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E327D-904F-264E-1376-F3DEADFB4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36CFA7-7976-13DB-540C-0A3A73EFCA1D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🔆 User Locators</a:t>
            </a:r>
          </a:p>
        </p:txBody>
      </p:sp>
    </p:spTree>
    <p:extLst>
      <p:ext uri="{BB962C8B-B14F-4D97-AF65-F5344CB8AC3E}">
        <p14:creationId xmlns:p14="http://schemas.microsoft.com/office/powerpoint/2010/main" val="117208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CB692-DEDC-DEB4-AC40-F08E3CF5B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E95965-B3D5-4F1F-AEE9-037B42601E2C}"/>
              </a:ext>
            </a:extLst>
          </p:cNvPr>
          <p:cNvSpPr txBox="1"/>
          <p:nvPr/>
        </p:nvSpPr>
        <p:spPr>
          <a:xfrm>
            <a:off x="4827474" y="3855831"/>
            <a:ext cx="2289535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dirty="0"/>
              <a:t>                   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6AE0C54-B23C-51C0-ECC3-68CD9E76A69C}"/>
              </a:ext>
            </a:extLst>
          </p:cNvPr>
          <p:cNvSpPr/>
          <p:nvPr/>
        </p:nvSpPr>
        <p:spPr>
          <a:xfrm>
            <a:off x="4329009" y="224167"/>
            <a:ext cx="7782309" cy="130573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6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🤗 </a:t>
            </a:r>
            <a:r>
              <a:rPr lang="en-GB" sz="2400" dirty="0">
                <a:solidFill>
                  <a:schemeClr val="tx1"/>
                </a:solidFill>
              </a:rPr>
              <a:t>Host</a:t>
            </a:r>
          </a:p>
        </p:txBody>
      </p:sp>
      <p:cxnSp>
        <p:nvCxnSpPr>
          <p:cNvPr id="77" name="Straight Arrow Connector 12">
            <a:extLst>
              <a:ext uri="{FF2B5EF4-FFF2-40B4-BE49-F238E27FC236}">
                <a16:creationId xmlns:a16="http://schemas.microsoft.com/office/drawing/2014/main" id="{C49FC962-01B6-7EAE-EC96-E9F855AE0D94}"/>
              </a:ext>
            </a:extLst>
          </p:cNvPr>
          <p:cNvCxnSpPr>
            <a:cxnSpLocks/>
            <a:stCxn id="25" idx="2"/>
            <a:endCxn id="5" idx="3"/>
          </p:cNvCxnSpPr>
          <p:nvPr/>
        </p:nvCxnSpPr>
        <p:spPr>
          <a:xfrm rot="5400000">
            <a:off x="7687811" y="2516611"/>
            <a:ext cx="953084" cy="2094688"/>
          </a:xfrm>
          <a:prstGeom prst="bentConnector2">
            <a:avLst/>
          </a:prstGeom>
          <a:ln w="19050" cap="rnd">
            <a:solidFill>
              <a:schemeClr val="accent2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12">
            <a:extLst>
              <a:ext uri="{FF2B5EF4-FFF2-40B4-BE49-F238E27FC236}">
                <a16:creationId xmlns:a16="http://schemas.microsoft.com/office/drawing/2014/main" id="{E9EF41F6-298A-C6A7-492A-C411F59D8EB0}"/>
              </a:ext>
            </a:extLst>
          </p:cNvPr>
          <p:cNvCxnSpPr>
            <a:cxnSpLocks/>
            <a:stCxn id="96" idx="2"/>
            <a:endCxn id="5" idx="1"/>
          </p:cNvCxnSpPr>
          <p:nvPr/>
        </p:nvCxnSpPr>
        <p:spPr>
          <a:xfrm rot="16200000" flipH="1">
            <a:off x="3173513" y="2386535"/>
            <a:ext cx="949693" cy="2358229"/>
          </a:xfrm>
          <a:prstGeom prst="bentConnector2">
            <a:avLst/>
          </a:prstGeom>
          <a:ln w="19050" cap="rnd">
            <a:solidFill>
              <a:schemeClr val="accent2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92AC64FA-CDC7-E72B-B45D-72EF52E548CC}"/>
              </a:ext>
            </a:extLst>
          </p:cNvPr>
          <p:cNvGrpSpPr/>
          <p:nvPr/>
        </p:nvGrpSpPr>
        <p:grpSpPr>
          <a:xfrm>
            <a:off x="96716" y="2341967"/>
            <a:ext cx="1326508" cy="745447"/>
            <a:chOff x="6736037" y="646875"/>
            <a:chExt cx="1326508" cy="74544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F86E68F-DDB5-E4F5-8445-6B6D78313BC3}"/>
                </a:ext>
              </a:extLst>
            </p:cNvPr>
            <p:cNvSpPr txBox="1"/>
            <p:nvPr/>
          </p:nvSpPr>
          <p:spPr>
            <a:xfrm>
              <a:off x="6749534" y="1022990"/>
              <a:ext cx="131301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🔆 NFC QR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10B38A-38D5-8581-38D4-EBA72BF8B11C}"/>
                </a:ext>
              </a:extLst>
            </p:cNvPr>
            <p:cNvSpPr/>
            <p:nvPr/>
          </p:nvSpPr>
          <p:spPr>
            <a:xfrm>
              <a:off x="6736037" y="646875"/>
              <a:ext cx="1324341" cy="745447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800" baseline="-17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🖨️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Printed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48A33AC-A393-BC8C-EDB4-0AA3AAB3DEBA}"/>
              </a:ext>
            </a:extLst>
          </p:cNvPr>
          <p:cNvGrpSpPr/>
          <p:nvPr/>
        </p:nvGrpSpPr>
        <p:grpSpPr>
          <a:xfrm>
            <a:off x="8569526" y="2341966"/>
            <a:ext cx="1356748" cy="745447"/>
            <a:chOff x="6798567" y="646875"/>
            <a:chExt cx="1356748" cy="745447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859D38D-0053-AF0D-04C8-BB2CB0AF6B22}"/>
                </a:ext>
              </a:extLst>
            </p:cNvPr>
            <p:cNvSpPr/>
            <p:nvPr/>
          </p:nvSpPr>
          <p:spPr>
            <a:xfrm>
              <a:off x="6799806" y="646875"/>
              <a:ext cx="1281863" cy="745447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>
                <a:defRPr/>
              </a:pPr>
              <a:r>
                <a:rPr lang="en-US" sz="2800" baseline="-17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🔎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Finder</a:t>
              </a:r>
              <a:endParaRPr lang="en-US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D3291C3-EB84-0F24-FE0F-E8CC23936496}"/>
                </a:ext>
              </a:extLst>
            </p:cNvPr>
            <p:cNvSpPr txBox="1"/>
            <p:nvPr/>
          </p:nvSpPr>
          <p:spPr>
            <a:xfrm>
              <a:off x="6798567" y="1022990"/>
              <a:ext cx="13567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💬 Prompt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4852AC1-BEAB-4F42-6F05-32AD9DC80D41}"/>
              </a:ext>
            </a:extLst>
          </p:cNvPr>
          <p:cNvGrpSpPr/>
          <p:nvPr/>
        </p:nvGrpSpPr>
        <p:grpSpPr>
          <a:xfrm>
            <a:off x="4720479" y="3792575"/>
            <a:ext cx="2505685" cy="1490223"/>
            <a:chOff x="6096000" y="4418672"/>
            <a:chExt cx="2505685" cy="149022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5719EBB-C2AE-599F-1456-00A10969805F}"/>
                </a:ext>
              </a:extLst>
            </p:cNvPr>
            <p:cNvSpPr/>
            <p:nvPr/>
          </p:nvSpPr>
          <p:spPr>
            <a:xfrm>
              <a:off x="6096000" y="4418672"/>
              <a:ext cx="2505685" cy="1490223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7A839AE-F472-3EAC-A701-52AE214EAE2A}"/>
                </a:ext>
              </a:extLst>
            </p:cNvPr>
            <p:cNvSpPr/>
            <p:nvPr/>
          </p:nvSpPr>
          <p:spPr>
            <a:xfrm>
              <a:off x="6214847" y="4553221"/>
              <a:ext cx="228079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6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Wallet app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67AE3C8-2A38-3B60-8AEF-3BFA30A1D6D8}"/>
                </a:ext>
              </a:extLst>
            </p:cNvPr>
            <p:cNvSpPr/>
            <p:nvPr/>
          </p:nvSpPr>
          <p:spPr>
            <a:xfrm>
              <a:off x="7930386" y="5223362"/>
              <a:ext cx="5621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F7DF44D-CCF7-47A2-587C-3719B426C86C}"/>
                </a:ext>
              </a:extLst>
            </p:cNvPr>
            <p:cNvSpPr/>
            <p:nvPr/>
          </p:nvSpPr>
          <p:spPr>
            <a:xfrm>
              <a:off x="6214847" y="5223362"/>
              <a:ext cx="1591290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pPr>
                <a:defRPr/>
              </a:pP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</a:t>
              </a:r>
              <a:r>
                <a:rPr lang="en-GB" sz="2400" spc="3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Broker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12D79AE-7D83-71CB-CB4B-861EC7F16FCF}"/>
              </a:ext>
            </a:extLst>
          </p:cNvPr>
          <p:cNvGrpSpPr/>
          <p:nvPr/>
        </p:nvGrpSpPr>
        <p:grpSpPr>
          <a:xfrm>
            <a:off x="5188920" y="5664990"/>
            <a:ext cx="1561199" cy="1014729"/>
            <a:chOff x="7494698" y="1006813"/>
            <a:chExt cx="741524" cy="101472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DD04BAE-BF95-1310-7541-13CCC0A5031B}"/>
                </a:ext>
              </a:extLst>
            </p:cNvPr>
            <p:cNvSpPr/>
            <p:nvPr/>
          </p:nvSpPr>
          <p:spPr>
            <a:xfrm>
              <a:off x="7531813" y="1366273"/>
              <a:ext cx="66677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7ADFD34-8A2C-BCC2-FDA7-259A3D35E9D4}"/>
                </a:ext>
              </a:extLst>
            </p:cNvPr>
            <p:cNvSpPr/>
            <p:nvPr/>
          </p:nvSpPr>
          <p:spPr>
            <a:xfrm>
              <a:off x="7494698" y="1006813"/>
              <a:ext cx="741524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36" name="Straight Arrow Connector 12">
            <a:extLst>
              <a:ext uri="{FF2B5EF4-FFF2-40B4-BE49-F238E27FC236}">
                <a16:creationId xmlns:a16="http://schemas.microsoft.com/office/drawing/2014/main" id="{E281D2FB-1475-A8E1-ED2E-0D1764A92A54}"/>
              </a:ext>
            </a:extLst>
          </p:cNvPr>
          <p:cNvCxnSpPr>
            <a:cxnSpLocks/>
            <a:stCxn id="11" idx="2"/>
            <a:endCxn id="29" idx="1"/>
          </p:cNvCxnSpPr>
          <p:nvPr/>
        </p:nvCxnSpPr>
        <p:spPr>
          <a:xfrm rot="16200000" flipH="1">
            <a:off x="2238705" y="1607595"/>
            <a:ext cx="1120802" cy="4080439"/>
          </a:xfrm>
          <a:prstGeom prst="bentConnector2">
            <a:avLst/>
          </a:prstGeom>
          <a:ln w="19050" cap="rnd">
            <a:solidFill>
              <a:schemeClr val="accent2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12">
            <a:extLst>
              <a:ext uri="{FF2B5EF4-FFF2-40B4-BE49-F238E27FC236}">
                <a16:creationId xmlns:a16="http://schemas.microsoft.com/office/drawing/2014/main" id="{CCE2BC77-C21F-080F-F888-5E4C1C5FB612}"/>
              </a:ext>
            </a:extLst>
          </p:cNvPr>
          <p:cNvCxnSpPr>
            <a:cxnSpLocks/>
            <a:stCxn id="75" idx="2"/>
            <a:endCxn id="29" idx="3"/>
          </p:cNvCxnSpPr>
          <p:nvPr/>
        </p:nvCxnSpPr>
        <p:spPr>
          <a:xfrm rot="5400000">
            <a:off x="8590120" y="1617415"/>
            <a:ext cx="1120803" cy="4060798"/>
          </a:xfrm>
          <a:prstGeom prst="bentConnector2">
            <a:avLst/>
          </a:prstGeom>
          <a:ln w="19050" cap="rnd">
            <a:solidFill>
              <a:schemeClr val="accent2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25">
            <a:extLst>
              <a:ext uri="{FF2B5EF4-FFF2-40B4-BE49-F238E27FC236}">
                <a16:creationId xmlns:a16="http://schemas.microsoft.com/office/drawing/2014/main" id="{C85CD6B7-7272-E49E-7F3B-D74A9FD98FDB}"/>
              </a:ext>
            </a:extLst>
          </p:cNvPr>
          <p:cNvCxnSpPr>
            <a:cxnSpLocks/>
            <a:stCxn id="30" idx="3"/>
            <a:endCxn id="48" idx="0"/>
          </p:cNvCxnSpPr>
          <p:nvPr/>
        </p:nvCxnSpPr>
        <p:spPr>
          <a:xfrm>
            <a:off x="7117009" y="4878357"/>
            <a:ext cx="1131177" cy="345662"/>
          </a:xfrm>
          <a:prstGeom prst="bentConnector2">
            <a:avLst/>
          </a:prstGeom>
          <a:ln>
            <a:headEnd type="triangle" w="lg" len="lg"/>
            <a:tailEnd type="none" w="lg" len="lg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28F00A2-EB5F-76B2-2F86-96E4D39C1099}"/>
              </a:ext>
            </a:extLst>
          </p:cNvPr>
          <p:cNvSpPr txBox="1"/>
          <p:nvPr/>
        </p:nvSpPr>
        <p:spPr>
          <a:xfrm>
            <a:off x="7580909" y="5224019"/>
            <a:ext cx="1334554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session chat </a:t>
            </a:r>
            <a:r>
              <a:rPr lang="en-GB" dirty="0"/>
              <a:t>😃</a:t>
            </a:r>
          </a:p>
        </p:txBody>
      </p:sp>
      <p:cxnSp>
        <p:nvCxnSpPr>
          <p:cNvPr id="49" name="Straight Arrow Connector 25">
            <a:extLst>
              <a:ext uri="{FF2B5EF4-FFF2-40B4-BE49-F238E27FC236}">
                <a16:creationId xmlns:a16="http://schemas.microsoft.com/office/drawing/2014/main" id="{CAADE12E-02DF-7B82-7DF2-33AF188AB15E}"/>
              </a:ext>
            </a:extLst>
          </p:cNvPr>
          <p:cNvCxnSpPr>
            <a:cxnSpLocks/>
            <a:stCxn id="48" idx="2"/>
            <a:endCxn id="35" idx="3"/>
          </p:cNvCxnSpPr>
          <p:nvPr/>
        </p:nvCxnSpPr>
        <p:spPr>
          <a:xfrm rot="5400000">
            <a:off x="7378928" y="5303097"/>
            <a:ext cx="240450" cy="1498067"/>
          </a:xfrm>
          <a:prstGeom prst="bentConnector2">
            <a:avLst/>
          </a:prstGeom>
          <a:ln>
            <a:headEnd type="triangle" w="lg" len="lg"/>
            <a:tailEnd type="none" w="lg" len="lg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1" name="Straight Arrow Connector 25">
            <a:extLst>
              <a:ext uri="{FF2B5EF4-FFF2-40B4-BE49-F238E27FC236}">
                <a16:creationId xmlns:a16="http://schemas.microsoft.com/office/drawing/2014/main" id="{30806C1E-74FE-11D5-50D2-E84D04D3060E}"/>
              </a:ext>
            </a:extLst>
          </p:cNvPr>
          <p:cNvCxnSpPr>
            <a:cxnSpLocks/>
            <a:stCxn id="71" idx="0"/>
            <a:endCxn id="31" idx="1"/>
          </p:cNvCxnSpPr>
          <p:nvPr/>
        </p:nvCxnSpPr>
        <p:spPr>
          <a:xfrm rot="5400000" flipH="1" flipV="1">
            <a:off x="3934786" y="4598875"/>
            <a:ext cx="625057" cy="1184023"/>
          </a:xfrm>
          <a:prstGeom prst="bentConnector2">
            <a:avLst/>
          </a:prstGeom>
          <a:ln>
            <a:headEnd type="triangle" w="lg" len="lg"/>
            <a:tailEnd type="none" w="lg" len="lg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9D557F12-DCB4-709D-2C1E-C7A685297F92}"/>
              </a:ext>
            </a:extLst>
          </p:cNvPr>
          <p:cNvSpPr txBox="1"/>
          <p:nvPr/>
        </p:nvSpPr>
        <p:spPr>
          <a:xfrm>
            <a:off x="3048687" y="5503414"/>
            <a:ext cx="121323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hello </a:t>
            </a:r>
            <a:r>
              <a:rPr lang="en-GB" dirty="0"/>
              <a:t>💬</a:t>
            </a:r>
          </a:p>
        </p:txBody>
      </p:sp>
      <p:cxnSp>
        <p:nvCxnSpPr>
          <p:cNvPr id="74" name="Straight Arrow Connector 25">
            <a:extLst>
              <a:ext uri="{FF2B5EF4-FFF2-40B4-BE49-F238E27FC236}">
                <a16:creationId xmlns:a16="http://schemas.microsoft.com/office/drawing/2014/main" id="{D853B7EB-F82D-C0FE-0911-CC6A49E39BFF}"/>
              </a:ext>
            </a:extLst>
          </p:cNvPr>
          <p:cNvCxnSpPr>
            <a:cxnSpLocks/>
            <a:stCxn id="35" idx="1"/>
            <a:endCxn id="71" idx="2"/>
          </p:cNvCxnSpPr>
          <p:nvPr/>
        </p:nvCxnSpPr>
        <p:spPr>
          <a:xfrm rot="10800000">
            <a:off x="3655304" y="5903525"/>
            <a:ext cx="1533617" cy="268831"/>
          </a:xfrm>
          <a:prstGeom prst="bentConnector2">
            <a:avLst/>
          </a:prstGeom>
          <a:ln>
            <a:headEnd type="triangle" w="lg" len="lg"/>
            <a:tailEnd type="none" w="lg" len="lg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1" name="Content Placeholder 2">
            <a:extLst>
              <a:ext uri="{FF2B5EF4-FFF2-40B4-BE49-F238E27FC236}">
                <a16:creationId xmlns:a16="http://schemas.microsoft.com/office/drawing/2014/main" id="{973F13D1-5758-8823-679C-98C94F425518}"/>
              </a:ext>
            </a:extLst>
          </p:cNvPr>
          <p:cNvSpPr txBox="1">
            <a:spLocks/>
          </p:cNvSpPr>
          <p:nvPr/>
        </p:nvSpPr>
        <p:spPr>
          <a:xfrm>
            <a:off x="9250919" y="3090183"/>
            <a:ext cx="1070536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search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select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EBCD7A9-80FF-AC80-11BB-E8537F2A803E}"/>
              </a:ext>
            </a:extLst>
          </p:cNvPr>
          <p:cNvGrpSpPr/>
          <p:nvPr/>
        </p:nvGrpSpPr>
        <p:grpSpPr>
          <a:xfrm>
            <a:off x="10240230" y="2341966"/>
            <a:ext cx="1881380" cy="745447"/>
            <a:chOff x="6798566" y="646875"/>
            <a:chExt cx="1881380" cy="745447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71368AC7-9F2A-CE71-F96E-9B41E43F71BB}"/>
                </a:ext>
              </a:extLst>
            </p:cNvPr>
            <p:cNvSpPr/>
            <p:nvPr/>
          </p:nvSpPr>
          <p:spPr>
            <a:xfrm>
              <a:off x="6799806" y="646875"/>
              <a:ext cx="1875707" cy="745447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7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🌐</a:t>
              </a:r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Web page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1D13EC2-D3C7-CD52-2852-3C9F14691DC8}"/>
                </a:ext>
              </a:extLst>
            </p:cNvPr>
            <p:cNvSpPr txBox="1"/>
            <p:nvPr/>
          </p:nvSpPr>
          <p:spPr>
            <a:xfrm>
              <a:off x="6798566" y="1022990"/>
              <a:ext cx="18813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✨ QR      🔗 Link</a:t>
              </a:r>
            </a:p>
          </p:txBody>
        </p:sp>
      </p:grpSp>
      <p:sp>
        <p:nvSpPr>
          <p:cNvPr id="78" name="Content Placeholder 2">
            <a:extLst>
              <a:ext uri="{FF2B5EF4-FFF2-40B4-BE49-F238E27FC236}">
                <a16:creationId xmlns:a16="http://schemas.microsoft.com/office/drawing/2014/main" id="{64FC9D6F-135C-AAF7-F36D-28E31228FA8D}"/>
              </a:ext>
            </a:extLst>
          </p:cNvPr>
          <p:cNvSpPr txBox="1">
            <a:spLocks/>
          </p:cNvSpPr>
          <p:nvPr/>
        </p:nvSpPr>
        <p:spPr>
          <a:xfrm>
            <a:off x="10431418" y="3102174"/>
            <a:ext cx="1122477" cy="400110"/>
          </a:xfrm>
          <a:prstGeom prst="rect">
            <a:avLst/>
          </a:prstGeom>
        </p:spPr>
        <p:txBody>
          <a:bodyPr wrap="square" lIns="0" tIns="46800" rIns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scan</a:t>
            </a:r>
          </a:p>
        </p:txBody>
      </p:sp>
      <p:sp>
        <p:nvSpPr>
          <p:cNvPr id="89" name="Content Placeholder 2">
            <a:extLst>
              <a:ext uri="{FF2B5EF4-FFF2-40B4-BE49-F238E27FC236}">
                <a16:creationId xmlns:a16="http://schemas.microsoft.com/office/drawing/2014/main" id="{10A0D13A-1DD8-825C-2307-300E1B6AD2AC}"/>
              </a:ext>
            </a:extLst>
          </p:cNvPr>
          <p:cNvSpPr txBox="1">
            <a:spLocks/>
          </p:cNvSpPr>
          <p:nvPr/>
        </p:nvSpPr>
        <p:spPr>
          <a:xfrm>
            <a:off x="11084938" y="3102174"/>
            <a:ext cx="821443" cy="400110"/>
          </a:xfrm>
          <a:prstGeom prst="rect">
            <a:avLst/>
          </a:prstGeom>
        </p:spPr>
        <p:txBody>
          <a:bodyPr wrap="square" lIns="0" tIns="46800" rIns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click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CDF7D94-A4CC-FD90-2DA1-2ACFE5C28D09}"/>
              </a:ext>
            </a:extLst>
          </p:cNvPr>
          <p:cNvGrpSpPr/>
          <p:nvPr/>
        </p:nvGrpSpPr>
        <p:grpSpPr>
          <a:xfrm>
            <a:off x="1603623" y="2345357"/>
            <a:ext cx="1731244" cy="745447"/>
            <a:chOff x="6503848" y="646875"/>
            <a:chExt cx="1430779" cy="745447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ACA92B8-0FE2-63DC-65A0-F5E565A1C388}"/>
                </a:ext>
              </a:extLst>
            </p:cNvPr>
            <p:cNvSpPr txBox="1"/>
            <p:nvPr/>
          </p:nvSpPr>
          <p:spPr>
            <a:xfrm>
              <a:off x="6542398" y="1022990"/>
              <a:ext cx="10705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🔆 NFC QR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A8CFC7C-8ECB-4B76-C585-E04FB4280EFB}"/>
                </a:ext>
              </a:extLst>
            </p:cNvPr>
            <p:cNvSpPr/>
            <p:nvPr/>
          </p:nvSpPr>
          <p:spPr>
            <a:xfrm>
              <a:off x="6503848" y="646875"/>
              <a:ext cx="1430779" cy="745447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baseline="-17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🦋</a:t>
              </a:r>
              <a:r>
                <a:rPr lang="en-US" sz="2800" baseline="-17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Ephemeral</a:t>
              </a:r>
            </a:p>
          </p:txBody>
        </p:sp>
      </p:grpSp>
      <p:sp>
        <p:nvSpPr>
          <p:cNvPr id="98" name="Content Placeholder 2">
            <a:extLst>
              <a:ext uri="{FF2B5EF4-FFF2-40B4-BE49-F238E27FC236}">
                <a16:creationId xmlns:a16="http://schemas.microsoft.com/office/drawing/2014/main" id="{613FA431-3FE8-2F09-C273-C0F1ED90C6A8}"/>
              </a:ext>
            </a:extLst>
          </p:cNvPr>
          <p:cNvSpPr txBox="1">
            <a:spLocks/>
          </p:cNvSpPr>
          <p:nvPr/>
        </p:nvSpPr>
        <p:spPr>
          <a:xfrm>
            <a:off x="1603624" y="3113321"/>
            <a:ext cx="844823" cy="707886"/>
          </a:xfrm>
          <a:prstGeom prst="rect">
            <a:avLst/>
          </a:prstGeom>
        </p:spPr>
        <p:txBody>
          <a:bodyPr wrap="square" lIns="7200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scan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DF284C-BDF8-09BF-B7A4-3CB83BB3AD99}"/>
              </a:ext>
            </a:extLst>
          </p:cNvPr>
          <p:cNvSpPr txBox="1"/>
          <p:nvPr/>
        </p:nvSpPr>
        <p:spPr>
          <a:xfrm>
            <a:off x="4827474" y="4501643"/>
            <a:ext cx="2814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4800" dirty="0"/>
          </a:p>
        </p:txBody>
      </p:sp>
      <p:cxnSp>
        <p:nvCxnSpPr>
          <p:cNvPr id="39" name="Straight Arrow Connector 12">
            <a:extLst>
              <a:ext uri="{FF2B5EF4-FFF2-40B4-BE49-F238E27FC236}">
                <a16:creationId xmlns:a16="http://schemas.microsoft.com/office/drawing/2014/main" id="{9312B93F-BDE7-B8EF-C2E9-F7764CFB7BD7}"/>
              </a:ext>
            </a:extLst>
          </p:cNvPr>
          <p:cNvCxnSpPr>
            <a:cxnSpLocks/>
            <a:stCxn id="38" idx="2"/>
            <a:endCxn id="11" idx="0"/>
          </p:cNvCxnSpPr>
          <p:nvPr/>
        </p:nvCxnSpPr>
        <p:spPr>
          <a:xfrm rot="5400000">
            <a:off x="3100079" y="-530197"/>
            <a:ext cx="530973" cy="5213355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tx1">
                <a:lumMod val="6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12">
            <a:extLst>
              <a:ext uri="{FF2B5EF4-FFF2-40B4-BE49-F238E27FC236}">
                <a16:creationId xmlns:a16="http://schemas.microsoft.com/office/drawing/2014/main" id="{1181841F-7F57-5274-80FB-5531F21E864D}"/>
              </a:ext>
            </a:extLst>
          </p:cNvPr>
          <p:cNvCxnSpPr>
            <a:cxnSpLocks/>
            <a:stCxn id="38" idx="2"/>
            <a:endCxn id="96" idx="0"/>
          </p:cNvCxnSpPr>
          <p:nvPr/>
        </p:nvCxnSpPr>
        <p:spPr>
          <a:xfrm rot="5400000">
            <a:off x="3953563" y="326677"/>
            <a:ext cx="534363" cy="3502997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tx1">
                <a:lumMod val="6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12">
            <a:extLst>
              <a:ext uri="{FF2B5EF4-FFF2-40B4-BE49-F238E27FC236}">
                <a16:creationId xmlns:a16="http://schemas.microsoft.com/office/drawing/2014/main" id="{36EA3A10-1230-008D-2B5C-4FE97B731AC4}"/>
              </a:ext>
            </a:extLst>
          </p:cNvPr>
          <p:cNvCxnSpPr>
            <a:cxnSpLocks/>
            <a:stCxn id="38" idx="2"/>
            <a:endCxn id="25" idx="0"/>
          </p:cNvCxnSpPr>
          <p:nvPr/>
        </p:nvCxnSpPr>
        <p:spPr>
          <a:xfrm rot="16200000" flipH="1">
            <a:off x="7326483" y="456752"/>
            <a:ext cx="530972" cy="3239455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tx1">
                <a:lumMod val="6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12">
            <a:extLst>
              <a:ext uri="{FF2B5EF4-FFF2-40B4-BE49-F238E27FC236}">
                <a16:creationId xmlns:a16="http://schemas.microsoft.com/office/drawing/2014/main" id="{164305F5-71AF-C652-8EB2-8FAE875AB20F}"/>
              </a:ext>
            </a:extLst>
          </p:cNvPr>
          <p:cNvCxnSpPr>
            <a:cxnSpLocks/>
            <a:stCxn id="38" idx="2"/>
            <a:endCxn id="76" idx="0"/>
          </p:cNvCxnSpPr>
          <p:nvPr/>
        </p:nvCxnSpPr>
        <p:spPr>
          <a:xfrm rot="16200000" flipH="1">
            <a:off x="8310297" y="-527061"/>
            <a:ext cx="530972" cy="5207082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tx1">
                <a:lumMod val="6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55C8B220-088E-BAD9-7847-272F36CD5330}"/>
              </a:ext>
            </a:extLst>
          </p:cNvPr>
          <p:cNvSpPr txBox="1">
            <a:spLocks/>
          </p:cNvSpPr>
          <p:nvPr/>
        </p:nvSpPr>
        <p:spPr>
          <a:xfrm>
            <a:off x="92282" y="3104514"/>
            <a:ext cx="1006525" cy="707886"/>
          </a:xfrm>
          <a:prstGeom prst="rect">
            <a:avLst/>
          </a:prstGeom>
        </p:spPr>
        <p:txBody>
          <a:bodyPr wrap="square" lIns="7200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scan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5AD81AF-7894-1F4A-7687-6BE352E97556}"/>
              </a:ext>
            </a:extLst>
          </p:cNvPr>
          <p:cNvSpPr txBox="1"/>
          <p:nvPr/>
        </p:nvSpPr>
        <p:spPr>
          <a:xfrm>
            <a:off x="10022544" y="609600"/>
            <a:ext cx="6091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500EC1E-E7E0-182D-E578-F4EF4B722612}"/>
              </a:ext>
            </a:extLst>
          </p:cNvPr>
          <p:cNvSpPr/>
          <p:nvPr/>
        </p:nvSpPr>
        <p:spPr>
          <a:xfrm>
            <a:off x="5972243" y="326812"/>
            <a:ext cx="6031502" cy="110198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45720" rIns="45720" rtlCol="0" anchor="ctr"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416FD9A-0698-0461-08E6-F1CC02E723D9}"/>
              </a:ext>
            </a:extLst>
          </p:cNvPr>
          <p:cNvSpPr/>
          <p:nvPr/>
        </p:nvSpPr>
        <p:spPr>
          <a:xfrm>
            <a:off x="8030122" y="953587"/>
            <a:ext cx="1138459" cy="372723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📍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place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6CC0CC4-2D10-42F0-1E37-4F37328AEFA2}"/>
              </a:ext>
            </a:extLst>
          </p:cNvPr>
          <p:cNvSpPr/>
          <p:nvPr/>
        </p:nvSpPr>
        <p:spPr>
          <a:xfrm>
            <a:off x="8030122" y="441233"/>
            <a:ext cx="1138459" cy="394455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💠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thing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5A68E8A6-6B9B-B32F-8C73-A9CD3FFCBBB9}"/>
              </a:ext>
            </a:extLst>
          </p:cNvPr>
          <p:cNvSpPr txBox="1">
            <a:spLocks/>
          </p:cNvSpPr>
          <p:nvPr/>
        </p:nvSpPr>
        <p:spPr>
          <a:xfrm>
            <a:off x="5990172" y="341600"/>
            <a:ext cx="1709919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key-value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resources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1C0EF74-9606-A11F-3A53-916BCDD46227}"/>
              </a:ext>
            </a:extLst>
          </p:cNvPr>
          <p:cNvSpPr/>
          <p:nvPr/>
        </p:nvSpPr>
        <p:spPr>
          <a:xfrm>
            <a:off x="4931544" y="1288408"/>
            <a:ext cx="2081395" cy="52258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pPr>
              <a:defRPr/>
            </a:pPr>
            <a:r>
              <a:rPr lang="en-GB" sz="36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 🔆 </a:t>
            </a:r>
            <a:r>
              <a:rPr lang="en-GB" sz="2400" dirty="0">
                <a:solidFill>
                  <a:schemeClr val="tx1"/>
                </a:solidFill>
              </a:rPr>
              <a:t>Locator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A5CA005-A30A-0F27-C8A8-CE90CAA97FD7}"/>
              </a:ext>
            </a:extLst>
          </p:cNvPr>
          <p:cNvSpPr/>
          <p:nvPr/>
        </p:nvSpPr>
        <p:spPr>
          <a:xfrm>
            <a:off x="9292960" y="441233"/>
            <a:ext cx="1138459" cy="372723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🎫</a:t>
            </a:r>
            <a:r>
              <a:rPr lang="en-US" sz="2000" i="1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token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E1D3644-B5A6-3FCA-F331-1EAB84EBC640}"/>
              </a:ext>
            </a:extLst>
          </p:cNvPr>
          <p:cNvSpPr/>
          <p:nvPr/>
        </p:nvSpPr>
        <p:spPr>
          <a:xfrm>
            <a:off x="9292960" y="953587"/>
            <a:ext cx="1138459" cy="372723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🧩</a:t>
            </a:r>
            <a:r>
              <a:rPr lang="en-US" sz="2000" i="1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code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472BCEC-5D05-8D8D-CF52-6B90BA5B4766}"/>
              </a:ext>
            </a:extLst>
          </p:cNvPr>
          <p:cNvGrpSpPr/>
          <p:nvPr/>
        </p:nvGrpSpPr>
        <p:grpSpPr>
          <a:xfrm>
            <a:off x="3511993" y="2345599"/>
            <a:ext cx="1502028" cy="745447"/>
            <a:chOff x="6503848" y="646875"/>
            <a:chExt cx="1241344" cy="745447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1B2FB83-7726-BFA0-C574-E1DBA93EF7AC}"/>
                </a:ext>
              </a:extLst>
            </p:cNvPr>
            <p:cNvSpPr txBox="1"/>
            <p:nvPr/>
          </p:nvSpPr>
          <p:spPr>
            <a:xfrm>
              <a:off x="6520170" y="1022990"/>
              <a:ext cx="8144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🔆 NFC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06B64DA-5D8D-9479-303F-0EA16EBA42F8}"/>
                </a:ext>
              </a:extLst>
            </p:cNvPr>
            <p:cNvSpPr/>
            <p:nvPr/>
          </p:nvSpPr>
          <p:spPr>
            <a:xfrm>
              <a:off x="6503848" y="646875"/>
              <a:ext cx="1241344" cy="745447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baseline="-17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🛜</a:t>
              </a:r>
              <a:r>
                <a:rPr lang="en-US" sz="2800" baseline="-17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Wi-Fier</a:t>
              </a:r>
            </a:p>
          </p:txBody>
        </p:sp>
      </p:grpSp>
      <p:cxnSp>
        <p:nvCxnSpPr>
          <p:cNvPr id="88" name="Straight Arrow Connector 12">
            <a:extLst>
              <a:ext uri="{FF2B5EF4-FFF2-40B4-BE49-F238E27FC236}">
                <a16:creationId xmlns:a16="http://schemas.microsoft.com/office/drawing/2014/main" id="{C9DA770E-B4F4-34B1-D569-17BF3330702C}"/>
              </a:ext>
            </a:extLst>
          </p:cNvPr>
          <p:cNvCxnSpPr>
            <a:cxnSpLocks/>
            <a:endCxn id="28" idx="0"/>
          </p:cNvCxnSpPr>
          <p:nvPr/>
        </p:nvCxnSpPr>
        <p:spPr>
          <a:xfrm rot="16200000" flipH="1">
            <a:off x="4839119" y="2658371"/>
            <a:ext cx="701529" cy="1566877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accent2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33427342-0E91-44DE-B321-9CF16784DFF9}"/>
              </a:ext>
            </a:extLst>
          </p:cNvPr>
          <p:cNvSpPr txBox="1">
            <a:spLocks/>
          </p:cNvSpPr>
          <p:nvPr/>
        </p:nvSpPr>
        <p:spPr>
          <a:xfrm>
            <a:off x="3507557" y="3114652"/>
            <a:ext cx="704091" cy="707886"/>
          </a:xfrm>
          <a:prstGeom prst="rect">
            <a:avLst/>
          </a:prstGeom>
        </p:spPr>
        <p:txBody>
          <a:bodyPr wrap="square" lIns="7200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scan</a:t>
            </a:r>
          </a:p>
        </p:txBody>
      </p:sp>
      <p:cxnSp>
        <p:nvCxnSpPr>
          <p:cNvPr id="100" name="Straight Arrow Connector 12">
            <a:extLst>
              <a:ext uri="{FF2B5EF4-FFF2-40B4-BE49-F238E27FC236}">
                <a16:creationId xmlns:a16="http://schemas.microsoft.com/office/drawing/2014/main" id="{FF3F5386-C833-D110-4A74-257A96173A1F}"/>
              </a:ext>
            </a:extLst>
          </p:cNvPr>
          <p:cNvCxnSpPr>
            <a:cxnSpLocks/>
            <a:stCxn id="38" idx="2"/>
          </p:cNvCxnSpPr>
          <p:nvPr/>
        </p:nvCxnSpPr>
        <p:spPr>
          <a:xfrm rot="5400000">
            <a:off x="4922042" y="1295398"/>
            <a:ext cx="534605" cy="1565797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tx1">
                <a:lumMod val="6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0C4C3CB-AA0C-9621-CE09-A3D87E6DBECD}"/>
              </a:ext>
            </a:extLst>
          </p:cNvPr>
          <p:cNvSpPr/>
          <p:nvPr/>
        </p:nvSpPr>
        <p:spPr>
          <a:xfrm>
            <a:off x="10538657" y="441233"/>
            <a:ext cx="1367724" cy="372723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🔒</a:t>
            </a:r>
            <a:r>
              <a:rPr lang="en-US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padlock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0C11EC4-F18A-30EF-11A4-AB5CA3ABC385}"/>
              </a:ext>
            </a:extLst>
          </p:cNvPr>
          <p:cNvSpPr/>
          <p:nvPr/>
        </p:nvSpPr>
        <p:spPr>
          <a:xfrm>
            <a:off x="10541584" y="953587"/>
            <a:ext cx="1364797" cy="372723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🔑</a:t>
            </a:r>
            <a:r>
              <a:rPr lang="en-US" sz="2000" i="1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value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BFF9F02-C3BC-568D-5B98-2E35539A2819}"/>
              </a:ext>
            </a:extLst>
          </p:cNvPr>
          <p:cNvGrpSpPr/>
          <p:nvPr/>
        </p:nvGrpSpPr>
        <p:grpSpPr>
          <a:xfrm>
            <a:off x="6924241" y="2345356"/>
            <a:ext cx="1436127" cy="745447"/>
            <a:chOff x="6503848" y="646875"/>
            <a:chExt cx="1186881" cy="745447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7A995423-4D4D-B66D-5D27-9CD6D5F6D7FC}"/>
                </a:ext>
              </a:extLst>
            </p:cNvPr>
            <p:cNvSpPr txBox="1"/>
            <p:nvPr/>
          </p:nvSpPr>
          <p:spPr>
            <a:xfrm>
              <a:off x="6520170" y="1022990"/>
              <a:ext cx="81051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🔆 NFC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775FDD3B-D77B-F114-9D24-58641B94DF8A}"/>
                </a:ext>
              </a:extLst>
            </p:cNvPr>
            <p:cNvSpPr/>
            <p:nvPr/>
          </p:nvSpPr>
          <p:spPr>
            <a:xfrm>
              <a:off x="6503848" y="646875"/>
              <a:ext cx="1186881" cy="745447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baseline="-17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🔒</a:t>
              </a:r>
              <a:r>
                <a:rPr lang="en-US" sz="2800" baseline="-17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Padlock</a:t>
              </a:r>
            </a:p>
          </p:txBody>
        </p:sp>
      </p:grpSp>
      <p:cxnSp>
        <p:nvCxnSpPr>
          <p:cNvPr id="119" name="Straight Arrow Connector 12">
            <a:extLst>
              <a:ext uri="{FF2B5EF4-FFF2-40B4-BE49-F238E27FC236}">
                <a16:creationId xmlns:a16="http://schemas.microsoft.com/office/drawing/2014/main" id="{09BBE760-212C-7A07-AA62-681ACE561540}"/>
              </a:ext>
            </a:extLst>
          </p:cNvPr>
          <p:cNvCxnSpPr>
            <a:cxnSpLocks/>
            <a:stCxn id="107" idx="2"/>
            <a:endCxn id="28" idx="0"/>
          </p:cNvCxnSpPr>
          <p:nvPr/>
        </p:nvCxnSpPr>
        <p:spPr>
          <a:xfrm rot="5400000">
            <a:off x="6456928" y="2607198"/>
            <a:ext cx="701772" cy="1668983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accent2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">
            <a:extLst>
              <a:ext uri="{FF2B5EF4-FFF2-40B4-BE49-F238E27FC236}">
                <a16:creationId xmlns:a16="http://schemas.microsoft.com/office/drawing/2014/main" id="{F710F387-EC41-5CD4-CC35-2CC2A404C4FF}"/>
              </a:ext>
            </a:extLst>
          </p:cNvPr>
          <p:cNvCxnSpPr>
            <a:cxnSpLocks/>
            <a:stCxn id="38" idx="2"/>
            <a:endCxn id="107" idx="0"/>
          </p:cNvCxnSpPr>
          <p:nvPr/>
        </p:nvCxnSpPr>
        <p:spPr>
          <a:xfrm rot="16200000" flipH="1">
            <a:off x="6540092" y="1243143"/>
            <a:ext cx="534362" cy="1670063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tx1">
                <a:lumMod val="6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Content Placeholder 2">
            <a:extLst>
              <a:ext uri="{FF2B5EF4-FFF2-40B4-BE49-F238E27FC236}">
                <a16:creationId xmlns:a16="http://schemas.microsoft.com/office/drawing/2014/main" id="{1B949704-D7FD-9952-0699-4BF1DA9E841C}"/>
              </a:ext>
            </a:extLst>
          </p:cNvPr>
          <p:cNvSpPr txBox="1">
            <a:spLocks/>
          </p:cNvSpPr>
          <p:nvPr/>
        </p:nvSpPr>
        <p:spPr>
          <a:xfrm>
            <a:off x="7773039" y="3101952"/>
            <a:ext cx="704091" cy="707886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4AF43B8E-5FEA-18B1-173F-FA850ED7CE25}"/>
              </a:ext>
            </a:extLst>
          </p:cNvPr>
          <p:cNvGrpSpPr/>
          <p:nvPr/>
        </p:nvGrpSpPr>
        <p:grpSpPr>
          <a:xfrm>
            <a:off x="5214584" y="2345355"/>
            <a:ext cx="1524762" cy="745447"/>
            <a:chOff x="6304126" y="646875"/>
            <a:chExt cx="1260132" cy="745447"/>
          </a:xfrm>
        </p:grpSpPr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1032B74-C9E0-37AF-FC7F-926B46B95D87}"/>
                </a:ext>
              </a:extLst>
            </p:cNvPr>
            <p:cNvSpPr txBox="1"/>
            <p:nvPr/>
          </p:nvSpPr>
          <p:spPr>
            <a:xfrm>
              <a:off x="6326357" y="1022990"/>
              <a:ext cx="115053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🔆 NFC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E68C3D0B-00A3-B05F-C056-0CAA47BAE26D}"/>
                </a:ext>
              </a:extLst>
            </p:cNvPr>
            <p:cNvSpPr/>
            <p:nvPr/>
          </p:nvSpPr>
          <p:spPr>
            <a:xfrm>
              <a:off x="6304126" y="646875"/>
              <a:ext cx="1260132" cy="745447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baseline="-17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💍</a:t>
              </a:r>
              <a:r>
                <a:rPr lang="en-US" sz="2800" baseline="-17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Userable</a:t>
              </a:r>
            </a:p>
          </p:txBody>
        </p:sp>
      </p:grpSp>
      <p:cxnSp>
        <p:nvCxnSpPr>
          <p:cNvPr id="129" name="Straight Arrow Connector 12">
            <a:extLst>
              <a:ext uri="{FF2B5EF4-FFF2-40B4-BE49-F238E27FC236}">
                <a16:creationId xmlns:a16="http://schemas.microsoft.com/office/drawing/2014/main" id="{DBDE6CB5-9041-C6FD-5BA3-66D944B95A51}"/>
              </a:ext>
            </a:extLst>
          </p:cNvPr>
          <p:cNvCxnSpPr>
            <a:cxnSpLocks/>
            <a:stCxn id="128" idx="2"/>
            <a:endCxn id="28" idx="0"/>
          </p:cNvCxnSpPr>
          <p:nvPr/>
        </p:nvCxnSpPr>
        <p:spPr>
          <a:xfrm rot="5400000">
            <a:off x="5624258" y="3439867"/>
            <a:ext cx="701773" cy="3643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accent2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2">
            <a:extLst>
              <a:ext uri="{FF2B5EF4-FFF2-40B4-BE49-F238E27FC236}">
                <a16:creationId xmlns:a16="http://schemas.microsoft.com/office/drawing/2014/main" id="{52CEF429-09C2-CE9E-BD83-911CAE295033}"/>
              </a:ext>
            </a:extLst>
          </p:cNvPr>
          <p:cNvCxnSpPr>
            <a:cxnSpLocks/>
            <a:stCxn id="38" idx="2"/>
            <a:endCxn id="128" idx="0"/>
          </p:cNvCxnSpPr>
          <p:nvPr/>
        </p:nvCxnSpPr>
        <p:spPr>
          <a:xfrm rot="16200000" flipH="1">
            <a:off x="5707423" y="2075812"/>
            <a:ext cx="534361" cy="4723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tx1">
                <a:lumMod val="6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Content Placeholder 2">
            <a:extLst>
              <a:ext uri="{FF2B5EF4-FFF2-40B4-BE49-F238E27FC236}">
                <a16:creationId xmlns:a16="http://schemas.microsoft.com/office/drawing/2014/main" id="{FC2D3F76-3719-88E3-5E3B-183010A48DB9}"/>
              </a:ext>
            </a:extLst>
          </p:cNvPr>
          <p:cNvSpPr txBox="1">
            <a:spLocks/>
          </p:cNvSpPr>
          <p:nvPr/>
        </p:nvSpPr>
        <p:spPr>
          <a:xfrm>
            <a:off x="5371471" y="3049043"/>
            <a:ext cx="704091" cy="707886"/>
          </a:xfrm>
          <a:prstGeom prst="rect">
            <a:avLst/>
          </a:prstGeom>
        </p:spPr>
        <p:txBody>
          <a:bodyPr wrap="square" lIns="7200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4832632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AWS">
  <a:themeElements>
    <a:clrScheme name="Custom 75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5DADFD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75F086DE-2965-45A4-BDC6-88E6C1D0FF43}" vid="{D15E4270-0100-4A1F-8542-E99C62EE8F22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47424</TotalTime>
  <Words>95</Words>
  <Application>Microsoft Macintosh PowerPoint</Application>
  <PresentationFormat>Widescreen</PresentationFormat>
  <Paragraphs>44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Amazon Ember</vt:lpstr>
      <vt:lpstr>Amazon Ember Display</vt:lpstr>
      <vt:lpstr>Segoe UI</vt:lpstr>
      <vt:lpstr>Wingdings</vt:lpstr>
      <vt:lpstr>1_AWS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151</cp:revision>
  <dcterms:created xsi:type="dcterms:W3CDTF">2022-10-07T16:14:37Z</dcterms:created>
  <dcterms:modified xsi:type="dcterms:W3CDTF">2025-04-22T20:17:32Z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2025-04-22T20:17:32Z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e75ee668-4ba0-4138-b849-33d5aabe8cdc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